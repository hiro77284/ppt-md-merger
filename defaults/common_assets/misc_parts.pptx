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"/>
  </p:notesMasterIdLst>
  <p:sldIdLst>
    <p:sldId id="1780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6347"/>
    <a:srgbClr val="FF9933"/>
    <a:srgbClr val="CC66FF"/>
    <a:srgbClr val="E34234"/>
    <a:srgbClr val="292929"/>
    <a:srgbClr val="FF7F50"/>
    <a:srgbClr val="FF3300"/>
    <a:srgbClr val="C8EED0"/>
    <a:srgbClr val="5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55097" autoAdjust="0"/>
  </p:normalViewPr>
  <p:slideViewPr>
    <p:cSldViewPr>
      <p:cViewPr varScale="1">
        <p:scale>
          <a:sx n="68" d="100"/>
          <a:sy n="68" d="100"/>
        </p:scale>
        <p:origin x="207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ppt_md_merge.png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9539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ちょっとした画像部品制作用</a:t>
            </a:r>
            <a:endParaRPr kumimoji="1" lang="ja-JP" altLang="en-US"/>
          </a:p>
        </p:txBody>
      </p:sp>
      <p:sp>
        <p:nvSpPr>
          <p:cNvPr id="3" name="exportrange">
            <a:extLst>
              <a:ext uri="{FF2B5EF4-FFF2-40B4-BE49-F238E27FC236}">
                <a16:creationId xmlns:a16="http://schemas.microsoft.com/office/drawing/2014/main" id="{A6CF88DD-4180-2880-67B6-0B9485AF0D9F}"/>
              </a:ext>
            </a:extLst>
          </p:cNvPr>
          <p:cNvSpPr/>
          <p:nvPr/>
        </p:nvSpPr>
        <p:spPr bwMode="auto">
          <a:xfrm>
            <a:off x="2446511" y="1700808"/>
            <a:ext cx="7298978" cy="152137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ppt_md_merge">
            <a:extLst>
              <a:ext uri="{FF2B5EF4-FFF2-40B4-BE49-F238E27FC236}">
                <a16:creationId xmlns:a16="http://schemas.microsoft.com/office/drawing/2014/main" id="{75E09A2E-BD8B-691E-78A2-69DF5E797EA3}"/>
              </a:ext>
            </a:extLst>
          </p:cNvPr>
          <p:cNvSpPr/>
          <p:nvPr/>
        </p:nvSpPr>
        <p:spPr>
          <a:xfrm>
            <a:off x="2446511" y="1700808"/>
            <a:ext cx="7298978" cy="152137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400">
                <a:latin typeface="Amasis MT Pro Black" panose="02040A04050005020304" pitchFamily="18" charset="0"/>
              </a:rPr>
              <a:t>PPT &amp; MD merger</a:t>
            </a:r>
            <a:endParaRPr kumimoji="1" lang="ja-JP" altLang="en-US" sz="540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6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29050</TotalTime>
  <Words>32</Words>
  <Application>Microsoft Office PowerPoint</Application>
  <PresentationFormat>ワイド画面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BIZ UDPゴシック</vt:lpstr>
      <vt:lpstr>FOT-UD丸ゴ_ラージ Pr6 M</vt:lpstr>
      <vt:lpstr>Amasis MT Pro Black</vt:lpstr>
      <vt:lpstr>Arial</vt:lpstr>
      <vt:lpstr>Garamond</vt:lpstr>
      <vt:lpstr>Wingdings</vt:lpstr>
      <vt:lpstr>Edge</vt:lpstr>
      <vt:lpstr>ちょっとした画像部品制作用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3916</cp:revision>
  <dcterms:modified xsi:type="dcterms:W3CDTF">2026-05-17T02:55:27Z</dcterms:modified>
</cp:coreProperties>
</file>