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"/>
  </p:notesMasterIdLst>
  <p:sldIdLst>
    <p:sldId id="1976" r:id="rId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5pPr>
    <a:lvl6pPr marL="22860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6pPr>
    <a:lvl7pPr marL="27432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7pPr>
    <a:lvl8pPr marL="32004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8pPr>
    <a:lvl9pPr marL="3657600" algn="l" defTabSz="914400" rtl="0" eaLnBrk="1" latinLnBrk="0" hangingPunct="1">
      <a:defRPr kumimoji="1" sz="20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50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347"/>
    <a:srgbClr val="FF9933"/>
    <a:srgbClr val="CC66FF"/>
    <a:srgbClr val="E34234"/>
    <a:srgbClr val="292929"/>
    <a:srgbClr val="FF7F50"/>
    <a:srgbClr val="FF3300"/>
    <a:srgbClr val="C8EED0"/>
    <a:srgbClr val="5E5E5E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94" autoAdjust="0"/>
    <p:restoredTop sz="89388" autoAdjust="0"/>
  </p:normalViewPr>
  <p:slideViewPr>
    <p:cSldViewPr>
      <p:cViewPr varScale="1">
        <p:scale>
          <a:sx n="114" d="100"/>
          <a:sy n="114" d="100"/>
        </p:scale>
        <p:origin x="31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1940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4670BC-B8C6-44A7-84E1-23632D8FD86F}" type="datetimeFigureOut">
              <a:rPr kumimoji="1" lang="ja-JP" altLang="en-US" smtClean="0"/>
              <a:t>2026/5/20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10FDB7-3E02-4363-90B3-590B3C26A88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735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BIZ UDPゴシック" panose="020B0400000000000000" pitchFamily="50" charset="-128"/>
        <a:ea typeface="BIZ UDPゴシック" panose="020B0400000000000000" pitchFamily="50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0FDB7-3E02-4363-90B3-590B3C26A88D}" type="slidenum">
              <a:rPr kumimoji="1" lang="ja-JP" altLang="en-US" smtClean="0"/>
              <a:t>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8590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07436" y="1524000"/>
            <a:ext cx="10164233" cy="1752600"/>
          </a:xfrm>
        </p:spPr>
        <p:txBody>
          <a:bodyPr/>
          <a:lstStyle>
            <a:lvl1pPr>
              <a:defRPr sz="4200">
                <a:solidFill>
                  <a:schemeClr val="tx2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  <a:endParaRPr lang="en-US" altLang="ja-JP" dirty="0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07834" y="3962400"/>
            <a:ext cx="7971367" cy="1752600"/>
          </a:xfrm>
          <a:prstGeom prst="rect">
            <a:avLst/>
          </a:prstGeom>
        </p:spPr>
        <p:txBody>
          <a:bodyPr/>
          <a:lstStyle>
            <a:lvl1pPr marL="0" indent="0">
              <a:buFont typeface="Wingdings" pitchFamily="2" charset="2"/>
              <a:buNone/>
              <a:defRPr sz="28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サブタイトルの書式設定</a:t>
            </a:r>
            <a:endParaRPr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8254D289-857E-022B-E722-6C7257F338BE}"/>
              </a:ext>
            </a:extLst>
          </p:cNvPr>
          <p:cNvSpPr/>
          <p:nvPr userDrawn="1"/>
        </p:nvSpPr>
        <p:spPr bwMode="auto">
          <a:xfrm>
            <a:off x="3312000" y="3666171"/>
            <a:ext cx="8328616" cy="91135"/>
          </a:xfrm>
          <a:prstGeom prst="roundRect">
            <a:avLst>
              <a:gd name="adj" fmla="val 49227"/>
            </a:avLst>
          </a:prstGeom>
          <a:solidFill>
            <a:srgbClr val="339966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ja-JP" altLang="en-US" sz="20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03523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648072"/>
          </a:xfrm>
        </p:spPr>
        <p:txBody>
          <a:bodyPr/>
          <a:lstStyle>
            <a:lvl1pPr>
              <a:defRPr sz="2800" b="1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609600" y="980728"/>
            <a:ext cx="10972800" cy="525658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 marL="669925" indent="-3254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 marL="1022350" indent="-350838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 marL="1339850" indent="-315913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 marL="1681163" indent="-339725">
              <a:lnSpc>
                <a:spcPct val="150000"/>
              </a:lnSpc>
              <a:buClr>
                <a:schemeClr val="tx1">
                  <a:lumMod val="75000"/>
                  <a:lumOff val="25000"/>
                </a:schemeClr>
              </a:buClr>
              <a:buSzPct val="100000"/>
              <a:buFont typeface="Wingdings" panose="05000000000000000000" pitchFamily="2" charset="2"/>
              <a:buChar char="n"/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Rectangle 6">
            <a:extLst>
              <a:ext uri="{FF2B5EF4-FFF2-40B4-BE49-F238E27FC236}">
                <a16:creationId xmlns:a16="http://schemas.microsoft.com/office/drawing/2014/main" id="{6BB55BAD-460C-3254-9DE7-B95DC62378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756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VTW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F7DC264F-9A8B-8BC9-4FFA-4238A27ED534}"/>
              </a:ext>
            </a:extLst>
          </p:cNvPr>
          <p:cNvCxnSpPr>
            <a:cxnSpLocks/>
          </p:cNvCxnSpPr>
          <p:nvPr/>
        </p:nvCxnSpPr>
        <p:spPr bwMode="auto">
          <a:xfrm>
            <a:off x="301057" y="833306"/>
            <a:ext cx="11616074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タイトル 1">
            <a:extLst>
              <a:ext uri="{FF2B5EF4-FFF2-40B4-BE49-F238E27FC236}">
                <a16:creationId xmlns:a16="http://schemas.microsoft.com/office/drawing/2014/main" id="{5ED325D3-3CCE-5405-EA2A-09E70E70C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260648"/>
            <a:ext cx="10957984" cy="501352"/>
          </a:xfr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2F59FD7-9291-23C8-03A9-329B4C15C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7348" y="6640021"/>
            <a:ext cx="5048251" cy="208483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91782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ja-JP" altLang="en-US" dirty="0"/>
              <a:t>マスター タイトルの書式設定</a:t>
            </a:r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0DDA252F-B76B-2A98-8A15-68FEF4A206C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54182" y="953621"/>
            <a:ext cx="11083636" cy="0"/>
          </a:xfrm>
          <a:prstGeom prst="line">
            <a:avLst/>
          </a:prstGeom>
          <a:solidFill>
            <a:srgbClr val="CCFFFF"/>
          </a:solidFill>
          <a:ln w="28575" cap="flat" cmpd="sng" algn="ctr">
            <a:solidFill>
              <a:srgbClr val="00CC6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" name="Rectangle 5">
            <a:extLst>
              <a:ext uri="{FF2B5EF4-FFF2-40B4-BE49-F238E27FC236}">
                <a16:creationId xmlns:a16="http://schemas.microsoft.com/office/drawing/2014/main" id="{83FEA43B-F379-CB8A-0CC1-34E310D7DF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7F33519-DE7B-1578-63B1-C7F9384DEE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0980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>
            <a:extLst>
              <a:ext uri="{FF2B5EF4-FFF2-40B4-BE49-F238E27FC236}">
                <a16:creationId xmlns:a16="http://schemas.microsoft.com/office/drawing/2014/main" id="{CCA1F410-EAC2-3B54-16CE-1F8AD3A292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E8B39C-04D2-1AF7-9927-F5F6D4CA6FE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083437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  <a:prstGeom prst="rect">
            <a:avLst/>
          </a:prstGeom>
        </p:spPr>
        <p:txBody>
          <a:bodyPr/>
          <a:lstStyle>
            <a:lvl1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  <a:lvl2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2pPr>
            <a:lvl3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3pPr>
            <a:lvl4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4pPr>
            <a:lvl5pPr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01701D8-2655-4364-A1CC-F63E88A9B8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AFE0410-6CDA-6DC1-4B56-83230C71018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19336" y="6555804"/>
            <a:ext cx="5048251" cy="252264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r>
              <a:rPr lang="en-US" altLang="ja-JP"/>
              <a:t>Copyright 2026 </a:t>
            </a:r>
            <a:r>
              <a:rPr lang="ja-JP" altLang="en-US"/>
              <a:t>アイデアクラフト </a:t>
            </a:r>
            <a:r>
              <a:rPr lang="en-US" altLang="ja-JP"/>
              <a:t>Kaimai Mizuhiro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95469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98656" y="260648"/>
            <a:ext cx="10957984" cy="501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ja-JP" dirty="0" err="1"/>
              <a:t>マスタ</a:t>
            </a:r>
            <a:r>
              <a:rPr lang="en-US" altLang="ja-JP" dirty="0"/>
              <a:t> </a:t>
            </a:r>
            <a:r>
              <a:rPr lang="en-US" altLang="ja-JP" dirty="0" err="1"/>
              <a:t>タイトルの書式設定</a:t>
            </a:r>
            <a:endParaRPr lang="en-US" altLang="ja-JP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91A1ECCD-F85D-D247-549B-2E41B84C18A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10704511" y="6381328"/>
            <a:ext cx="1500651" cy="457200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BIZ UDPゴシック" panose="020B0400000000000000" pitchFamily="50" charset="-128"/>
                <a:ea typeface="BIZ UDPゴシック" panose="020B0400000000000000" pitchFamily="50" charset="-128"/>
              </a:defRPr>
            </a:lvl1pPr>
          </a:lstStyle>
          <a:p>
            <a:fld id="{D2D8002D-B5B0-4BAC-B1F6-782DDCCE6D9C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5532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8" r:id="rId3"/>
    <p:sldLayoutId id="2147483664" r:id="rId4"/>
    <p:sldLayoutId id="2147483666" r:id="rId5"/>
    <p:sldLayoutId id="2147483667" r:id="rId6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chemeClr val="tx2"/>
          </a:solidFill>
          <a:latin typeface="BIZ UDPゴシック" panose="020B0400000000000000" pitchFamily="50" charset="-128"/>
          <a:ea typeface="BIZ UDPゴシック" panose="020B0400000000000000" pitchFamily="50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400">
          <a:solidFill>
            <a:schemeClr val="tx2"/>
          </a:solidFill>
          <a:latin typeface="Garamond" pitchFamily="18" charset="0"/>
          <a:ea typeface="ＭＳ Ｐゴシック" pitchFamily="50" charset="-128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20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  <a:cs typeface="+mn-cs"/>
        </a:defRPr>
      </a:lvl1pPr>
      <a:lvl2pPr marL="669925" indent="-3254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0000"/>
        <a:buFont typeface="Wingdings" panose="05000000000000000000" pitchFamily="2" charset="2"/>
        <a:buChar char="n"/>
        <a:defRPr kumimoji="1" sz="18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2pPr>
      <a:lvl3pPr marL="1022350" indent="-350838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65000"/>
        <a:buFont typeface="Wingdings" panose="05000000000000000000" pitchFamily="2" charset="2"/>
        <a:buChar char="n"/>
        <a:defRPr kumimoji="1" sz="16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3pPr>
      <a:lvl4pPr marL="1339850" indent="-315913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0000"/>
        <a:buFont typeface="Wingdings" panose="05000000000000000000" pitchFamily="2" charset="2"/>
        <a:buChar char="n"/>
        <a:defRPr kumimoji="1" sz="14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4pPr>
      <a:lvl5pPr marL="1681163" indent="-339725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75000"/>
        <a:buFont typeface="Wingdings" panose="05000000000000000000" pitchFamily="2" charset="2"/>
        <a:buChar char="n"/>
        <a:defRPr kumimoji="1" sz="1200" b="1">
          <a:solidFill>
            <a:schemeClr val="tx1"/>
          </a:solidFill>
          <a:latin typeface="FOT-UD丸ゴ_ラージ Pr6 M" panose="02020400000000000000" pitchFamily="18" charset="-128"/>
          <a:ea typeface="FOT-UD丸ゴ_ラージ Pr6 M" panose="02020400000000000000" pitchFamily="18" charset="-128"/>
        </a:defRPr>
      </a:lvl5pPr>
      <a:lvl6pPr marL="21383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6pPr>
      <a:lvl7pPr marL="25955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7pPr>
      <a:lvl8pPr marL="30527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8pPr>
      <a:lvl9pPr marL="3509963" indent="-339725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SzPct val="75000"/>
        <a:buFont typeface="Wingdings" pitchFamily="2" charset="2"/>
        <a:buChar char="§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46C6D-EF5A-8A92-ACF6-75AC01551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0E349E-05D0-130D-17D2-BDD6A2F61531}"/>
              </a:ext>
            </a:extLst>
          </p:cNvPr>
          <p:cNvSpPr txBox="1"/>
          <p:nvPr/>
        </p:nvSpPr>
        <p:spPr bwMode="auto">
          <a:xfrm>
            <a:off x="2027548" y="4509120"/>
            <a:ext cx="9397044" cy="209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>
              <a:lnSpc>
                <a:spcPct val="150000"/>
              </a:lnSpc>
            </a:pP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このファイルは 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ごとの表紙ページを挿入するサンプルです。</a:t>
            </a:r>
            <a:endParaRPr kumimoji="1"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 algn="l">
              <a:lnSpc>
                <a:spcPct val="150000"/>
              </a:lnSpc>
            </a:pP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{{CHAPT_TITLE}}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が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insertpptx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vars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定義に従って置換されて更新されます。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必要なら置換対象変数を追加することもできます。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#CSP#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←このマーカーを含むシェイプは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yaml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 </a:t>
            </a: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indexer.deletecsp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設定 または 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--deletecsp </a:t>
            </a:r>
            <a:r>
              <a:rPr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オプションにより自動的に削除できます。</a:t>
            </a:r>
            <a:endParaRPr lang="en-US" altLang="ja-JP" sz="1800" kern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85A41A44-DCD2-AC31-7A40-0D2485801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56" y="3068960"/>
            <a:ext cx="10309912" cy="501352"/>
          </a:xfrm>
        </p:spPr>
        <p:txBody>
          <a:bodyPr/>
          <a:lstStyle/>
          <a:p>
            <a:pPr algn="ctr"/>
            <a:r>
              <a:rPr lang="en-US" altLang="ja-JP" sz="4000"/>
              <a:t>{{v:CHAPT_TITLE}}</a:t>
            </a:r>
            <a:endParaRPr lang="ja-JP" altLang="en-US" sz="40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CDBC7D1-EE6D-792A-27B7-31E5D19CE043}"/>
              </a:ext>
            </a:extLst>
          </p:cNvPr>
          <p:cNvSpPr txBox="1"/>
          <p:nvPr/>
        </p:nvSpPr>
        <p:spPr bwMode="auto">
          <a:xfrm>
            <a:off x="869200" y="1340768"/>
            <a:ext cx="1033936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#CHAPT# 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← このマーカーがあるページは </a:t>
            </a:r>
            <a:r>
              <a:rPr kumimoji="1" lang="en-US" altLang="ja-JP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Chapter </a:t>
            </a:r>
            <a:r>
              <a:rPr kumimoji="1" lang="ja-JP" altLang="en-US" sz="1800" kern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表紙とみなされ、節番号なし、章番号のみのナンバリングになります　</a:t>
            </a:r>
          </a:p>
        </p:txBody>
      </p:sp>
    </p:spTree>
    <p:extLst>
      <p:ext uri="{BB962C8B-B14F-4D97-AF65-F5344CB8AC3E}">
        <p14:creationId xmlns:p14="http://schemas.microsoft.com/office/powerpoint/2010/main" val="3190809309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ユーザー定義 1">
      <a:dk1>
        <a:srgbClr val="292929"/>
      </a:dk1>
      <a:lt1>
        <a:sysClr val="window" lastClr="FFFFFF"/>
      </a:lt1>
      <a:dk2>
        <a:srgbClr val="244242"/>
      </a:dk2>
      <a:lt2>
        <a:srgbClr val="FFFFFF"/>
      </a:lt2>
      <a:accent1>
        <a:srgbClr val="51BD9C"/>
      </a:accent1>
      <a:accent2>
        <a:srgbClr val="FF2121"/>
      </a:accent2>
      <a:accent3>
        <a:srgbClr val="A3E3B1"/>
      </a:accent3>
      <a:accent4>
        <a:srgbClr val="FFE8B3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Calibri"/>
        <a:ea typeface="メイリオ"/>
        <a:cs typeface=""/>
      </a:majorFont>
      <a:minorFont>
        <a:latin typeface="Calibr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2700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sz="2000" b="1" i="0" u="none" strike="noStrike" cap="none" normalizeH="0" baseline="0" dirty="0">
            <a:ln>
              <a:noFill/>
            </a:ln>
            <a:solidFill>
              <a:schemeClr val="tx1"/>
            </a:solidFill>
            <a:effectLst/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spDef>
    <a:lnDef>
      <a:spPr bwMode="auto">
        <a:solidFill>
          <a:srgbClr val="CCFFFF"/>
        </a:solidFill>
        <a:ln w="28575" cap="flat" cmpd="sng" algn="ctr">
          <a:solidFill>
            <a:schemeClr val="tx1">
              <a:lumMod val="75000"/>
              <a:lumOff val="25000"/>
            </a:schemeClr>
          </a:solidFill>
          <a:prstDash val="solid"/>
          <a:round/>
          <a:headEnd type="none" w="med" len="med"/>
          <a:tailEnd type="triangle"/>
        </a:ln>
        <a:effectLst/>
      </a:spPr>
      <a:bodyPr/>
      <a:lstStyle/>
    </a:lnDef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  <a:spAutoFit/>
      </a:bodyPr>
      <a:lstStyle>
        <a:defPPr algn="l">
          <a:defRPr kumimoji="1" sz="1800" kern="0" smtClean="0">
            <a:latin typeface="BIZ UDPゴシック" panose="020B0400000000000000" pitchFamily="50" charset="-128"/>
            <a:ea typeface="BIZ UDPゴシック" panose="020B0400000000000000" pitchFamily="50" charset="-128"/>
          </a:defRPr>
        </a:defPPr>
      </a:lstStyle>
    </a:tx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28540</TotalTime>
  <Words>104</Words>
  <Application>Microsoft Office PowerPoint</Application>
  <PresentationFormat>ワイド画面</PresentationFormat>
  <Paragraphs>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BIZ UDPゴシック</vt:lpstr>
      <vt:lpstr>FOT-UD丸ゴ_ラージ Pr6 M</vt:lpstr>
      <vt:lpstr>Arial</vt:lpstr>
      <vt:lpstr>Garamond</vt:lpstr>
      <vt:lpstr>Wingdings</vt:lpstr>
      <vt:lpstr>Edge</vt:lpstr>
      <vt:lpstr>{{v:CHAPT_TITLE}}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/>
  <cp:revision>3686</cp:revision>
  <dcterms:modified xsi:type="dcterms:W3CDTF">2026-05-20T06:28:16Z</dcterms:modified>
</cp:coreProperties>
</file>