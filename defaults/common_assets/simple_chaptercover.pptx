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"/>
  </p:notesMasterIdLst>
  <p:sldIdLst>
    <p:sldId id="1976" r:id="rId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347"/>
    <a:srgbClr val="FF9933"/>
    <a:srgbClr val="CC66FF"/>
    <a:srgbClr val="E34234"/>
    <a:srgbClr val="292929"/>
    <a:srgbClr val="FF7F50"/>
    <a:srgbClr val="FF3300"/>
    <a:srgbClr val="C8EED0"/>
    <a:srgbClr val="5E5E5E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94" autoAdjust="0"/>
    <p:restoredTop sz="89388" autoAdjust="0"/>
  </p:normalViewPr>
  <p:slideViewPr>
    <p:cSldViewPr>
      <p:cViewPr varScale="1">
        <p:scale>
          <a:sx n="113" d="100"/>
          <a:sy n="113" d="100"/>
        </p:scale>
        <p:origin x="114" y="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8590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6C6D-EF5A-8A92-ACF6-75AC0155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85A41A44-DCD2-AC31-7A40-0D24858014E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15480" y="3068638"/>
            <a:ext cx="9877425" cy="501650"/>
          </a:xfrm>
        </p:spPr>
        <p:txBody>
          <a:bodyPr anchor="ctr"/>
          <a:lstStyle/>
          <a:p>
            <a:pPr algn="ctr"/>
            <a:r>
              <a:rPr lang="en-US" altLang="ja-JP" sz="4000"/>
              <a:t>{{v:CHAPT_TITLE}}</a:t>
            </a:r>
            <a:endParaRPr lang="ja-JP" altLang="en-US" sz="400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DBC7D1-EE6D-792A-27B7-31E5D19CE043}"/>
              </a:ext>
            </a:extLst>
          </p:cNvPr>
          <p:cNvSpPr txBox="1"/>
          <p:nvPr/>
        </p:nvSpPr>
        <p:spPr bwMode="auto">
          <a:xfrm>
            <a:off x="1127448" y="1052736"/>
            <a:ext cx="28803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32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</a:t>
            </a:r>
            <a:endParaRPr kumimoji="1" lang="ja-JP" altLang="en-US" sz="32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0809309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28541</TotalTime>
  <Words>11</Words>
  <Application>Microsoft Office PowerPoint</Application>
  <PresentationFormat>ワイド画面</PresentationFormat>
  <Paragraphs>3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BIZ UDPゴシック</vt:lpstr>
      <vt:lpstr>FOT-UD丸ゴ_ラージ Pr6 M</vt:lpstr>
      <vt:lpstr>Arial</vt:lpstr>
      <vt:lpstr>Garamond</vt:lpstr>
      <vt:lpstr>Wingdings</vt:lpstr>
      <vt:lpstr>Edge</vt:lpstr>
      <vt:lpstr>{{v:CHAPT_TITLE}}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3688</cp:revision>
  <dcterms:modified xsi:type="dcterms:W3CDTF">2026-05-19T06:25:32Z</dcterms:modified>
</cp:coreProperties>
</file>