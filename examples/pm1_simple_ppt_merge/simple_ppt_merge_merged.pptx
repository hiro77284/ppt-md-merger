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8"/>
  </p:notesMasterIdLst>
  <p:sldIdLst>
    <p:sldId id="1785" r:id="rId2"/>
    <p:sldId id="1783" r:id="rId3"/>
    <p:sldId id="1784" r:id="rId4"/>
    <p:sldId id="1782" r:id="rId5"/>
    <p:sldId id="1789" r:id="rId6"/>
    <p:sldId id="1790" r:id="rId7"/>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81" d="100"/>
          <a:sy n="81" d="100"/>
        </p:scale>
        <p:origin x="80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extracted/figures/simple_ppt_merge_guide_slide1_fig.png</a:t>
            </a:r>
          </a:p>
          <a:p/>
          <a:p>
            <a:r>
              <a:t>===BLOCK===</a:t>
            </a:r>
          </a:p>
          <a:p>
            <a:r>
              <a:t>{{BLOCK:IMAGE}}</a:t>
            </a:r>
          </a:p>
          <a:p/>
          <a:p>
            <a:r>
              <a:t>export-image-mode: slide_with_rectpct</a:t>
            </a:r>
          </a:p>
          <a:p>
            <a:r>
              <a:t>export-image-target: keyvisual</a:t>
            </a:r>
          </a:p>
          <a:p>
            <a:r>
              <a:t>export-image: extracted/figures/simple_ppt_merge_guide_keyvisual.png</a:t>
            </a:r>
          </a:p>
          <a:p/>
          <a:p>
            <a:r>
              <a:t>===BLOCK===</a:t>
            </a:r>
          </a:p>
          <a:p>
            <a:r>
              <a:t>{{BLOCK:MD:LONG}}</a:t>
            </a:r>
          </a:p>
          <a:p/>
          <a:p>
            <a:r>
              <a:t>export-note: extracted/simple_ppt_merge_guide_slide1_md.md</a:t>
            </a:r>
          </a:p>
          <a:p>
            <a:r>
              <a:t>{{#id:section:simple_ppt_merge_guide:slide1}}</a:t>
            </a:r>
          </a:p>
          <a:p>
            <a:r>
              <a:t>## pptmerge　単純マージ</a:t>
            </a:r>
          </a:p>
          <a:p/>
          <a:p>
            <a:r>
              <a:t>単純マージは２つのpptxファイルを単に結合するだけの、最も単純な機能です。</a:t>
            </a:r>
          </a:p>
          <a:p/>
          <a:p>
            <a:r>
              <a:t>結合指示書には関連キーワード欄の命令を使って結合対象ファイルを記載します。これについては後述します。</a:t>
            </a:r>
          </a:p>
          <a:p/>
          <a:p>
            <a:r>
              <a:t>処理のイメージは下記の通りです。</a:t>
            </a:r>
          </a:p>
          <a:p/>
          <a:p>
            <a:r>
              <a:t>```{=latex}</a:t>
            </a:r>
          </a:p>
          <a:p>
            <a:r>
              <a:t>\begin{center}</a:t>
            </a:r>
          </a:p>
          <a:p>
            <a:r>
              <a:t>```</a:t>
            </a:r>
          </a:p>
          <a:p/>
          <a:p>
            <a:r>
              <a:t>![](figures/simple_ppt_merge_guide_slide1_fig.png){ width=95% }</a:t>
            </a:r>
          </a:p>
          <a:p/>
          <a:p>
            <a:r>
              <a:t>![](figures/simple_ppt_merge_guide_keyvisual.png){ width=60% }</a:t>
            </a:r>
          </a:p>
          <a:p/>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2958318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a:t>
            </a:r>
          </a:p>
          <a:p>
            <a:r>
              <a:t>export-image-target: </a:t>
            </a:r>
          </a:p>
          <a:p>
            <a:r>
              <a:t>export-image: </a:t>
            </a:r>
          </a:p>
          <a:p/>
          <a:p>
            <a:r>
              <a:t>===BLOCK===</a:t>
            </a:r>
          </a:p>
          <a:p>
            <a:r>
              <a:t>{{BLOCK:MD:LONG}}</a:t>
            </a:r>
          </a:p>
          <a:p/>
          <a:p>
            <a:r>
              <a:t>export-note: extracted/simple_ppt_merge_guide_slide2_md.md</a:t>
            </a:r>
          </a:p>
          <a:p>
            <a:r>
              <a:t>{{#id:section:simple_ppt_merge_guide:slide2}}</a:t>
            </a:r>
          </a:p>
          <a:p>
            <a:r>
              <a:t>## pm1_simple_ppt_merge 概要</a:t>
            </a:r>
          </a:p>
          <a:p/>
          <a:p>
            <a:r>
              <a:t>simple_ppt_merge_guide.pptx は、２つのpptxファイルを単に結合するだけの単純マージを行うサンプルです。</a:t>
            </a:r>
          </a:p>
          <a:p/>
          <a:p>
            <a:r>
              <a:t>データフォルダ:  PROJECT_ROOT\examples\pm1_simple_ppt_merge</a:t>
            </a:r>
          </a:p>
          <a:p/>
          <a:p>
            <a:r>
              <a:t>### サンプルファイル一覧</a:t>
            </a:r>
          </a:p>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p>
            <a:r>
              <a:t>ファイル2 + ファイル3 → ファイル4 という結合処理を行います。</a:t>
            </a:r>
          </a:p>
          <a:p/>
          <a:p>
            <a:r>
              <a:t>### 実行命令</a:t>
            </a:r>
          </a:p>
          <a:p/>
          <a:p>
            <a:r>
              <a:t>ファイル1の結合指示書に結合対象ファイルを記載します（後述します）。</a:t>
            </a:r>
          </a:p>
          <a:p/>
          <a:p>
            <a:r>
              <a:t>以下の命令で実行します。サブコマンド pptmerge の引数に結合指示書を指定します。途中、一時的に PowerPoint が起動します。 --force は既出力ファイルを上書きするオプションです。</a:t>
            </a:r>
          </a:p>
          <a:p/>
          <a:p>
            <a:r>
              <a:t>```bash</a:t>
            </a:r>
          </a:p>
          <a:p>
            <a:r>
              <a:t>pptmdmerge pptmerge PROJECT_ROOT\examples\pm1_simple_ppt_merge_recipe.yaml --force</a:t>
            </a:r>
          </a:p>
          <a:p>
            <a:r>
              <a:t>```</a:t>
            </a:r>
          </a:p>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3392530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extracted/figures/simple_ppt_merge_guide_slide3_fig.png</a:t>
            </a:r>
          </a:p>
          <a:p/>
          <a:p>
            <a:r>
              <a:t>===BLOCK===</a:t>
            </a:r>
          </a:p>
          <a:p>
            <a:r>
              <a:t>{{BLOCK:MD:LONG}}</a:t>
            </a:r>
          </a:p>
          <a:p/>
          <a:p>
            <a:r>
              <a:t>export-note: extracted/simple_ppt_merge_guide_slide3_md.md</a:t>
            </a:r>
          </a:p>
          <a:p>
            <a:r>
              <a:t>{{#id:section:simple_ppt_merge_guide:slide3}}</a:t>
            </a:r>
          </a:p>
          <a:p>
            <a:r>
              <a:t>## マージ結果</a:t>
            </a:r>
          </a:p>
          <a:p/>
          <a:p>
            <a:r>
              <a:t>実行後は2つのpptxファイルがマージ（結合）されています。</a:t>
            </a:r>
          </a:p>
          <a:p/>
          <a:p>
            <a:r>
              <a:t>結合だけなので、章・節番号はつきません。</a:t>
            </a:r>
          </a:p>
          <a:p/>
          <a:p>
            <a:r>
              <a:t>```{=latex}</a:t>
            </a:r>
          </a:p>
          <a:p>
            <a:r>
              <a:t>\begin{center}</a:t>
            </a:r>
          </a:p>
          <a:p>
            <a:r>
              <a:t>```</a:t>
            </a:r>
          </a:p>
          <a:p/>
          <a:p>
            <a:r>
              <a:t>![](figures/simple_ppt_merge_guide_slide3_fig.png){ width=95% }</a:t>
            </a:r>
          </a:p>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744526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extracted/figures/simple_ppt_merge_guide_slide4_fig.png</a:t>
            </a:r>
          </a:p>
          <a:p/>
          <a:p>
            <a:r>
              <a:t>===BLOCK===</a:t>
            </a:r>
          </a:p>
          <a:p>
            <a:r>
              <a:t>{{BLOCK:MD:LONG}}</a:t>
            </a:r>
          </a:p>
          <a:p/>
          <a:p>
            <a:r>
              <a:t>export-note: extracted/simple_ppt_merge_guide_slide4_md.md</a:t>
            </a:r>
          </a:p>
          <a:p>
            <a:r>
              <a:t>{{#id:section:simple_ppt_merge_guide:slide4}}</a:t>
            </a:r>
          </a:p>
          <a:p>
            <a:r>
              <a:t>## 結合指示書サンプル</a:t>
            </a:r>
          </a:p>
          <a:p/>
          <a:p>
            <a:r>
              <a:t>結合指示書では、output.pptxfilename: に結合後のpptxファイル名を記載し、</a:t>
            </a:r>
          </a:p>
          <a:p>
            <a:r>
              <a:t>procedureセクションに　operation: insertpptx の配列で結合対象ファイルを記載します。</a:t>
            </a:r>
          </a:p>
          <a:p/>
          <a:p>
            <a:r>
              <a:t>```{=latex}</a:t>
            </a:r>
          </a:p>
          <a:p>
            <a:r>
              <a:t>\begin{center}</a:t>
            </a:r>
          </a:p>
          <a:p>
            <a:r>
              <a:t>```</a:t>
            </a:r>
          </a:p>
          <a:p/>
          <a:p>
            <a:r>
              <a:t>![](figures/simple_ppt_merge_guide_slide4_fig.png){ width=95% }</a:t>
            </a:r>
          </a:p>
          <a:p/>
          <a:p>
            <a:r>
              <a:t>```{=latex}</a:t>
            </a:r>
          </a:p>
          <a:p>
            <a:r>
              <a:t>\end{center}</a:t>
            </a:r>
          </a:p>
          <a:p>
            <a:r>
              <a:t>```</a:t>
            </a:r>
          </a:p>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651703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11519868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854405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333439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89068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1803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simple_ppt_merge_guide.pptx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35723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1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09916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2</a:t>
            </a:r>
            <a:r>
              <a:rPr lang="ja-JP" altLang="en-US"/>
              <a:t>つめの結合ファイル　</a:t>
            </a:r>
            <a:r>
              <a:rPr lang="en-US" altLang="ja-JP"/>
              <a:t>slide2</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second.pptx </a:t>
            </a:r>
            <a:r>
              <a:rPr lang="ja-JP" altLang="en-US" sz="2400" kern="0">
                <a:latin typeface="BIZ UDPゴシック" panose="020B0400000000000000" pitchFamily="50" charset="-128"/>
                <a:ea typeface="BIZ UDPゴシック" panose="020B0400000000000000" pitchFamily="50" charset="-128"/>
              </a:rPr>
              <a:t>スライド</a:t>
            </a:r>
            <a:r>
              <a:rPr lang="en-US" altLang="ja-JP" sz="2400" kern="0">
                <a:latin typeface="BIZ UDPゴシック" panose="020B0400000000000000" pitchFamily="50" charset="-128"/>
                <a:ea typeface="BIZ UDPゴシック" panose="020B0400000000000000" pitchFamily="50" charset="-128"/>
              </a:rPr>
              <a:t>2 </a:t>
            </a:r>
            <a:r>
              <a:rPr kumimoji="1" lang="ja-JP" altLang="en-US" sz="2400" kern="0">
                <a:latin typeface="BIZ UDPゴシック" panose="020B0400000000000000" pitchFamily="50" charset="-128"/>
                <a:ea typeface="BIZ UDPゴシック" panose="020B0400000000000000" pitchFamily="50" charset="-128"/>
              </a:rPr>
              <a:t>　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CAA4089-1D1F-8C03-F159-76AA1BB3FD5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2800" b="1" i="0" u="none" strike="noStrike" cap="none" normalizeH="0" baseline="0">
                <a:ln>
                  <a:noFill/>
                </a:ln>
                <a:effectLst/>
                <a:latin typeface="BIZ UDPゴシック" panose="020B0400000000000000" pitchFamily="50" charset="-128"/>
                <a:ea typeface="BIZ UDPゴシック" panose="020B0400000000000000" pitchFamily="50" charset="-128"/>
              </a:rPr>
              <a:t>second.pptx</a:t>
            </a:r>
            <a:endParaRPr kumimoji="1" lang="ja-JP" altLang="en-US" sz="28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713193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30537</TotalTime>
  <Words>1269</Words>
  <Application>Microsoft Office PowerPoint</Application>
  <PresentationFormat>ワイド画面</PresentationFormat>
  <Paragraphs>228</Paragraphs>
  <Slides>6</Slides>
  <Notes>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6</vt:i4>
      </vt:variant>
    </vt:vector>
  </HeadingPairs>
  <TitlesOfParts>
    <vt:vector size="13"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lpstr>2つめの結合ファイル　slide1</vt:lpstr>
      <vt:lpstr>2つめの結合ファイル　slide2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4109</cp:revision>
  <dcterms:modified xsi:type="dcterms:W3CDTF">2026-06-04T08:24:19Z</dcterms:modified>
</cp:coreProperties>
</file>