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
  </p:notesMasterIdLst>
  <p:sldIdLst>
    <p:sldId id="1785" r:id="rId2"/>
    <p:sldId id="1783" r:id="rId3"/>
    <p:sldId id="1784" r:id="rId4"/>
    <p:sldId id="1782" r:id="rId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101" d="100"/>
          <a:sy n="101" d="100"/>
        </p:scale>
        <p:origin x="564" y="108"/>
      </p:cViewPr>
      <p:guideLst>
        <p:guide orient="horz" pos="2160"/>
        <p:guide pos="3840"/>
      </p:guideLst>
    </p:cSldViewPr>
  </p:slideViewPr>
  <p:outlineViewPr>
    <p:cViewPr>
      <p:scale>
        <a:sx n="33" d="100"/>
        <a:sy n="33" d="100"/>
      </p:scale>
      <p:origin x="0" y="0"/>
    </p:cViewPr>
  </p:outlineViewPr>
  <p:notesTextViewPr>
    <p:cViewPr>
      <p:scale>
        <a:sx n="100" d="100"/>
        <a:sy n="100" d="100"/>
      </p:scale>
      <p:origin x="0" y="-2736"/>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a:p>
          <a:p>
            <a:r>
              <a:t>===BLOCK===</a:t>
            </a:r>
          </a:p>
          <a:p>
            <a:r>
              <a:t>{{BLOCK:MD:LONG}}</a:t>
            </a:r>
          </a:p>
          <a:p>
            <a:endParaRPr/>
          </a:p>
          <a:p>
            <a:r>
              <a:t>export-note: extracted/</a:t>
            </a:r>
            <a:r>
              <a:rPr lang="en-US" altLang="ja-JP"/>
              <a:t>&lt;__BASEFILENAME__&gt;</a:t>
            </a:r>
            <a:r>
              <a:t>_slide</a:t>
            </a:r>
            <a:r>
              <a:rPr lang="en-US" altLang="ja-JP"/>
              <a:t>&lt;__SLIDENUM__&gt;</a:t>
            </a:r>
            <a:r>
              <a:t>_md.md</a:t>
            </a:r>
          </a:p>
          <a:p>
            <a:r>
              <a:t>{{#id:section:&lt;__BASEFILENAME__&gt;:slide</a:t>
            </a:r>
            <a:r>
              <a:rPr lang="en-US"/>
              <a:t>&lt;__SLIDENUM__&gt;</a:t>
            </a:r>
            <a:r>
              <a:t>}}</a:t>
            </a:r>
          </a:p>
          <a:p>
            <a:r>
              <a:t>## &lt;__TITLE__&gt;</a:t>
            </a:r>
          </a:p>
          <a:p>
            <a:endParaRPr/>
          </a:p>
          <a:p>
            <a:r>
              <a:t>単純マージは２つのpptxファイルを単に結合するだけの、最も単純な機能です。</a:t>
            </a:r>
          </a:p>
          <a:p>
            <a:endParaRPr/>
          </a:p>
          <a:p>
            <a:r>
              <a:t>結合指示書には関連キーワード欄の命令を使って結合対象ファイルを記載します。これについては後述します。</a:t>
            </a:r>
          </a:p>
          <a:p>
            <a:endParaRPr/>
          </a:p>
          <a:p>
            <a:r>
              <a:t>処理のイメージは下記の通りです。</a:t>
            </a:r>
          </a:p>
          <a:p>
            <a:endParaRPr/>
          </a:p>
          <a:p>
            <a:r>
              <a:t>```{=latex}</a:t>
            </a:r>
          </a:p>
          <a:p>
            <a:r>
              <a:t>\begin{center}</a:t>
            </a:r>
          </a:p>
          <a:p>
            <a:r>
              <a:t>```</a:t>
            </a:r>
          </a:p>
          <a:p>
            <a:endParaRPr/>
          </a:p>
          <a:p>
            <a:r>
              <a:t>![](figures/</a:t>
            </a:r>
            <a:r>
              <a:rPr lang="en-US" altLang="ja-JP"/>
              <a:t>&lt;__BASEFILENAME__&gt;_slide&lt;__SLIDENUM__&gt;_fig.png</a:t>
            </a:r>
            <a:r>
              <a:t>){ width=95% }</a:t>
            </a:r>
            <a:endParaRPr lang="en-US"/>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width=60% }</a:t>
            </a:r>
          </a:p>
          <a:p>
            <a:endParaRPr/>
          </a:p>
          <a:p>
            <a:endParaRPr/>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42552482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ltLang="ja-JP"/>
              <a:t>export-note: extracted/&lt;__BASEFILENAME__&gt;_slide&lt;__SLIDENUM__&gt;_md.md</a:t>
            </a:r>
          </a:p>
          <a:p>
            <a:r>
              <a:t>{{#id:section:&lt;__BASEFILENAME__&gt;:slide2}}</a:t>
            </a:r>
          </a:p>
          <a:p>
            <a:r>
              <a:t>## &lt;__TITLE__&gt;</a:t>
            </a:r>
          </a:p>
          <a:p>
            <a:endParaRPr/>
          </a:p>
          <a:p>
            <a:r>
              <a:t>&lt;__FILENAME__&gt; は、２つのpptxファイルを単に結合するだけの単純マージを行うサンプルです。</a:t>
            </a:r>
          </a:p>
          <a:p>
            <a:endParaRPr/>
          </a:p>
          <a:p>
            <a:r>
              <a:t>データフォルダ:  PROJECT_ROOT\examples\pm1_simple_ppt_merge</a:t>
            </a:r>
          </a:p>
          <a:p>
            <a:endParaRPr/>
          </a:p>
          <a:p>
            <a:r>
              <a:t>### サンプルファイル一覧</a:t>
            </a:r>
          </a:p>
          <a:p>
            <a:endParaRPr/>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endParaRPr/>
          </a:p>
          <a:p>
            <a:r>
              <a:t>ファイル2 + ファイル3 → ファイル4 という結合処理を行います。</a:t>
            </a:r>
          </a:p>
          <a:p>
            <a:endParaRPr/>
          </a:p>
          <a:p>
            <a:r>
              <a:t>### 実行命令</a:t>
            </a:r>
          </a:p>
          <a:p>
            <a:endParaRPr/>
          </a:p>
          <a:p>
            <a:r>
              <a:t>ファイル1の結合指示書に結合対象ファイルを記載します（後述します）。</a:t>
            </a:r>
          </a:p>
          <a:p>
            <a:endParaRPr/>
          </a:p>
          <a:p>
            <a:r>
              <a:t>以下の命令で実行します。サブコマンド pptmerge の引数に結合指示書を指定します。途中、一時的に PowerPoint が起動します。 --force は既出力ファイルを上書きするオプションです。</a:t>
            </a:r>
          </a:p>
          <a:p>
            <a:endParaRPr/>
          </a:p>
          <a:p>
            <a:r>
              <a:t>```bash</a:t>
            </a:r>
          </a:p>
          <a:p>
            <a:r>
              <a:rPr lang="en-US"/>
              <a:t>pptmdmerge</a:t>
            </a:r>
            <a:r>
              <a:t> pptmerge PROJECT_ROOT\examples\pm1_simple_ppt_merge_recipe.yaml --force</a:t>
            </a:r>
          </a:p>
          <a:p>
            <a:r>
              <a:t>```</a:t>
            </a:r>
          </a:p>
          <a:p>
            <a:endParaRPr/>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t>{{#id:section:&lt;__BASEFILENAME__&gt;:slide3}}</a:t>
            </a:r>
          </a:p>
          <a:p>
            <a:r>
              <a:t>## &lt;__TITLE__&gt;</a:t>
            </a:r>
          </a:p>
          <a:p>
            <a:endParaRPr/>
          </a:p>
          <a:p>
            <a:r>
              <a:t>実行後は2つのpptxファイルがマージ（結合）されています。</a:t>
            </a:r>
          </a:p>
          <a:p>
            <a:endParaRPr/>
          </a:p>
          <a:p>
            <a:r>
              <a:t>結合だけなので、章・節番号はつきません。</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3618073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t>{{#id:section:&lt;__BASEFILENAME__&gt;:slide4}}</a:t>
            </a:r>
          </a:p>
          <a:p>
            <a:r>
              <a:t>## &lt;__TITLE__&gt;</a:t>
            </a:r>
          </a:p>
          <a:p>
            <a:endParaRPr/>
          </a:p>
          <a:p>
            <a:r>
              <a:t>結合指示書では、output.pptxfilename: に結合後のpptxファイル名を記載し、</a:t>
            </a:r>
          </a:p>
          <a:p>
            <a:r>
              <a:t>procedureセクションに　operation: insertpptx の配列で結合対象ファイルを記載します。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p>
          <a:p>
            <a:endParaRPr/>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0891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30537</TotalTime>
  <Words>1199</Words>
  <Application>Microsoft Office PowerPoint</Application>
  <PresentationFormat>ワイド画面</PresentationFormat>
  <Paragraphs>218</Paragraphs>
  <Slides>4</Slides>
  <Notes>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vt:i4>
      </vt:variant>
    </vt:vector>
  </HeadingPairs>
  <TitlesOfParts>
    <vt:vector size="11"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4108</cp:revision>
  <dcterms:modified xsi:type="dcterms:W3CDTF">2026-05-24T03:11:14Z</dcterms:modified>
</cp:coreProperties>
</file>