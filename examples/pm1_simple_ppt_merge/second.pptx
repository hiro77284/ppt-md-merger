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1789" r:id="rId2"/>
    <p:sldId id="1790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4" autoAdjust="0"/>
    <p:restoredTop sz="66327" autoAdjust="0"/>
  </p:normalViewPr>
  <p:slideViewPr>
    <p:cSldViewPr>
      <p:cViewPr varScale="1">
        <p:scale>
          <a:sx n="83" d="100"/>
          <a:sy n="83" d="100"/>
        </p:scale>
        <p:origin x="120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51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91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</a:t>
            </a:r>
            <a:r>
              <a:rPr lang="ja-JP" altLang="en-US"/>
              <a:t>つめの結合ファイル　</a:t>
            </a:r>
            <a:r>
              <a:rPr lang="en-US" altLang="ja-JP"/>
              <a:t>slide1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7BB37C-F0D5-DFC9-148F-C38003C5F394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1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</a:t>
            </a:r>
            <a:r>
              <a:rPr lang="ja-JP" altLang="en-US"/>
              <a:t>つめの結合ファイル　</a:t>
            </a:r>
            <a:r>
              <a:rPr lang="en-US" altLang="ja-JP"/>
              <a:t>slide2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A4089-1D1F-8C03-F159-76AA1BB3FD5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4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29315</TotalTime>
  <Words>46</Words>
  <Application>Microsoft Office PowerPoint</Application>
  <PresentationFormat>ワイド画面</PresentationFormat>
  <Paragraphs>10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FOT-UD丸ゴ_ラージ Pr6 M</vt:lpstr>
      <vt:lpstr>Arial</vt:lpstr>
      <vt:lpstr>Garamond</vt:lpstr>
      <vt:lpstr>Wingdings</vt:lpstr>
      <vt:lpstr>Edge</vt:lpstr>
      <vt:lpstr>2つめの結合ファイル　slide1</vt:lpstr>
      <vt:lpstr>2つめの結合ファイル　slide2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3997</cp:revision>
  <dcterms:modified xsi:type="dcterms:W3CDTF">2026-05-19T22:45:57Z</dcterms:modified>
</cp:coreProperties>
</file>