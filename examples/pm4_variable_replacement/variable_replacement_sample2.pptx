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"/>
  </p:notesMasterIdLst>
  <p:sldIdLst>
    <p:sldId id="1790" r:id="rId2"/>
    <p:sldId id="1791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CCFF"/>
    <a:srgbClr val="CCECFF"/>
    <a:srgbClr val="99FFCC"/>
    <a:srgbClr val="FFFF00"/>
    <a:srgbClr val="FF6347"/>
    <a:srgbClr val="FF9933"/>
    <a:srgbClr val="CC66FF"/>
    <a:srgbClr val="E34234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5714" autoAdjust="0"/>
  </p:normalViewPr>
  <p:slideViewPr>
    <p:cSldViewPr>
      <p:cViewPr varScale="1">
        <p:scale>
          <a:sx n="132" d="100"/>
          <a:sy n="132" d="100"/>
        </p:scale>
        <p:origin x="1014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7C47-6A9B-253E-89DC-DEEE4DB8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8CA9DB-0BF7-19D5-AD37-A43BBD08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88D59A-C150-C028-8959-BA1B9F9ED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E180F7-81E5-C61A-F577-6D601414D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34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93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0DA0-5634-1D14-F174-1938186B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3BD8A-38F5-4ADC-5578-0E4942CE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218C35-D3D0-4185-2375-9A06EB55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F2B043CC-3ACB-62A7-971F-700AF147958C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C6A11D-84CD-13B8-28D4-CCEBC75E4CFE}"/>
              </a:ext>
            </a:extLst>
          </p:cNvPr>
          <p:cNvSpPr txBox="1"/>
          <p:nvPr/>
        </p:nvSpPr>
        <p:spPr bwMode="auto">
          <a:xfrm>
            <a:off x="6672064" y="2119038"/>
            <a:ext cx="38164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変数名は同じでも、ひとつ前の</a:t>
            </a:r>
            <a:endParaRPr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サンプルとは別な値に置換されます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565F6C-35C1-212B-1209-7536AA8210DD}"/>
              </a:ext>
            </a:extLst>
          </p:cNvPr>
          <p:cNvSpPr txBox="1"/>
          <p:nvPr/>
        </p:nvSpPr>
        <p:spPr bwMode="auto">
          <a:xfrm>
            <a:off x="6918226" y="29725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#NOREPLACE#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741CBE-719B-0ECA-F5A0-7A7A313C8194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{{v:PRODUCT_NAME}}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{{v:PRICE}}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{{v:FEATURE}}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3AC135-09CD-645F-E1C1-15230765961C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66FFFF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5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変数参照サンプル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33CA1C-D8B0-D125-9CDC-CF5C816EACA2}"/>
              </a:ext>
            </a:extLst>
          </p:cNvPr>
          <p:cNvSpPr txBox="1"/>
          <p:nvPr/>
        </p:nvSpPr>
        <p:spPr bwMode="auto">
          <a:xfrm>
            <a:off x="1177166" y="1781618"/>
            <a:ext cx="4918834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商品名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{{v:PRODUCT_NAME}}</a:t>
            </a:r>
            <a:b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価格    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{{v:PRICE}}</a:t>
            </a:r>
            <a:b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　　</a:t>
            </a:r>
            <a:r>
              <a: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 {{v:FEATURE}}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右中かっこ 5">
            <a:extLst>
              <a:ext uri="{FF2B5EF4-FFF2-40B4-BE49-F238E27FC236}">
                <a16:creationId xmlns:a16="http://schemas.microsoft.com/office/drawing/2014/main" id="{F84A2AF2-C8CF-E2B8-2B40-450789EF1321}"/>
              </a:ext>
            </a:extLst>
          </p:cNvPr>
          <p:cNvSpPr/>
          <p:nvPr/>
        </p:nvSpPr>
        <p:spPr bwMode="auto">
          <a:xfrm>
            <a:off x="6023992" y="1775516"/>
            <a:ext cx="432048" cy="1268168"/>
          </a:xfrm>
          <a:prstGeom prst="rightBrace">
            <a:avLst>
              <a:gd name="adj1" fmla="val 28175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454547-9B67-0095-F1DD-D27174BAA098}"/>
              </a:ext>
            </a:extLst>
          </p:cNvPr>
          <p:cNvSpPr txBox="1"/>
          <p:nvPr/>
        </p:nvSpPr>
        <p:spPr bwMode="auto">
          <a:xfrm>
            <a:off x="6672064" y="2126754"/>
            <a:ext cx="3384376" cy="43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置換されました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0E0CCF2-D95E-8E45-D973-E5341B421C40}"/>
              </a:ext>
            </a:extLst>
          </p:cNvPr>
          <p:cNvSpPr/>
          <p:nvPr/>
        </p:nvSpPr>
        <p:spPr bwMode="auto">
          <a:xfrm>
            <a:off x="8472264" y="195005"/>
            <a:ext cx="3393824" cy="499264"/>
          </a:xfrm>
          <a:prstGeom prst="rect">
            <a:avLst/>
          </a:prstGeom>
          <a:solidFill>
            <a:srgbClr val="66FFFF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486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29325</TotalTime>
  <Words>102</Words>
  <Application>Microsoft Office PowerPoint</Application>
  <PresentationFormat>ワイド画面</PresentationFormat>
  <Paragraphs>14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FOT-UD丸ゴ_ラージ Pr6 M</vt:lpstr>
      <vt:lpstr>Arial</vt:lpstr>
      <vt:lpstr>Garamond</vt:lpstr>
      <vt:lpstr>Wingdings</vt:lpstr>
      <vt:lpstr>Edge</vt:lpstr>
      <vt:lpstr>変数参照サンプル</vt:lpstr>
      <vt:lpstr>変数参照サンプル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4028</cp:revision>
  <dcterms:modified xsi:type="dcterms:W3CDTF">2026-05-22T07:13:45Z</dcterms:modified>
</cp:coreProperties>
</file>