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aveSubsetFonts="1">
  <p:sldMasterIdLst>
    <p:sldMasterId id="2147483660" r:id="rId1"/>
  </p:sldMasterIdLst>
  <p:notesMasterIdLst>
    <p:notesMasterId r:id="rId4"/>
  </p:notesMasterIdLst>
  <p:sldIdLst>
    <p:sldId id="1788" r:id="rId2"/>
    <p:sldId id="1782" r:id="rId3"/>
  </p:sldIdLst>
  <p:sldSz cx="12192000" cy="6858000"/>
  <p:notesSz cx="6858000" cy="9144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5pPr>
    <a:lvl6pPr marL="22860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6pPr>
    <a:lvl7pPr marL="27432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7pPr>
    <a:lvl8pPr marL="32004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8pPr>
    <a:lvl9pPr marL="3657600" algn="l" defTabSz="914400" rtl="0" eaLnBrk="1" latinLnBrk="0" hangingPunct="1">
      <a:defRPr kumimoji="1" sz="2000" b="1" kern="1200">
        <a:solidFill>
          <a:schemeClr val="tx1"/>
        </a:solidFill>
        <a:latin typeface="Arial" panose="020B0604020202020204" pitchFamily="34" charset="0"/>
        <a:ea typeface="ＭＳ Ｐゴシック" panose="020B0600070205080204" pitchFamily="50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CCFF"/>
    <a:srgbClr val="CCECFF"/>
    <a:srgbClr val="99FFCC"/>
    <a:srgbClr val="FFFF00"/>
    <a:srgbClr val="FF6347"/>
    <a:srgbClr val="FF9933"/>
    <a:srgbClr val="CC66FF"/>
    <a:srgbClr val="E34234"/>
    <a:srgbClr val="292929"/>
    <a:srgbClr val="FF7F5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16DA210-FB5B-4158-B5E0-FEB733F419BA}" styleName="スタイル (淡色)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294" autoAdjust="0"/>
    <p:restoredTop sz="67932" autoAdjust="0"/>
  </p:normalViewPr>
  <p:slideViewPr>
    <p:cSldViewPr>
      <p:cViewPr varScale="1">
        <p:scale>
          <a:sx n="95" d="100"/>
          <a:sy n="95" d="100"/>
        </p:scale>
        <p:origin x="252" y="6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-1940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4670BC-B8C6-44A7-84E1-23632D8FD86F}" type="datetimeFigureOut">
              <a:rPr kumimoji="1" lang="ja-JP" altLang="en-US" smtClean="0"/>
              <a:t>2026/5/24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10FDB7-3E02-4363-90B3-590B3C26A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353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BIZ UDPゴシック" panose="020B0400000000000000" pitchFamily="50" charset="-128"/>
        <a:ea typeface="BIZ UDPゴシック" panose="020B0400000000000000" pitchFamily="50" charset="-128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rPr lang="en-US" altLang="ja-JP"/>
              <a:t>===BLOCK===</a:t>
            </a:r>
          </a:p>
          <a:p>
            <a:r>
              <a:rPr lang="en-US" altLang="ja-JP"/>
              <a:t>{{BLOCK:IMAGE}}</a:t>
            </a:r>
          </a:p>
          <a:p>
            <a:endParaRPr lang="en-US" altLang="ja-JP"/>
          </a:p>
          <a:p>
            <a:r>
              <a:rPr lang="en-US" altLang="ja-JP"/>
              <a:t>export-image-mode: slide_with_rectpct</a:t>
            </a:r>
          </a:p>
          <a:p>
            <a:r>
              <a:rPr lang="en-US" altLang="ja-JP"/>
              <a:t>export-image-target: keyvisual</a:t>
            </a:r>
          </a:p>
          <a:p>
            <a:r>
              <a:rPr lang="en-US" altLang="ja-JP"/>
              <a:t>export-image: extracted/figures/&lt;__BASEFILENAME__&gt;_keyvisual.png</a:t>
            </a:r>
          </a:p>
          <a:p>
            <a:endParaRPr lang="en-US" altLang="ja-JP"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変数置換はスライド上に差し替え可能なプレースホルダーを用意しておき、設定ファイルの変数でそれを差し替え表示することです。</a:t>
            </a:r>
          </a:p>
          <a:p>
            <a:endParaRPr/>
          </a:p>
          <a:p>
            <a:r>
              <a:t>変数の有効範囲はファイル全体に適用することも、1つのoperation限定で適用することもできます。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ja-JP"/>
              <a:t>![](figures/&lt;__BASEFILENAME__&gt;_keyvisual.png){ width=90% }</a:t>
            </a:r>
          </a:p>
          <a:p>
            <a:endParaRPr lang="en-US"/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96127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E689E0-5E9B-472B-B7BD-AE64F38D6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738CB1-D726-F896-0A9D-2C54040B70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E1986DB-D5D8-73F3-72B8-6E68FB13E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NOTE_CONTENT_FORMAT: 1.0</a:t>
            </a:r>
          </a:p>
          <a:p>
            <a:endParaRPr/>
          </a:p>
          <a:p>
            <a:r>
              <a:t>===BLOCK===</a:t>
            </a:r>
          </a:p>
          <a:p>
            <a:r>
              <a:t>{{BLOCK:IMAGE}}</a:t>
            </a:r>
          </a:p>
          <a:p>
            <a:endParaRPr/>
          </a:p>
          <a:p>
            <a:r>
              <a:t>export-image-mode: slide_with_rectpct</a:t>
            </a:r>
          </a:p>
          <a:p>
            <a:r>
              <a:t>export-image-target: exportrange</a:t>
            </a:r>
          </a:p>
          <a:p>
            <a:r>
              <a:rPr lang="en-US"/>
              <a:t>export-image: extracted/figures/&lt;__BASEFILENAME__&gt;_slide&lt;__SLIDENUM__&gt;_fig.png</a:t>
            </a:r>
          </a:p>
          <a:p>
            <a:endParaRPr/>
          </a:p>
          <a:p>
            <a:r>
              <a:t>===BLOCK===</a:t>
            </a:r>
          </a:p>
          <a:p>
            <a:r>
              <a:t>{{BLOCK:MD:LONG}}</a:t>
            </a:r>
          </a:p>
          <a:p>
            <a:endParaRPr/>
          </a:p>
          <a:p>
            <a:r>
              <a:rPr lang="en-US"/>
              <a:t>export-note: extracted/&lt;__BASEFILENAME__&gt;_slide&lt;__SLIDENUM__&gt;_md.md</a:t>
            </a:r>
          </a:p>
          <a:p>
            <a:r>
              <a:rPr lang="en-US"/>
              <a:t>{{#id:section:&lt;__BASEFILENAME__&gt;:slide&lt;__SLIDENUM__&gt;}}</a:t>
            </a:r>
          </a:p>
          <a:p>
            <a:r>
              <a:t>## &lt;__TITLE__&gt;</a:t>
            </a:r>
          </a:p>
          <a:p>
            <a:endParaRPr/>
          </a:p>
          <a:p>
            <a:r>
              <a:t>結合指示書の vars: セクションで変数を定義します。</a:t>
            </a:r>
          </a:p>
          <a:p>
            <a:endParaRPr/>
          </a:p>
          <a:p>
            <a:r>
              <a:t>procedure外で定義するとすべてのoperationで有効になり、operationで定義するとそのoperationでだけ有効です。</a:t>
            </a:r>
          </a:p>
          <a:p>
            <a:endParaRPr/>
          </a:p>
          <a:p>
            <a:r>
              <a:t>グローバルな設定をoperation で上書きすることもできます。</a:t>
            </a:r>
          </a:p>
          <a:p>
            <a:endParaRPr/>
          </a:p>
          <a:p>
            <a:endParaRPr/>
          </a:p>
          <a:p>
            <a:r>
              <a:t>```{=latex}</a:t>
            </a:r>
          </a:p>
          <a:p>
            <a:r>
              <a:t>\begin{center}</a:t>
            </a:r>
          </a:p>
          <a:p>
            <a:r>
              <a:t>```</a:t>
            </a:r>
          </a:p>
          <a:p>
            <a:endParaRPr/>
          </a:p>
          <a:p>
            <a:r>
              <a:rPr lang="en-US"/>
              <a:t>![](figures/&lt;__BASEFILENAME__&gt;_slide&lt;__SLIDENUM__&gt;_fig.png){ width=95% }</a:t>
            </a:r>
          </a:p>
          <a:p>
            <a:endParaRPr/>
          </a:p>
          <a:p>
            <a:r>
              <a:t>```{=latex}</a:t>
            </a:r>
          </a:p>
          <a:p>
            <a:r>
              <a:t>\end{center}</a:t>
            </a:r>
          </a:p>
          <a:p>
            <a:r>
              <a:t>```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195BA2A-49CF-5F98-CF1C-E12A268E7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A10FDB7-3E02-4363-90B3-590B3C26A88D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17753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ctrTitle"/>
          </p:nvPr>
        </p:nvSpPr>
        <p:spPr>
          <a:xfrm>
            <a:off x="1007436" y="1524000"/>
            <a:ext cx="10164233" cy="1752600"/>
          </a:xfrm>
        </p:spPr>
        <p:txBody>
          <a:bodyPr/>
          <a:lstStyle>
            <a:lvl1pPr>
              <a:defRPr sz="4200">
                <a:solidFill>
                  <a:schemeClr val="tx2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  <a:endParaRPr lang="en-US" altLang="ja-JP" dirty="0"/>
          </a:p>
        </p:txBody>
      </p:sp>
      <p:sp>
        <p:nvSpPr>
          <p:cNvPr id="10243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3407834" y="3962400"/>
            <a:ext cx="7971367" cy="1752600"/>
          </a:xfrm>
          <a:prstGeom prst="rect">
            <a:avLst/>
          </a:prstGeom>
        </p:spPr>
        <p:txBody>
          <a:bodyPr/>
          <a:lstStyle>
            <a:lvl1pPr marL="0" indent="0">
              <a:buFont typeface="Wingdings" pitchFamily="2" charset="2"/>
              <a:buNone/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サブタイトルの書式設定</a:t>
            </a:r>
            <a:endParaRPr lang="en-US" altLang="ja-JP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254D289-857E-022B-E722-6C7257F338BE}"/>
              </a:ext>
            </a:extLst>
          </p:cNvPr>
          <p:cNvSpPr/>
          <p:nvPr userDrawn="1"/>
        </p:nvSpPr>
        <p:spPr bwMode="auto">
          <a:xfrm>
            <a:off x="3312000" y="3666171"/>
            <a:ext cx="8328616" cy="91135"/>
          </a:xfrm>
          <a:prstGeom prst="roundRect">
            <a:avLst>
              <a:gd name="adj" fmla="val 49227"/>
            </a:avLst>
          </a:prstGeom>
          <a:solidFill>
            <a:srgbClr val="339966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203523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648072"/>
          </a:xfrm>
        </p:spPr>
        <p:txBody>
          <a:bodyPr/>
          <a:lstStyle>
            <a:lvl1pPr>
              <a:defRPr sz="2800" b="1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sp>
        <p:nvSpPr>
          <p:cNvPr id="3" name="コンテンツ プレースホルダ 2"/>
          <p:cNvSpPr>
            <a:spLocks noGrp="1"/>
          </p:cNvSpPr>
          <p:nvPr>
            <p:ph idx="1"/>
          </p:nvPr>
        </p:nvSpPr>
        <p:spPr>
          <a:xfrm>
            <a:off x="609600" y="980728"/>
            <a:ext cx="10972800" cy="5256584"/>
          </a:xfrm>
          <a:prstGeom prst="rect">
            <a:avLst/>
          </a:prstGeom>
        </p:spPr>
        <p:txBody>
          <a:bodyPr/>
          <a:lstStyle>
            <a:lvl1pPr marL="342900" indent="-342900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669925" indent="-3254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 marL="1022350" indent="-350838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 marL="1339850" indent="-315913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 marL="1681163" indent="-339725">
              <a:lnSpc>
                <a:spcPct val="150000"/>
              </a:lnSpc>
              <a:buClr>
                <a:schemeClr val="tx1">
                  <a:lumMod val="75000"/>
                  <a:lumOff val="25000"/>
                </a:schemeClr>
              </a:buClr>
              <a:buSzPct val="100000"/>
              <a:buFont typeface="Wingdings" panose="05000000000000000000" pitchFamily="2" charset="2"/>
              <a:buChar char="n"/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8" name="Rectangle 6">
            <a:extLst>
              <a:ext uri="{FF2B5EF4-FFF2-40B4-BE49-F238E27FC236}">
                <a16:creationId xmlns:a16="http://schemas.microsoft.com/office/drawing/2014/main" id="{6BB55BAD-460C-3254-9DE7-B95DC62378A8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3575642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VTW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F7DC264F-9A8B-8BC9-4FFA-4238A27ED534}"/>
              </a:ext>
            </a:extLst>
          </p:cNvPr>
          <p:cNvCxnSpPr>
            <a:cxnSpLocks/>
          </p:cNvCxnSpPr>
          <p:nvPr/>
        </p:nvCxnSpPr>
        <p:spPr bwMode="auto">
          <a:xfrm>
            <a:off x="301057" y="833306"/>
            <a:ext cx="11616074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4" name="タイトル 1">
            <a:extLst>
              <a:ext uri="{FF2B5EF4-FFF2-40B4-BE49-F238E27FC236}">
                <a16:creationId xmlns:a16="http://schemas.microsoft.com/office/drawing/2014/main" id="{5ED325D3-3CCE-5405-EA2A-09E70E70C4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98656" y="260648"/>
            <a:ext cx="10957984" cy="501352"/>
          </a:xfr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ja-JP" altLang="en-US" dirty="0"/>
          </a:p>
        </p:txBody>
      </p:sp>
      <p:sp>
        <p:nvSpPr>
          <p:cNvPr id="3" name="Rectangle 5">
            <a:extLst>
              <a:ext uri="{FF2B5EF4-FFF2-40B4-BE49-F238E27FC236}">
                <a16:creationId xmlns:a16="http://schemas.microsoft.com/office/drawing/2014/main" id="{62F59FD7-9291-23C8-03A9-329B4C15CFF6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7348" y="6640021"/>
            <a:ext cx="5048251" cy="208483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1917820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ja-JP" altLang="en-US" dirty="0"/>
              <a:t>マスター タイトルの書式設定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0DDA252F-B76B-2A98-8A15-68FEF4A206C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554182" y="953621"/>
            <a:ext cx="11083636" cy="0"/>
          </a:xfrm>
          <a:prstGeom prst="line">
            <a:avLst/>
          </a:prstGeom>
          <a:solidFill>
            <a:srgbClr val="CCFFFF"/>
          </a:solidFill>
          <a:ln w="28575" cap="flat" cmpd="sng" algn="ctr">
            <a:solidFill>
              <a:srgbClr val="00CC66"/>
            </a:solidFill>
            <a:prstDash val="solid"/>
            <a:round/>
            <a:headEnd type="none" w="med" len="med"/>
            <a:tailEnd type="none" w="med" len="med"/>
          </a:ln>
          <a:effectLst/>
        </p:spPr>
      </p:cxnSp>
      <p:sp>
        <p:nvSpPr>
          <p:cNvPr id="7" name="Rectangle 5">
            <a:extLst>
              <a:ext uri="{FF2B5EF4-FFF2-40B4-BE49-F238E27FC236}">
                <a16:creationId xmlns:a16="http://schemas.microsoft.com/office/drawing/2014/main" id="{83FEA43B-F379-CB8A-0CC1-34E310D7DF90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27F33519-DE7B-1578-63B1-C7F9384DEEE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509809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5">
            <a:extLst>
              <a:ext uri="{FF2B5EF4-FFF2-40B4-BE49-F238E27FC236}">
                <a16:creationId xmlns:a16="http://schemas.microsoft.com/office/drawing/2014/main" id="{CCA1F410-EAC2-3B54-16CE-1F8AD3A2927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79E8B39C-04D2-1AF7-9927-F5F6D4CA6FE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9083437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コンテンツ プレースホルダ 1"/>
          <p:cNvSpPr>
            <a:spLocks noGrp="1"/>
          </p:cNvSpPr>
          <p:nvPr>
            <p:ph/>
          </p:nvPr>
        </p:nvSpPr>
        <p:spPr>
          <a:xfrm>
            <a:off x="609600" y="277813"/>
            <a:ext cx="10972800" cy="5853112"/>
          </a:xfrm>
          <a:prstGeom prst="rect">
            <a:avLst/>
          </a:prstGeom>
        </p:spPr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lang="ja-JP" altLang="en-US" dirty="0"/>
              <a:t>マスター テキストの書式設定</a:t>
            </a:r>
          </a:p>
          <a:p>
            <a:pPr lvl="1"/>
            <a:r>
              <a:rPr lang="ja-JP" altLang="en-US" dirty="0"/>
              <a:t>第 </a:t>
            </a:r>
            <a:r>
              <a:rPr lang="en-US" altLang="ja-JP" dirty="0"/>
              <a:t>2 </a:t>
            </a:r>
            <a:r>
              <a:rPr lang="ja-JP" altLang="en-US" dirty="0"/>
              <a:t>レベル</a:t>
            </a:r>
          </a:p>
          <a:p>
            <a:pPr lvl="2"/>
            <a:r>
              <a:rPr lang="ja-JP" altLang="en-US" dirty="0"/>
              <a:t>第 </a:t>
            </a:r>
            <a:r>
              <a:rPr lang="en-US" altLang="ja-JP" dirty="0"/>
              <a:t>3 </a:t>
            </a:r>
            <a:r>
              <a:rPr lang="ja-JP" altLang="en-US" dirty="0"/>
              <a:t>レベル</a:t>
            </a:r>
          </a:p>
          <a:p>
            <a:pPr lvl="3"/>
            <a:r>
              <a:rPr lang="ja-JP" altLang="en-US" dirty="0"/>
              <a:t>第 </a:t>
            </a:r>
            <a:r>
              <a:rPr lang="en-US" altLang="ja-JP" dirty="0"/>
              <a:t>4 </a:t>
            </a:r>
            <a:r>
              <a:rPr lang="ja-JP" altLang="en-US" dirty="0"/>
              <a:t>レベル</a:t>
            </a:r>
          </a:p>
          <a:p>
            <a:pPr lvl="4"/>
            <a:r>
              <a:rPr lang="ja-JP" altLang="en-US" dirty="0"/>
              <a:t>第 </a:t>
            </a:r>
            <a:r>
              <a:rPr lang="en-US" altLang="ja-JP" dirty="0"/>
              <a:t>5 </a:t>
            </a:r>
            <a:r>
              <a:rPr lang="ja-JP" altLang="en-US" dirty="0"/>
              <a:t>レベル</a:t>
            </a:r>
          </a:p>
        </p:txBody>
      </p:sp>
      <p:sp>
        <p:nvSpPr>
          <p:cNvPr id="6" name="Rectangle 6">
            <a:extLst>
              <a:ext uri="{FF2B5EF4-FFF2-40B4-BE49-F238E27FC236}">
                <a16:creationId xmlns:a16="http://schemas.microsoft.com/office/drawing/2014/main" id="{101701D8-2655-4364-A1CC-F63E88A9B83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5" name="Rectangle 5">
            <a:extLst>
              <a:ext uri="{FF2B5EF4-FFF2-40B4-BE49-F238E27FC236}">
                <a16:creationId xmlns:a16="http://schemas.microsoft.com/office/drawing/2014/main" id="{DAFE0410-6CDA-6DC1-4B56-83230C71018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119336" y="6555804"/>
            <a:ext cx="5048251" cy="252264"/>
          </a:xfrm>
          <a:prstGeom prst="rect">
            <a:avLst/>
          </a:prstGeom>
        </p:spPr>
        <p:txBody>
          <a:bodyPr/>
          <a:lstStyle>
            <a:lvl1pPr>
              <a:defRPr sz="9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954691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898656" y="260648"/>
            <a:ext cx="10957984" cy="5013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ja-JP" dirty="0" err="1"/>
              <a:t>マスタ</a:t>
            </a:r>
            <a:r>
              <a:rPr lang="en-US" altLang="ja-JP" dirty="0"/>
              <a:t> </a:t>
            </a:r>
            <a:r>
              <a:rPr lang="en-US" altLang="ja-JP" dirty="0" err="1"/>
              <a:t>タイトルの書式設定</a:t>
            </a:r>
            <a:endParaRPr lang="en-US" altLang="ja-JP" dirty="0"/>
          </a:p>
        </p:txBody>
      </p:sp>
      <p:sp>
        <p:nvSpPr>
          <p:cNvPr id="2" name="Rectangle 6">
            <a:extLst>
              <a:ext uri="{FF2B5EF4-FFF2-40B4-BE49-F238E27FC236}">
                <a16:creationId xmlns:a16="http://schemas.microsoft.com/office/drawing/2014/main" id="{91A1ECCD-F85D-D247-549B-2E41B84C18AE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>
          <a:xfrm>
            <a:off x="10704511" y="6381328"/>
            <a:ext cx="1500651" cy="457200"/>
          </a:xfrm>
          <a:prstGeom prst="rect">
            <a:avLst/>
          </a:prstGeom>
        </p:spPr>
        <p:txBody>
          <a:bodyPr/>
          <a:lstStyle>
            <a:lvl1pPr algn="r"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D2D8002D-B5B0-4BAC-B1F6-782DDCCE6D9C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1553269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8" r:id="rId3"/>
    <p:sldLayoutId id="2147483664" r:id="rId4"/>
    <p:sldLayoutId id="2147483666" r:id="rId5"/>
    <p:sldLayoutId id="2147483667" r:id="rId6"/>
  </p:sldLayoutIdLst>
  <p:hf sldNum="0" hdr="0" dt="0"/>
  <p:txStyles>
    <p:titleStyle>
      <a:lvl1pPr algn="l" rtl="0" eaLnBrk="1" fontAlgn="base" hangingPunct="1">
        <a:spcBef>
          <a:spcPct val="0"/>
        </a:spcBef>
        <a:spcAft>
          <a:spcPct val="0"/>
        </a:spcAft>
        <a:defRPr kumimoji="1" sz="2800" b="1">
          <a:solidFill>
            <a:schemeClr val="tx2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  <a:lvl2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2pPr>
      <a:lvl3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3pPr>
      <a:lvl4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4pPr>
      <a:lvl5pPr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5pPr>
      <a:lvl6pPr marL="4572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6pPr>
      <a:lvl7pPr marL="9144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7pPr>
      <a:lvl8pPr marL="13716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8pPr>
      <a:lvl9pPr marL="1828800" algn="l" rtl="0" eaLnBrk="1" fontAlgn="base" hangingPunct="1">
        <a:spcBef>
          <a:spcPct val="0"/>
        </a:spcBef>
        <a:spcAft>
          <a:spcPct val="0"/>
        </a:spcAft>
        <a:defRPr kumimoji="1" sz="3400">
          <a:solidFill>
            <a:schemeClr val="tx2"/>
          </a:solidFill>
          <a:latin typeface="Garamond" pitchFamily="18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20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  <a:cs typeface="+mn-cs"/>
        </a:defRPr>
      </a:lvl1pPr>
      <a:lvl2pPr marL="669925" indent="-3254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0000"/>
        <a:buFont typeface="Wingdings" panose="05000000000000000000" pitchFamily="2" charset="2"/>
        <a:buChar char="n"/>
        <a:defRPr kumimoji="1" sz="18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2pPr>
      <a:lvl3pPr marL="1022350" indent="-350838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65000"/>
        <a:buFont typeface="Wingdings" panose="05000000000000000000" pitchFamily="2" charset="2"/>
        <a:buChar char="n"/>
        <a:defRPr kumimoji="1" sz="16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3pPr>
      <a:lvl4pPr marL="1339850" indent="-315913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0000"/>
        <a:buFont typeface="Wingdings" panose="05000000000000000000" pitchFamily="2" charset="2"/>
        <a:buChar char="n"/>
        <a:defRPr kumimoji="1" sz="14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4pPr>
      <a:lvl5pPr marL="1681163" indent="-339725" algn="l" rtl="0" eaLnBrk="1" fontAlgn="base" hangingPunct="1">
        <a:lnSpc>
          <a:spcPct val="150000"/>
        </a:lnSpc>
        <a:spcBef>
          <a:spcPct val="20000"/>
        </a:spcBef>
        <a:spcAft>
          <a:spcPct val="0"/>
        </a:spcAft>
        <a:buClr>
          <a:schemeClr val="tx1">
            <a:lumMod val="75000"/>
            <a:lumOff val="25000"/>
          </a:schemeClr>
        </a:buClr>
        <a:buSzPct val="75000"/>
        <a:buFont typeface="Wingdings" panose="05000000000000000000" pitchFamily="2" charset="2"/>
        <a:buChar char="n"/>
        <a:defRPr kumimoji="1" sz="1200" b="1">
          <a:solidFill>
            <a:schemeClr val="tx1"/>
          </a:solidFill>
          <a:latin typeface="FOT-UD丸ゴ_ラージ Pr6 M" panose="02020400000000000000" pitchFamily="18" charset="-128"/>
          <a:ea typeface="FOT-UD丸ゴ_ラージ Pr6 M" panose="02020400000000000000" pitchFamily="18" charset="-128"/>
        </a:defRPr>
      </a:lvl5pPr>
      <a:lvl6pPr marL="21383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6pPr>
      <a:lvl7pPr marL="25955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7pPr>
      <a:lvl8pPr marL="30527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8pPr>
      <a:lvl9pPr marL="3509963" indent="-339725" algn="l" rtl="0" eaLnBrk="1" fontAlgn="base" hangingPunct="1">
        <a:spcBef>
          <a:spcPct val="20000"/>
        </a:spcBef>
        <a:spcAft>
          <a:spcPct val="0"/>
        </a:spcAft>
        <a:buClr>
          <a:srgbClr val="0000CC"/>
        </a:buClr>
        <a:buSzPct val="75000"/>
        <a:buFont typeface="Wingdings" pitchFamily="2" charset="2"/>
        <a:buChar char="§"/>
        <a:defRPr kumimoji="1"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xportrange">
            <a:extLst>
              <a:ext uri="{FF2B5EF4-FFF2-40B4-BE49-F238E27FC236}">
                <a16:creationId xmlns:a16="http://schemas.microsoft.com/office/drawing/2014/main" id="{DE4AFCE4-7D71-B7C7-B968-F1E012697831}"/>
              </a:ext>
            </a:extLst>
          </p:cNvPr>
          <p:cNvSpPr/>
          <p:nvPr/>
        </p:nvSpPr>
        <p:spPr bwMode="auto">
          <a:xfrm>
            <a:off x="623392" y="912997"/>
            <a:ext cx="10824782" cy="1911303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5" name="keyvisual">
            <a:extLst>
              <a:ext uri="{FF2B5EF4-FFF2-40B4-BE49-F238E27FC236}">
                <a16:creationId xmlns:a16="http://schemas.microsoft.com/office/drawing/2014/main" id="{56EF38CC-AF54-1080-2868-D3D855DAD9FA}"/>
              </a:ext>
            </a:extLst>
          </p:cNvPr>
          <p:cNvSpPr/>
          <p:nvPr/>
        </p:nvSpPr>
        <p:spPr bwMode="auto">
          <a:xfrm>
            <a:off x="911424" y="2904486"/>
            <a:ext cx="10536750" cy="3682408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F2C10AA-AFC9-04E7-6FD9-0422F71628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スライド中の変数置換</a:t>
            </a:r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9D9D1AEB-A653-E353-2924-C43207266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</a:t>
            </a:r>
            <a:r>
              <a:rPr lang="en-US" altLang="ja-JP"/>
              <a:t>Kaimai Mizuhiro</a:t>
            </a:r>
            <a:endParaRPr lang="ja-JP" altLang="en-US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4A9E561F-3202-EC6B-A845-34025BBBBFCE}"/>
              </a:ext>
            </a:extLst>
          </p:cNvPr>
          <p:cNvSpPr txBox="1"/>
          <p:nvPr/>
        </p:nvSpPr>
        <p:spPr bwMode="auto">
          <a:xfrm>
            <a:off x="2686070" y="1916832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pptmdmerge   pptmerge variable_replacement_recipe.yaml  --force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EE0158F8-3118-DE46-AA56-1D8CABAF59F4}"/>
              </a:ext>
            </a:extLst>
          </p:cNvPr>
          <p:cNvSpPr txBox="1"/>
          <p:nvPr/>
        </p:nvSpPr>
        <p:spPr bwMode="auto">
          <a:xfrm>
            <a:off x="739026" y="1916832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起動コマンド例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12C02D-E7B8-7F68-10F1-94D7D353FDA0}"/>
              </a:ext>
            </a:extLst>
          </p:cNvPr>
          <p:cNvSpPr txBox="1"/>
          <p:nvPr/>
        </p:nvSpPr>
        <p:spPr bwMode="auto">
          <a:xfrm>
            <a:off x="2686070" y="1042744"/>
            <a:ext cx="250256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7FE60B26-1C28-91A1-533D-80CB752E0150}"/>
              </a:ext>
            </a:extLst>
          </p:cNvPr>
          <p:cNvSpPr txBox="1"/>
          <p:nvPr/>
        </p:nvSpPr>
        <p:spPr bwMode="auto">
          <a:xfrm>
            <a:off x="739026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サブコマンド名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B27F4962-5E63-7FA3-1DEE-0DC3FD751080}"/>
              </a:ext>
            </a:extLst>
          </p:cNvPr>
          <p:cNvSpPr txBox="1"/>
          <p:nvPr/>
        </p:nvSpPr>
        <p:spPr bwMode="auto">
          <a:xfrm>
            <a:off x="739026" y="148478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機能概要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0D7BFA0D-1443-45A8-6C2B-3DCA36B4EDFB}"/>
              </a:ext>
            </a:extLst>
          </p:cNvPr>
          <p:cNvSpPr txBox="1"/>
          <p:nvPr/>
        </p:nvSpPr>
        <p:spPr bwMode="auto">
          <a:xfrm>
            <a:off x="2686070" y="1484784"/>
            <a:ext cx="830647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変数を定義しておき、スライドでそれを参照して置換する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09071F12-387C-5A22-939B-F2200B79350D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kumimoji="1" lang="en-US" altLang="ja-JP" sz="1100" b="1" i="0" u="none" strike="noStrike" cap="none" normalizeH="0" baseline="0">
                <a:ln>
                  <a:noFill/>
                </a:ln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</a:t>
            </a:r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__FILENAME__&gt;</a:t>
            </a:r>
            <a:endParaRPr kumimoji="1" lang="ja-JP" altLang="en-US" sz="1100" b="1" i="0" u="none" strike="noStrike" cap="none" normalizeH="0" baseline="0" dirty="0">
              <a:ln>
                <a:noFill/>
              </a:ln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D945FCB6-CA3A-FC29-44E0-9550E5D3849C}"/>
              </a:ext>
            </a:extLst>
          </p:cNvPr>
          <p:cNvSpPr txBox="1"/>
          <p:nvPr/>
        </p:nvSpPr>
        <p:spPr bwMode="auto">
          <a:xfrm>
            <a:off x="2686070" y="2338265"/>
            <a:ext cx="8306475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>
            <a:defPPr>
              <a:defRPr lang="en-US"/>
            </a:defPPr>
            <a:lvl1pPr>
              <a:defRPr sz="1600" kern="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lang="en-US" altLang="ja-JP"/>
              <a:t>"vars"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D24990FC-3ADD-D38C-1E73-075BCF1E9CDF}"/>
              </a:ext>
            </a:extLst>
          </p:cNvPr>
          <p:cNvSpPr txBox="1"/>
          <p:nvPr/>
        </p:nvSpPr>
        <p:spPr bwMode="auto">
          <a:xfrm>
            <a:off x="739026" y="2338265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関連キーワード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FFE381D9-F00C-E5BA-3584-ABDCA945B09F}"/>
              </a:ext>
            </a:extLst>
          </p:cNvPr>
          <p:cNvSpPr txBox="1"/>
          <p:nvPr/>
        </p:nvSpPr>
        <p:spPr bwMode="auto">
          <a:xfrm>
            <a:off x="5471509" y="1042744"/>
            <a:ext cx="1828582" cy="33855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ja-JP" altLang="en-US" sz="1600" kern="0">
                <a:solidFill>
                  <a:schemeClr val="bg1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サンプルフォルダ</a:t>
            </a:r>
            <a:endParaRPr kumimoji="1" lang="en-US" altLang="ja-JP" sz="1600" kern="0">
              <a:solidFill>
                <a:schemeClr val="bg1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12491889-C51E-5A48-83B2-129353663E72}"/>
              </a:ext>
            </a:extLst>
          </p:cNvPr>
          <p:cNvSpPr txBox="1"/>
          <p:nvPr/>
        </p:nvSpPr>
        <p:spPr bwMode="auto">
          <a:xfrm>
            <a:off x="7582968" y="1042744"/>
            <a:ext cx="3865206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6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pm4_variable_replacement</a:t>
            </a:r>
            <a:endParaRPr kumimoji="1" lang="en-US" altLang="ja-JP" sz="16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5ECCD28-F21A-5979-5AEB-7DC63745607E}"/>
              </a:ext>
            </a:extLst>
          </p:cNvPr>
          <p:cNvSpPr txBox="1"/>
          <p:nvPr/>
        </p:nvSpPr>
        <p:spPr bwMode="auto">
          <a:xfrm>
            <a:off x="3249738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EA429F61-C407-CDE7-8053-C253DF01AB6D}"/>
              </a:ext>
            </a:extLst>
          </p:cNvPr>
          <p:cNvSpPr/>
          <p:nvPr/>
        </p:nvSpPr>
        <p:spPr bwMode="auto">
          <a:xfrm>
            <a:off x="1061448" y="3717032"/>
            <a:ext cx="2974029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{{v:TARGET}}</a:t>
            </a:r>
          </a:p>
          <a:p>
            <a:pPr marL="0" marR="0" indent="0" defTabSz="914400" rtl="0" eaLnBrk="1" fontAlgn="base" latinLnBrk="0" hangingPunct="1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</a:t>
            </a:r>
            <a:r>
              <a:rPr kumimoji="1" lang="en-US" altLang="ja-JP" sz="20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{{v:PLAN}}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C4888BB-B62B-EF45-4AE1-132112A9B4CA}"/>
              </a:ext>
            </a:extLst>
          </p:cNvPr>
          <p:cNvSpPr/>
          <p:nvPr/>
        </p:nvSpPr>
        <p:spPr bwMode="auto">
          <a:xfrm>
            <a:off x="4775124" y="5512303"/>
            <a:ext cx="2641750" cy="99440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TARGET=20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18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marR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1" lang="en-US" altLang="ja-JP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PLAN</a:t>
            </a:r>
            <a:r>
              <a:rPr kumimoji="1" lang="ja-JP" altLang="en-US" sz="1800" b="1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＝極上スイーツ</a:t>
            </a:r>
            <a:endParaRPr kumimoji="1" lang="ja-JP" altLang="en-US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85F7FCE7-2796-E34F-A961-6FDEED087D6D}"/>
              </a:ext>
            </a:extLst>
          </p:cNvPr>
          <p:cNvCxnSpPr>
            <a:cxnSpLocks/>
          </p:cNvCxnSpPr>
          <p:nvPr/>
        </p:nvCxnSpPr>
        <p:spPr bwMode="auto">
          <a:xfrm>
            <a:off x="4217512" y="4316654"/>
            <a:ext cx="3640671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69" name="テキスト ボックス 68">
            <a:extLst>
              <a:ext uri="{FF2B5EF4-FFF2-40B4-BE49-F238E27FC236}">
                <a16:creationId xmlns:a16="http://schemas.microsoft.com/office/drawing/2014/main" id="{3ED2D831-6256-6272-378F-71BB32597F50}"/>
              </a:ext>
            </a:extLst>
          </p:cNvPr>
          <p:cNvSpPr txBox="1"/>
          <p:nvPr/>
        </p:nvSpPr>
        <p:spPr bwMode="auto">
          <a:xfrm>
            <a:off x="1193447" y="3053428"/>
            <a:ext cx="2776031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スライド上で変数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プレースホルダーを用意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0255D22-F972-7CBB-AA15-5D7513219D70}"/>
              </a:ext>
            </a:extLst>
          </p:cNvPr>
          <p:cNvSpPr txBox="1"/>
          <p:nvPr/>
        </p:nvSpPr>
        <p:spPr bwMode="auto">
          <a:xfrm>
            <a:off x="8465209" y="3068960"/>
            <a:ext cx="2572682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プレースホルダーが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置換される</a:t>
            </a: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548904F-E724-260A-1746-729F976E887D}"/>
              </a:ext>
            </a:extLst>
          </p:cNvPr>
          <p:cNvSpPr txBox="1"/>
          <p:nvPr/>
        </p:nvSpPr>
        <p:spPr bwMode="auto">
          <a:xfrm>
            <a:off x="4583832" y="5130355"/>
            <a:ext cx="3008819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結合指示書上の変数値</a:t>
            </a:r>
            <a:r>
              <a:rPr kumimoji="1"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設定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B7E886BB-4628-02F0-47F7-7E15E2B92342}"/>
              </a:ext>
            </a:extLst>
          </p:cNvPr>
          <p:cNvSpPr/>
          <p:nvPr/>
        </p:nvSpPr>
        <p:spPr bwMode="auto">
          <a:xfrm>
            <a:off x="8222524" y="3717032"/>
            <a:ext cx="3058052" cy="1062575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客層： </a:t>
            </a:r>
            <a:r>
              <a:rPr lang="en-US" altLang="ja-JP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20</a:t>
            </a: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代女性</a:t>
            </a:r>
            <a:endParaRPr kumimoji="1" lang="en-US" altLang="ja-JP" sz="2000" b="1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eaLnBrk="1" hangingPunct="1">
              <a:lnSpc>
                <a:spcPct val="150000"/>
              </a:lnSpc>
            </a:pPr>
            <a:r>
              <a:rPr lang="ja-JP" altLang="en-US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主力商品： 極上スイーツ</a:t>
            </a: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6" name="テキスト ボックス 45">
            <a:extLst>
              <a:ext uri="{FF2B5EF4-FFF2-40B4-BE49-F238E27FC236}">
                <a16:creationId xmlns:a16="http://schemas.microsoft.com/office/drawing/2014/main" id="{65ADDF4B-0865-CBE0-8725-99EE9BAB1DFD}"/>
              </a:ext>
            </a:extLst>
          </p:cNvPr>
          <p:cNvSpPr txBox="1"/>
          <p:nvPr/>
        </p:nvSpPr>
        <p:spPr bwMode="auto">
          <a:xfrm>
            <a:off x="5086987" y="3865064"/>
            <a:ext cx="2018026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kumimoji="1" lang="en-US" altLang="ja-JP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pptmerge</a:t>
            </a:r>
            <a:endParaRPr kumimoji="1" lang="ja-JP" altLang="en-US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DFA8DFE6-F599-F6BF-7D5A-22D028CDA1F1}"/>
              </a:ext>
            </a:extLst>
          </p:cNvPr>
          <p:cNvSpPr txBox="1"/>
          <p:nvPr/>
        </p:nvSpPr>
        <p:spPr bwMode="auto">
          <a:xfrm>
            <a:off x="4957956" y="4347780"/>
            <a:ext cx="226057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ja-JP" altLang="en-US" sz="18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変数部分を置換する</a:t>
            </a:r>
            <a:endParaRPr kumimoji="1" lang="en-US" altLang="ja-JP" sz="18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50" name="直線矢印コネクタ 49">
            <a:extLst>
              <a:ext uri="{FF2B5EF4-FFF2-40B4-BE49-F238E27FC236}">
                <a16:creationId xmlns:a16="http://schemas.microsoft.com/office/drawing/2014/main" id="{BCEF55E6-67C6-0032-BD28-40C51980C321}"/>
              </a:ext>
            </a:extLst>
          </p:cNvPr>
          <p:cNvCxnSpPr>
            <a:cxnSpLocks/>
          </p:cNvCxnSpPr>
          <p:nvPr/>
        </p:nvCxnSpPr>
        <p:spPr bwMode="auto">
          <a:xfrm flipV="1">
            <a:off x="6037847" y="4717112"/>
            <a:ext cx="0" cy="390325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11654283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2B8CEF-EB1F-92D8-20E7-01D60BF240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exportrange">
            <a:extLst>
              <a:ext uri="{FF2B5EF4-FFF2-40B4-BE49-F238E27FC236}">
                <a16:creationId xmlns:a16="http://schemas.microsoft.com/office/drawing/2014/main" id="{EBE09B82-8878-3923-07AB-E5A072188D77}"/>
              </a:ext>
            </a:extLst>
          </p:cNvPr>
          <p:cNvSpPr/>
          <p:nvPr/>
        </p:nvSpPr>
        <p:spPr bwMode="auto">
          <a:xfrm>
            <a:off x="623392" y="912997"/>
            <a:ext cx="10643470" cy="4892267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marL="0" marR="0" indent="0" algn="ct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1" lang="ja-JP" altLang="en-US" sz="20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7E72456-A560-97A2-35B8-97B38DB20E81}"/>
              </a:ext>
            </a:extLst>
          </p:cNvPr>
          <p:cNvSpPr/>
          <p:nvPr/>
        </p:nvSpPr>
        <p:spPr bwMode="auto">
          <a:xfrm>
            <a:off x="925138" y="1468439"/>
            <a:ext cx="10067406" cy="4048793"/>
          </a:xfrm>
          <a:prstGeom prst="rect">
            <a:avLst/>
          </a:prstGeom>
          <a:solidFill>
            <a:schemeClr val="bg1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PRICE: 980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円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和栗を使用した濃厚クリーム</a:t>
            </a:r>
          </a:p>
          <a:p>
            <a:endParaRPr lang="ja-JP" altLang="en-US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variable_replacement_guide.pptx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variable_replacement_sample1.pptx</a:t>
            </a:r>
          </a:p>
          <a:p>
            <a:endParaRPr lang="en-US" altLang="ja-JP" sz="14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- operation: insertpptx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pptxfilename: variable_replacement_sample2.pptx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vars:</a:t>
            </a:r>
          </a:p>
          <a:p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PRODUCT_NAME: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極上モンブラン（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4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月限定）</a:t>
            </a:r>
          </a:p>
          <a:p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      </a:t>
            </a:r>
            <a:r>
              <a:rPr lang="en-US" altLang="ja-JP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FEATURE: </a:t>
            </a:r>
            <a:r>
              <a:rPr lang="ja-JP" altLang="en-US" sz="14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最高級イタリア栗の味わい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4A9151-DA4C-B15B-54CA-D35D3D81B7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結合指示書サンプル</a:t>
            </a:r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7C458A0-5F70-95B8-9097-58CA8CE1AF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altLang="ja-JP"/>
              <a:t>Copyright 2026 </a:t>
            </a:r>
            <a:r>
              <a:rPr lang="ja-JP" altLang="en-US"/>
              <a:t>アイデアクラフト 開米瑞浩</a:t>
            </a:r>
            <a:endParaRPr lang="ja-JP" altLang="en-US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3AE5E9DF-A8F6-D697-D01F-CCD64AEB801C}"/>
              </a:ext>
            </a:extLst>
          </p:cNvPr>
          <p:cNvSpPr txBox="1"/>
          <p:nvPr/>
        </p:nvSpPr>
        <p:spPr bwMode="auto">
          <a:xfrm>
            <a:off x="925138" y="980728"/>
            <a:ext cx="1071547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結合の指示をする 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recipe yaml 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ファイル</a:t>
            </a:r>
            <a:r>
              <a:rPr kumimoji="1" lang="en-US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,</a:t>
            </a:r>
            <a:r>
              <a:rPr kumimoji="1"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　</a:t>
            </a:r>
            <a:r>
              <a:rPr lang="fr-FR" altLang="ja-JP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simple_numbering_recipe.yaml </a:t>
            </a:r>
            <a:r>
              <a:rPr lang="ja-JP" altLang="en-US" sz="1400" kern="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の記入例です。</a:t>
            </a:r>
            <a:endParaRPr lang="en-US" altLang="ja-JP" sz="1400" kern="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B2B69D96-C693-1B5F-BDFD-EA147BCB6A02}"/>
              </a:ext>
            </a:extLst>
          </p:cNvPr>
          <p:cNvSpPr txBox="1"/>
          <p:nvPr/>
        </p:nvSpPr>
        <p:spPr bwMode="auto">
          <a:xfrm>
            <a:off x="7563755" y="4650897"/>
            <a:ext cx="3312368" cy="73866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で変数を定義すると、その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でだけグローバル設定を上書きできる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14C50910-1EE0-C918-37F2-5448100795A3}"/>
              </a:ext>
            </a:extLst>
          </p:cNvPr>
          <p:cNvSpPr txBox="1"/>
          <p:nvPr/>
        </p:nvSpPr>
        <p:spPr bwMode="auto">
          <a:xfrm>
            <a:off x="3982299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#NOREPLACE#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0DAD87E-15D4-FD4C-E609-6CF04D35D31E}"/>
              </a:ext>
            </a:extLst>
          </p:cNvPr>
          <p:cNvSpPr txBox="1"/>
          <p:nvPr/>
        </p:nvSpPr>
        <p:spPr bwMode="auto">
          <a:xfrm>
            <a:off x="5640210" y="6592396"/>
            <a:ext cx="1375225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#STAY#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616E2DC5-4030-BA2F-9ECB-4ED7659B6FCE}"/>
              </a:ext>
            </a:extLst>
          </p:cNvPr>
          <p:cNvSpPr txBox="1"/>
          <p:nvPr/>
        </p:nvSpPr>
        <p:spPr bwMode="auto">
          <a:xfrm>
            <a:off x="7038905" y="6592396"/>
            <a:ext cx="1793399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r>
              <a:rPr lang="en-US" altLang="ja-JP" sz="1050" kern="0">
                <a:solidFill>
                  <a:schemeClr val="bg1">
                    <a:lumMod val="85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#NONUMBERING#</a:t>
            </a:r>
            <a:endParaRPr kumimoji="1" lang="en-US" altLang="ja-JP" sz="1050" kern="0">
              <a:solidFill>
                <a:schemeClr val="bg1">
                  <a:lumMod val="85000"/>
                </a:schemeClr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111CBF86-19B6-D146-B90D-BA131A5A5C27}"/>
              </a:ext>
            </a:extLst>
          </p:cNvPr>
          <p:cNvSpPr txBox="1"/>
          <p:nvPr/>
        </p:nvSpPr>
        <p:spPr bwMode="auto">
          <a:xfrm>
            <a:off x="7464152" y="1534295"/>
            <a:ext cx="3105752" cy="9541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  <a:spAutoFit/>
          </a:bodyPr>
          <a:lstStyle/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結合指示書で変数を定義する。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procedure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外で定義した変数は、すべての </a:t>
            </a:r>
            <a:r>
              <a:rPr kumimoji="1" lang="en-US" altLang="ja-JP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operation </a:t>
            </a:r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で有効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  <a:p>
            <a:pPr algn="l"/>
            <a:r>
              <a:rPr kumimoji="1" lang="ja-JP" altLang="en-US" sz="1400" kern="0">
                <a:solidFill>
                  <a:srgbClr val="FF0000"/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（グローバル設定）</a:t>
            </a:r>
            <a:endParaRPr kumimoji="1" lang="en-US" altLang="ja-JP" sz="1400" kern="0">
              <a:solidFill>
                <a:srgbClr val="FF0000"/>
              </a:solidFill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D7755DFC-4BA4-DC72-C069-883F2932B66A}"/>
              </a:ext>
            </a:extLst>
          </p:cNvPr>
          <p:cNvCxnSpPr>
            <a:cxnSpLocks/>
          </p:cNvCxnSpPr>
          <p:nvPr/>
        </p:nvCxnSpPr>
        <p:spPr bwMode="auto">
          <a:xfrm flipH="1">
            <a:off x="1559496" y="1791866"/>
            <a:ext cx="5904656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4103787F-3CF1-2F28-D518-0F115CE10C2C}"/>
              </a:ext>
            </a:extLst>
          </p:cNvPr>
          <p:cNvSpPr/>
          <p:nvPr/>
        </p:nvSpPr>
        <p:spPr bwMode="auto">
          <a:xfrm>
            <a:off x="8472264" y="195005"/>
            <a:ext cx="3393824" cy="499264"/>
          </a:xfrm>
          <a:prstGeom prst="rect">
            <a:avLst/>
          </a:prstGeom>
          <a:solidFill>
            <a:srgbClr val="FFFF00"/>
          </a:solidFill>
          <a:ln w="12700" cap="flat" cmpd="sng" algn="ctr">
            <a:solidFill>
              <a:schemeClr val="tx1">
                <a:lumMod val="75000"/>
                <a:lumOff val="25000"/>
              </a:schemeClr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none" lIns="90000" tIns="46800" rIns="90000" bIns="46800" numCol="1" rtlCol="0" anchor="ctr" anchorCtr="0" compatLnSpc="1">
            <a:prstTxWarp prst="textNoShape">
              <a:avLst/>
            </a:prstTxWarp>
          </a:bodyPr>
          <a:lstStyle/>
          <a:p>
            <a:pPr algn="ctr" eaLnBrk="1" hangingPunct="1"/>
            <a:r>
              <a:rPr lang="en-US" altLang="ja-JP" sz="1100">
                <a:latin typeface="BIZ UDPゴシック" panose="020B0400000000000000" pitchFamily="50" charset="-128"/>
                <a:ea typeface="BIZ UDPゴシック" panose="020B0400000000000000" pitchFamily="50" charset="-128"/>
              </a:rPr>
              <a:t>&lt;__FILENAME__&gt;</a:t>
            </a:r>
            <a:endParaRPr lang="ja-JP" altLang="en-US" sz="1100">
              <a:latin typeface="BIZ UDPゴシック" panose="020B0400000000000000" pitchFamily="50" charset="-128"/>
              <a:ea typeface="BIZ UDPゴシック" panose="020B0400000000000000" pitchFamily="50" charset="-128"/>
            </a:endParaRPr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F5720ED1-0054-5927-9FBF-D2D9C3E9AC80}"/>
              </a:ext>
            </a:extLst>
          </p:cNvPr>
          <p:cNvCxnSpPr>
            <a:cxnSpLocks/>
          </p:cNvCxnSpPr>
          <p:nvPr/>
        </p:nvCxnSpPr>
        <p:spPr bwMode="auto">
          <a:xfrm flipH="1">
            <a:off x="1847528" y="4821535"/>
            <a:ext cx="5616624" cy="0"/>
          </a:xfrm>
          <a:prstGeom prst="straightConnector1">
            <a:avLst/>
          </a:prstGeom>
          <a:solidFill>
            <a:srgbClr val="CCFFFF"/>
          </a:solidFill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triangle"/>
          </a:ln>
          <a:effectLst/>
        </p:spPr>
      </p:cxnSp>
    </p:spTree>
    <p:extLst>
      <p:ext uri="{BB962C8B-B14F-4D97-AF65-F5344CB8AC3E}">
        <p14:creationId xmlns:p14="http://schemas.microsoft.com/office/powerpoint/2010/main" val="936270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heme/theme1.xml><?xml version="1.0" encoding="utf-8"?>
<a:theme xmlns:a="http://schemas.openxmlformats.org/drawingml/2006/main" name="Edge">
  <a:themeElements>
    <a:clrScheme name="ユーザー定義 1">
      <a:dk1>
        <a:srgbClr val="292929"/>
      </a:dk1>
      <a:lt1>
        <a:sysClr val="window" lastClr="FFFFFF"/>
      </a:lt1>
      <a:dk2>
        <a:srgbClr val="244242"/>
      </a:dk2>
      <a:lt2>
        <a:srgbClr val="FFFFFF"/>
      </a:lt2>
      <a:accent1>
        <a:srgbClr val="51BD9C"/>
      </a:accent1>
      <a:accent2>
        <a:srgbClr val="FF2121"/>
      </a:accent2>
      <a:accent3>
        <a:srgbClr val="A3E3B1"/>
      </a:accent3>
      <a:accent4>
        <a:srgbClr val="FFE8B3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ユーザー定義 1">
      <a:majorFont>
        <a:latin typeface="Calibri"/>
        <a:ea typeface="メイリオ"/>
        <a:cs typeface=""/>
      </a:majorFont>
      <a:minorFont>
        <a:latin typeface="Calibri"/>
        <a:ea typeface="メイリオ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solidFill>
          <a:schemeClr val="bg1"/>
        </a:solidFill>
        <a:ln w="12700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0000" tIns="46800" rIns="90000" bIns="46800" numCol="1" rtlCol="0" anchor="ctr" anchorCtr="0" compatLnSpc="1">
        <a:prstTxWarp prst="textNoShape">
          <a:avLst/>
        </a:prstTxWarp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sz="2000" b="1" i="0" u="none" strike="noStrike" cap="none" normalizeH="0" baseline="0" dirty="0">
            <a:ln>
              <a:noFill/>
            </a:ln>
            <a:solidFill>
              <a:schemeClr val="tx1"/>
            </a:solidFill>
            <a:effectLst/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spDef>
    <a:lnDef>
      <a:spPr bwMode="auto">
        <a:solidFill>
          <a:srgbClr val="CCFFFF"/>
        </a:solidFill>
        <a:ln w="28575" cap="flat" cmpd="sng" algn="ctr">
          <a:solidFill>
            <a:schemeClr val="tx1">
              <a:lumMod val="75000"/>
              <a:lumOff val="25000"/>
            </a:schemeClr>
          </a:solidFill>
          <a:prstDash val="solid"/>
          <a:round/>
          <a:headEnd type="none" w="med" len="med"/>
          <a:tailEnd type="triangle"/>
        </a:ln>
        <a:effectLst/>
      </a:spPr>
      <a:bodyPr/>
      <a:lstStyle/>
    </a:lnDef>
    <a:txDef>
      <a:spPr bwMode="auto">
        <a:noFill/>
        <a:ln>
          <a:noFill/>
        </a:ln>
        <a:extLst>
          <a:ext uri="{909E8E84-426E-40DD-AFC4-6F175D3DCCD1}">
            <a14:hiddenFill xmlns:a14="http://schemas.microsoft.com/office/drawing/2010/main">
              <a:solidFill>
                <a:srgbClr val="FFFFFF"/>
              </a:solidFill>
            </a14:hiddenFill>
          </a:ext>
          <a:ext uri="{91240B29-F687-4F45-9708-019B960494DF}">
            <a14:hiddenLine xmlns:a14="http://schemas.microsoft.com/office/drawing/2010/main" w="9525">
              <a:solidFill>
                <a:srgbClr val="000000"/>
              </a:solidFill>
              <a:miter lim="800000"/>
              <a:headEnd/>
              <a:tailEnd/>
            </a14:hiddenLine>
          </a:ext>
        </a:extLst>
      </a:spPr>
      <a:bodyPr vert="horz" wrap="square" lIns="91440" tIns="45720" rIns="91440" bIns="45720" numCol="1" rtlCol="0" anchor="t" anchorCtr="0" compatLnSpc="1">
        <a:prstTxWarp prst="textNoShape">
          <a:avLst/>
        </a:prstTxWarp>
        <a:spAutoFit/>
      </a:bodyPr>
      <a:lstStyle>
        <a:defPPr algn="l">
          <a:defRPr kumimoji="1" sz="1800" kern="0" smtClean="0">
            <a:latin typeface="BIZ UDPゴシック" panose="020B0400000000000000" pitchFamily="50" charset="-128"/>
            <a:ea typeface="BIZ UDPゴシック" panose="020B0400000000000000" pitchFamily="50" charset="-128"/>
          </a:defRPr>
        </a:defPPr>
      </a:lstStyle>
    </a:txDef>
  </a:objectDefaults>
  <a:extraClrSchemeLst>
    <a:extraClrScheme>
      <a:clrScheme name="Edge 1">
        <a:dk1>
          <a:srgbClr val="333333"/>
        </a:dk1>
        <a:lt1>
          <a:srgbClr val="FFFFFF"/>
        </a:lt1>
        <a:dk2>
          <a:srgbClr val="820000"/>
        </a:dk2>
        <a:lt2>
          <a:srgbClr val="FFFFFF"/>
        </a:lt2>
        <a:accent1>
          <a:srgbClr val="FF9900"/>
        </a:accent1>
        <a:accent2>
          <a:srgbClr val="CC3300"/>
        </a:accent2>
        <a:accent3>
          <a:srgbClr val="C1AAAA"/>
        </a:accent3>
        <a:accent4>
          <a:srgbClr val="DADADA"/>
        </a:accent4>
        <a:accent5>
          <a:srgbClr val="FFCAAA"/>
        </a:accent5>
        <a:accent6>
          <a:srgbClr val="B92D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2">
        <a:dk1>
          <a:srgbClr val="333333"/>
        </a:dk1>
        <a:lt1>
          <a:srgbClr val="CCCCFF"/>
        </a:lt1>
        <a:dk2>
          <a:srgbClr val="0B0506"/>
        </a:dk2>
        <a:lt2>
          <a:srgbClr val="FFFFFF"/>
        </a:lt2>
        <a:accent1>
          <a:srgbClr val="3366CC"/>
        </a:accent1>
        <a:accent2>
          <a:srgbClr val="3333CC"/>
        </a:accent2>
        <a:accent3>
          <a:srgbClr val="AAAAAA"/>
        </a:accent3>
        <a:accent4>
          <a:srgbClr val="AEAEDA"/>
        </a:accent4>
        <a:accent5>
          <a:srgbClr val="ADB8E2"/>
        </a:accent5>
        <a:accent6>
          <a:srgbClr val="2D2DB9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3">
        <a:dk1>
          <a:srgbClr val="333333"/>
        </a:dk1>
        <a:lt1>
          <a:srgbClr val="FFFFFF"/>
        </a:lt1>
        <a:dk2>
          <a:srgbClr val="221013"/>
        </a:dk2>
        <a:lt2>
          <a:srgbClr val="FFFFFF"/>
        </a:lt2>
        <a:accent1>
          <a:srgbClr val="CC3300"/>
        </a:accent1>
        <a:accent2>
          <a:srgbClr val="CC9900"/>
        </a:accent2>
        <a:accent3>
          <a:srgbClr val="ABAAAA"/>
        </a:accent3>
        <a:accent4>
          <a:srgbClr val="DADADA"/>
        </a:accent4>
        <a:accent5>
          <a:srgbClr val="E2ADAA"/>
        </a:accent5>
        <a:accent6>
          <a:srgbClr val="B98A00"/>
        </a:accent6>
        <a:hlink>
          <a:srgbClr val="808080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4">
        <a:dk1>
          <a:srgbClr val="11054B"/>
        </a:dk1>
        <a:lt1>
          <a:srgbClr val="FFFFFF"/>
        </a:lt1>
        <a:dk2>
          <a:srgbClr val="0000CC"/>
        </a:dk2>
        <a:lt2>
          <a:srgbClr val="FFFFFF"/>
        </a:lt2>
        <a:accent1>
          <a:srgbClr val="FF6600"/>
        </a:accent1>
        <a:accent2>
          <a:srgbClr val="FF3300"/>
        </a:accent2>
        <a:accent3>
          <a:srgbClr val="AAAAE2"/>
        </a:accent3>
        <a:accent4>
          <a:srgbClr val="DADADA"/>
        </a:accent4>
        <a:accent5>
          <a:srgbClr val="FFB8AA"/>
        </a:accent5>
        <a:accent6>
          <a:srgbClr val="E72D00"/>
        </a:accent6>
        <a:hlink>
          <a:srgbClr val="CC9900"/>
        </a:hlink>
        <a:folHlink>
          <a:srgbClr val="B2B2B2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5">
        <a:dk1>
          <a:srgbClr val="9B8D65"/>
        </a:dk1>
        <a:lt1>
          <a:srgbClr val="F8F8F8"/>
        </a:lt1>
        <a:dk2>
          <a:srgbClr val="002600"/>
        </a:dk2>
        <a:lt2>
          <a:srgbClr val="FAFACC"/>
        </a:lt2>
        <a:accent1>
          <a:srgbClr val="CC9933"/>
        </a:accent1>
        <a:accent2>
          <a:srgbClr val="8F9967"/>
        </a:accent2>
        <a:accent3>
          <a:srgbClr val="AAACAA"/>
        </a:accent3>
        <a:accent4>
          <a:srgbClr val="D4D4D4"/>
        </a:accent4>
        <a:accent5>
          <a:srgbClr val="E2CAAD"/>
        </a:accent5>
        <a:accent6>
          <a:srgbClr val="818A5D"/>
        </a:accent6>
        <a:hlink>
          <a:srgbClr val="336600"/>
        </a:hlink>
        <a:folHlink>
          <a:srgbClr val="8080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6">
        <a:dk1>
          <a:srgbClr val="333333"/>
        </a:dk1>
        <a:lt1>
          <a:srgbClr val="FFFFFF"/>
        </a:lt1>
        <a:dk2>
          <a:srgbClr val="006699"/>
        </a:dk2>
        <a:lt2>
          <a:srgbClr val="FFFFFF"/>
        </a:lt2>
        <a:accent1>
          <a:srgbClr val="CC9900"/>
        </a:accent1>
        <a:accent2>
          <a:srgbClr val="FF9900"/>
        </a:accent2>
        <a:accent3>
          <a:srgbClr val="AAB8CA"/>
        </a:accent3>
        <a:accent4>
          <a:srgbClr val="DADADA"/>
        </a:accent4>
        <a:accent5>
          <a:srgbClr val="E2CAAA"/>
        </a:accent5>
        <a:accent6>
          <a:srgbClr val="E78A00"/>
        </a:accent6>
        <a:hlink>
          <a:srgbClr val="FFCC00"/>
        </a:hlink>
        <a:folHlink>
          <a:srgbClr val="706F3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Edge 7">
        <a:dk1>
          <a:srgbClr val="000000"/>
        </a:dk1>
        <a:lt1>
          <a:srgbClr val="FFFFFF"/>
        </a:lt1>
        <a:dk2>
          <a:srgbClr val="006633"/>
        </a:dk2>
        <a:lt2>
          <a:srgbClr val="5F5F5F"/>
        </a:lt2>
        <a:accent1>
          <a:srgbClr val="CC9900"/>
        </a:accent1>
        <a:accent2>
          <a:srgbClr val="3B812F"/>
        </a:accent2>
        <a:accent3>
          <a:srgbClr val="FFFFFF"/>
        </a:accent3>
        <a:accent4>
          <a:srgbClr val="000000"/>
        </a:accent4>
        <a:accent5>
          <a:srgbClr val="E2CAAA"/>
        </a:accent5>
        <a:accent6>
          <a:srgbClr val="35742A"/>
        </a:accent6>
        <a:hlink>
          <a:srgbClr val="996600"/>
        </a:hlink>
        <a:folHlink>
          <a:srgbClr val="AFBF3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8">
        <a:dk1>
          <a:srgbClr val="000000"/>
        </a:dk1>
        <a:lt1>
          <a:srgbClr val="FFFFFF"/>
        </a:lt1>
        <a:dk2>
          <a:srgbClr val="CC0000"/>
        </a:dk2>
        <a:lt2>
          <a:srgbClr val="666699"/>
        </a:lt2>
        <a:accent1>
          <a:srgbClr val="808080"/>
        </a:accent1>
        <a:accent2>
          <a:srgbClr val="999933"/>
        </a:accent2>
        <a:accent3>
          <a:srgbClr val="FFFFFF"/>
        </a:accent3>
        <a:accent4>
          <a:srgbClr val="000000"/>
        </a:accent4>
        <a:accent5>
          <a:srgbClr val="C0C0C0"/>
        </a:accent5>
        <a:accent6>
          <a:srgbClr val="8A8A2D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Edge 9">
        <a:dk1>
          <a:srgbClr val="000000"/>
        </a:dk1>
        <a:lt1>
          <a:srgbClr val="FFFFFF"/>
        </a:lt1>
        <a:dk2>
          <a:srgbClr val="003399"/>
        </a:dk2>
        <a:lt2>
          <a:srgbClr val="666699"/>
        </a:lt2>
        <a:accent1>
          <a:srgbClr val="009999"/>
        </a:accent1>
        <a:accent2>
          <a:srgbClr val="4C6D4E"/>
        </a:accent2>
        <a:accent3>
          <a:srgbClr val="FFFFFF"/>
        </a:accent3>
        <a:accent4>
          <a:srgbClr val="000000"/>
        </a:accent4>
        <a:accent5>
          <a:srgbClr val="AACACA"/>
        </a:accent5>
        <a:accent6>
          <a:srgbClr val="446246"/>
        </a:accent6>
        <a:hlink>
          <a:srgbClr val="4C6D80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図解技法による分かりやすい資料の作成講座-20181121・講師用</Template>
  <TotalTime>29752</TotalTime>
  <Words>594</Words>
  <Application>Microsoft Office PowerPoint</Application>
  <PresentationFormat>ワイド画面</PresentationFormat>
  <Paragraphs>130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8" baseType="lpstr">
      <vt:lpstr>BIZ UDPゴシック</vt:lpstr>
      <vt:lpstr>FOT-UD丸ゴ_ラージ Pr6 M</vt:lpstr>
      <vt:lpstr>Arial</vt:lpstr>
      <vt:lpstr>Garamond</vt:lpstr>
      <vt:lpstr>Wingdings</vt:lpstr>
      <vt:lpstr>Edge</vt:lpstr>
      <vt:lpstr>スライド中の変数置換</vt:lpstr>
      <vt:lpstr>結合指示書サンプル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cp:lastModifiedBy>瑞浩 開米</cp:lastModifiedBy>
  <cp:revision>4040</cp:revision>
  <dcterms:modified xsi:type="dcterms:W3CDTF">2026-05-24T03:16:37Z</dcterms:modified>
</cp:coreProperties>
</file>