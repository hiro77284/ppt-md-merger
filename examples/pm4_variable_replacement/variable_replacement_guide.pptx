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1788" r:id="rId2"/>
    <p:sldId id="1782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99FFCC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67932" autoAdjust="0"/>
  </p:normalViewPr>
  <p:slideViewPr>
    <p:cSldViewPr>
      <p:cViewPr varScale="1">
        <p:scale>
          <a:sx n="95" d="100"/>
          <a:sy n="95" d="100"/>
        </p:scale>
        <p:origin x="25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extracted/figures/&lt;__BASEFILENAME__&gt;_keyvisual.png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変数置換はスライド上に差し替え可能なプレースホルダーを用意しておき、設定ファイルの変数でそれを差し替え表示することです。</a:t>
            </a:r>
          </a:p>
          <a:p/>
          <a:p>
            <a:r>
              <a:t>変数の有効範囲はファイル全体に適用することも、1つのoperation限定で適用することもできます。</a:t>
            </a:r>
          </a:p>
          <a:p/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![](figures/&lt;__BASEFILENAME__&gt;_keyvisual.png){ width=90% }</a:t>
            </a:r>
          </a:p>
          <a:p/>
          <a:p/>
          <a:p>
            <a:r>
              <a:t>:::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612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結合指示書の vars: セクションで変数を定義します。</a:t>
            </a:r>
          </a:p>
          <a:p/>
          <a:p>
            <a:r>
              <a:t>procedure外で定義するとすべてのoperationで有効になり、operationで定義するとそのoperationでだけ有効です。</a:t>
            </a:r>
          </a:p>
          <a:p/>
          <a:p>
            <a:r>
              <a:t>グローバルな設定をoperation で上書きすることもできます。</a:t>
            </a:r>
          </a:p>
          <a:p/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7753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rtrange">
            <a:extLst>
              <a:ext uri="{FF2B5EF4-FFF2-40B4-BE49-F238E27FC236}">
                <a16:creationId xmlns:a16="http://schemas.microsoft.com/office/drawing/2014/main" id="{DE4AFCE4-7D71-B7C7-B968-F1E012697831}"/>
              </a:ext>
            </a:extLst>
          </p:cNvPr>
          <p:cNvSpPr/>
          <p:nvPr/>
        </p:nvSpPr>
        <p:spPr bwMode="auto">
          <a:xfrm>
            <a:off x="623392" y="912997"/>
            <a:ext cx="10824782" cy="191130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keyvisual">
            <a:extLst>
              <a:ext uri="{FF2B5EF4-FFF2-40B4-BE49-F238E27FC236}">
                <a16:creationId xmlns:a16="http://schemas.microsoft.com/office/drawing/2014/main" id="{56EF38CC-AF54-1080-2868-D3D855DAD9FA}"/>
              </a:ext>
            </a:extLst>
          </p:cNvPr>
          <p:cNvSpPr/>
          <p:nvPr/>
        </p:nvSpPr>
        <p:spPr bwMode="auto">
          <a:xfrm>
            <a:off x="911424" y="2904486"/>
            <a:ext cx="10536750" cy="368240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スライド中の変数置換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variable_replacement_recipe.yaml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25025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変数を定義しておき、スライドでそれを参照して置換する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kumimoji="1" lang="en-US" altLang="ja-JP" sz="11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</a:t>
            </a:r>
            <a:r>
              <a:rPr lang="en-US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"vars"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FE381D9-F00C-E5BA-3584-ABDCA945B09F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491889-C51E-5A48-83B2-129353663E72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pm4_variable_replacement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ECCD28-F21A-5979-5AEB-7DC63745607E}"/>
              </a:ext>
            </a:extLst>
          </p:cNvPr>
          <p:cNvSpPr txBox="1"/>
          <p:nvPr/>
        </p:nvSpPr>
        <p:spPr bwMode="auto">
          <a:xfrm>
            <a:off x="3249738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A429F61-C407-CDE7-8053-C253DF01AB6D}"/>
              </a:ext>
            </a:extLst>
          </p:cNvPr>
          <p:cNvSpPr/>
          <p:nvPr/>
        </p:nvSpPr>
        <p:spPr bwMode="auto">
          <a:xfrm>
            <a:off x="1061448" y="3717032"/>
            <a:ext cx="2974029" cy="10625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客層： </a:t>
            </a: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{{v:TARGET}}</a:t>
            </a:r>
          </a:p>
          <a:p>
            <a:pPr marL="0" marR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主力商品： </a:t>
            </a: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{{v:PLAN}}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4888BB-B62B-EF45-4AE1-132112A9B4CA}"/>
              </a:ext>
            </a:extLst>
          </p:cNvPr>
          <p:cNvSpPr/>
          <p:nvPr/>
        </p:nvSpPr>
        <p:spPr bwMode="auto">
          <a:xfrm>
            <a:off x="4775124" y="5512303"/>
            <a:ext cx="2641750" cy="9944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TARGET=20</a:t>
            </a: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代女性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PLAN</a:t>
            </a: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＝極上スイーツ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85F7FCE7-2796-E34F-A961-6FDEED087D6D}"/>
              </a:ext>
            </a:extLst>
          </p:cNvPr>
          <p:cNvCxnSpPr>
            <a:cxnSpLocks/>
          </p:cNvCxnSpPr>
          <p:nvPr/>
        </p:nvCxnSpPr>
        <p:spPr bwMode="auto">
          <a:xfrm>
            <a:off x="4217512" y="4316654"/>
            <a:ext cx="3640671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ED2D831-6256-6272-378F-71BB32597F50}"/>
              </a:ext>
            </a:extLst>
          </p:cNvPr>
          <p:cNvSpPr txBox="1"/>
          <p:nvPr/>
        </p:nvSpPr>
        <p:spPr bwMode="auto">
          <a:xfrm>
            <a:off x="1193447" y="3053428"/>
            <a:ext cx="27760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スライド上で変数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プレースホルダーを用意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255D22-F972-7CBB-AA15-5D7513219D70}"/>
              </a:ext>
            </a:extLst>
          </p:cNvPr>
          <p:cNvSpPr txBox="1"/>
          <p:nvPr/>
        </p:nvSpPr>
        <p:spPr bwMode="auto">
          <a:xfrm>
            <a:off x="8465209" y="3068960"/>
            <a:ext cx="25726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プレースホルダーが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548904F-E724-260A-1746-729F976E887D}"/>
              </a:ext>
            </a:extLst>
          </p:cNvPr>
          <p:cNvSpPr txBox="1"/>
          <p:nvPr/>
        </p:nvSpPr>
        <p:spPr bwMode="auto">
          <a:xfrm>
            <a:off x="4583832" y="5130355"/>
            <a:ext cx="30088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結合指示書上の変数値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7E886BB-4628-02F0-47F7-7E15E2B92342}"/>
              </a:ext>
            </a:extLst>
          </p:cNvPr>
          <p:cNvSpPr/>
          <p:nvPr/>
        </p:nvSpPr>
        <p:spPr bwMode="auto">
          <a:xfrm>
            <a:off x="8222524" y="3717032"/>
            <a:ext cx="3058052" cy="10625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客層：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代女性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150000"/>
              </a:lnSpc>
            </a:pP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主力商品： 極上スイーツ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5ADDF4B-0865-CBE0-8725-99EE9BAB1DFD}"/>
              </a:ext>
            </a:extLst>
          </p:cNvPr>
          <p:cNvSpPr txBox="1"/>
          <p:nvPr/>
        </p:nvSpPr>
        <p:spPr bwMode="auto">
          <a:xfrm>
            <a:off x="5086987" y="3865064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FA8DFE6-F599-F6BF-7D5A-22D028CDA1F1}"/>
              </a:ext>
            </a:extLst>
          </p:cNvPr>
          <p:cNvSpPr txBox="1"/>
          <p:nvPr/>
        </p:nvSpPr>
        <p:spPr bwMode="auto">
          <a:xfrm>
            <a:off x="4957956" y="4347780"/>
            <a:ext cx="2260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変数部分を置換する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BCEF55E6-67C6-0032-BD28-40C51980C321}"/>
              </a:ext>
            </a:extLst>
          </p:cNvPr>
          <p:cNvCxnSpPr>
            <a:cxnSpLocks/>
          </p:cNvCxnSpPr>
          <p:nvPr/>
        </p:nvCxnSpPr>
        <p:spPr bwMode="auto">
          <a:xfrm flipV="1">
            <a:off x="6037847" y="4717112"/>
            <a:ext cx="0" cy="39032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ortrange">
            <a:extLst>
              <a:ext uri="{FF2B5EF4-FFF2-40B4-BE49-F238E27FC236}">
                <a16:creationId xmlns:a16="http://schemas.microsoft.com/office/drawing/2014/main" id="{EBE09B82-8878-3923-07AB-E5A072188D77}"/>
              </a:ext>
            </a:extLst>
          </p:cNvPr>
          <p:cNvSpPr/>
          <p:nvPr/>
        </p:nvSpPr>
        <p:spPr bwMode="auto">
          <a:xfrm>
            <a:off x="623392" y="912997"/>
            <a:ext cx="10643470" cy="489226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468439"/>
            <a:ext cx="10067406" cy="40487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vars: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PRODUCT_NAME: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PRICE: 980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FEATURE: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和栗を使用した濃厚クリーム</a:t>
            </a:r>
          </a:p>
          <a:p>
            <a:endParaRPr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variable_replacement_guide.pptx</a:t>
            </a:r>
          </a:p>
          <a:p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variable_replacement_sample1.pptx</a:t>
            </a:r>
          </a:p>
          <a:p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operation: insertpptx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pptxfilename: variable_replacement_sample2.pptx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vars:</a:t>
            </a: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PRODUCT_NAME: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極上モンブラン（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月限定）</a:t>
            </a:r>
          </a:p>
          <a:p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</a:t>
            </a:r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FEATURE: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最高級イタリア栗の味わい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E5E9DF-A8F6-D697-D01F-CCD64AEB801C}"/>
              </a:ext>
            </a:extLst>
          </p:cNvPr>
          <p:cNvSpPr txBox="1"/>
          <p:nvPr/>
        </p:nvSpPr>
        <p:spPr bwMode="auto">
          <a:xfrm>
            <a:off x="925138" y="980728"/>
            <a:ext cx="107154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結合の指示をする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fr-FR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simple_numbering_recipe.yaml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の記入例です。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69D96-C693-1B5F-BDFD-EA147BCB6A02}"/>
              </a:ext>
            </a:extLst>
          </p:cNvPr>
          <p:cNvSpPr txBox="1"/>
          <p:nvPr/>
        </p:nvSpPr>
        <p:spPr bwMode="auto">
          <a:xfrm>
            <a:off x="7563755" y="4650897"/>
            <a:ext cx="331236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で変数を定義すると、その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でだけグローバル設定を上書きできる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4C50910-1EE0-C918-37F2-5448100795A3}"/>
              </a:ext>
            </a:extLst>
          </p:cNvPr>
          <p:cNvSpPr txBox="1"/>
          <p:nvPr/>
        </p:nvSpPr>
        <p:spPr bwMode="auto">
          <a:xfrm>
            <a:off x="3982299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0DAD87E-15D4-FD4C-E609-6CF04D35D31E}"/>
              </a:ext>
            </a:extLst>
          </p:cNvPr>
          <p:cNvSpPr txBox="1"/>
          <p:nvPr/>
        </p:nvSpPr>
        <p:spPr bwMode="auto">
          <a:xfrm>
            <a:off x="5640210" y="6592396"/>
            <a:ext cx="1375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#STAY#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6E2DC5-4030-BA2F-9ECB-4ED7659B6FCE}"/>
              </a:ext>
            </a:extLst>
          </p:cNvPr>
          <p:cNvSpPr txBox="1"/>
          <p:nvPr/>
        </p:nvSpPr>
        <p:spPr bwMode="auto">
          <a:xfrm>
            <a:off x="7038905" y="6592396"/>
            <a:ext cx="179339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050" kern="0">
                <a:solidFill>
                  <a:schemeClr val="bg1">
                    <a:lumMod val="8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#NONUMBERING#</a:t>
            </a:r>
            <a:endParaRPr kumimoji="1" lang="en-US" altLang="ja-JP" sz="1050" kern="0">
              <a:solidFill>
                <a:schemeClr val="bg1">
                  <a:lumMod val="8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1CBF86-19B6-D146-B90D-BA131A5A5C27}"/>
              </a:ext>
            </a:extLst>
          </p:cNvPr>
          <p:cNvSpPr txBox="1"/>
          <p:nvPr/>
        </p:nvSpPr>
        <p:spPr bwMode="auto">
          <a:xfrm>
            <a:off x="7464152" y="1534295"/>
            <a:ext cx="310575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結合指示書で変数を定義する。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外で定義した変数は、すべての 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で有効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（グローバル設定）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7755DFC-4BA4-DC72-C069-883F2932B66A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9496" y="1791866"/>
            <a:ext cx="5904656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03787F-3CF1-2F28-D518-0F115CE10C2C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5720ED1-0054-5927-9FBF-D2D9C3E9AC80}"/>
              </a:ext>
            </a:extLst>
          </p:cNvPr>
          <p:cNvCxnSpPr>
            <a:cxnSpLocks/>
          </p:cNvCxnSpPr>
          <p:nvPr/>
        </p:nvCxnSpPr>
        <p:spPr bwMode="auto">
          <a:xfrm flipH="1">
            <a:off x="1847528" y="4821535"/>
            <a:ext cx="561662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3627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29752</TotalTime>
  <Words>594</Words>
  <Application>Microsoft Office PowerPoint</Application>
  <PresentationFormat>ワイド画面</PresentationFormat>
  <Paragraphs>130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FOT-UD丸ゴ_ラージ Pr6 M</vt:lpstr>
      <vt:lpstr>Arial</vt:lpstr>
      <vt:lpstr>Garamond</vt:lpstr>
      <vt:lpstr>Wingdings</vt:lpstr>
      <vt:lpstr>Edge</vt:lpstr>
      <vt:lpstr>スライド中の変数置換</vt:lpstr>
      <vt:lpstr>結合指示書サンプル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4040</cp:revision>
  <dcterms:modified xsi:type="dcterms:W3CDTF">2026-05-24T03:16:37Z</dcterms:modified>
</cp:coreProperties>
</file>