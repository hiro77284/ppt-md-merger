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"/>
  </p:notesMasterIdLst>
  <p:sldIdLst>
    <p:sldId id="1789" r:id="rId2"/>
    <p:sldId id="1785" r:id="rId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85714" autoAdjust="0"/>
  </p:normalViewPr>
  <p:slideViewPr>
    <p:cSldViewPr>
      <p:cViewPr varScale="1">
        <p:scale>
          <a:sx n="132" d="100"/>
          <a:sy n="132" d="100"/>
        </p:scale>
        <p:origin x="1014" y="13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934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933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次スライドでは置換されます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ADDB107-39EB-6243-66F0-FD68AF863A6A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B7281CD-70F3-65C0-8EA9-DCF08C79776E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659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9A5A94C-8646-407F-C31F-C0CE0170D834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9626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29343</TotalTime>
  <Words>91</Words>
  <Application>Microsoft Office PowerPoint</Application>
  <PresentationFormat>ワイド画面</PresentationFormat>
  <Paragraphs>13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BIZ UDPゴシック</vt:lpstr>
      <vt:lpstr>FOT-UD丸ゴ_ラージ Pr6 M</vt:lpstr>
      <vt:lpstr>Arial</vt:lpstr>
      <vt:lpstr>Garamond</vt:lpstr>
      <vt:lpstr>Wingdings</vt:lpstr>
      <vt:lpstr>Edge</vt:lpstr>
      <vt:lpstr>変数参照サンプル</vt:lpstr>
      <vt:lpstr>変数参照サンプル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4034</cp:revision>
  <dcterms:modified xsi:type="dcterms:W3CDTF">2026-05-22T07:13:53Z</dcterms:modified>
</cp:coreProperties>
</file>