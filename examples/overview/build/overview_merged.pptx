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24"/>
  </p:notesMasterIdLst>
  <p:sldIdLst>
    <p:sldId id="1976" r:id="rId2"/>
    <p:sldId id="1797" r:id="rId3"/>
    <p:sldId id="1977" r:id="rId4"/>
    <p:sldId id="1795" r:id="rId5"/>
    <p:sldId id="1783" r:id="rId6"/>
    <p:sldId id="1784" r:id="rId7"/>
    <p:sldId id="1782" r:id="rId8"/>
    <p:sldId id="1978" r:id="rId9"/>
    <p:sldId id="1780" r:id="rId10"/>
    <p:sldId id="1786" r:id="rId11"/>
    <p:sldId id="1787" r:id="rId12"/>
    <p:sldId id="1789" r:id="rId13"/>
    <p:sldId id="1794" r:id="rId14"/>
    <p:sldId id="1979" r:id="rId15"/>
    <p:sldId id="1796" r:id="rId16"/>
    <p:sldId id="1980" r:id="rId17"/>
    <p:sldId id="1785" r:id="rId18"/>
    <p:sldId id="1791" r:id="rId19"/>
    <p:sldId id="1792" r:id="rId20"/>
    <p:sldId id="1793" r:id="rId21"/>
    <p:sldId id="1798" r:id="rId22"/>
    <p:sldId id="1790" r:id="rId2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1564279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../extracted/figures/ppt_md_merger_overview_slide1_fig.png</a:t>
            </a:r>
          </a:p>
          <a:p>
            <a:endParaRPr/>
          </a:p>
          <a:p>
            <a:r>
              <a:t>===BLOCK===</a:t>
            </a:r>
          </a:p>
          <a:p>
            <a:r>
              <a:t>{{BLOCK:MD:LONG}}</a:t>
            </a:r>
          </a:p>
          <a:p>
            <a:endParaRPr/>
          </a:p>
          <a:p>
            <a:r>
              <a:t>export-note: ../extracted/ppt_md_merger_overview_slide1_md.md</a:t>
            </a:r>
          </a:p>
          <a:p>
            <a:r>
              <a:t>{{#id:section:ppt_md_merger_overview:slide1}}</a:t>
            </a:r>
          </a:p>
          <a:p>
            <a:r>
              <a:t>## PPT &amp; MD merger とは？</a:t>
            </a:r>
          </a:p>
          <a:p>
            <a:endParaRPr/>
          </a:p>
          <a:p>
            <a:r>
              <a:t>PPT &amp; MD merger は、「pptxファイルを文書部品として扱い、多様な形式の文書を生成できるジェネレーター」 です。　（ツールそのものは Python スクリプトであり、Windows + PowerPoint 環境で動作します）</a:t>
            </a:r>
          </a:p>
          <a:p>
            <a:endParaRPr/>
          </a:p>
          <a:p>
            <a:r>
              <a:t>```{=latex}</a:t>
            </a:r>
          </a:p>
          <a:p>
            <a:r>
              <a:t>\begin{center}</a:t>
            </a:r>
          </a:p>
          <a:p>
            <a:r>
              <a:t>```</a:t>
            </a:r>
          </a:p>
          <a:p>
            <a:endParaRPr/>
          </a:p>
          <a:p>
            <a:r>
              <a:t>![](figures/ppt_md_merger_overview_slide1_fig.png){ width=95% }</a:t>
            </a:r>
          </a:p>
          <a:p>
            <a:endParaRPr/>
          </a:p>
          <a:p>
            <a:r>
              <a:t>```{=latex}</a:t>
            </a:r>
          </a:p>
          <a:p>
            <a:r>
              <a:t>\end{center}</a:t>
            </a:r>
          </a:p>
          <a:p>
            <a:r>
              <a:t>```</a:t>
            </a:r>
          </a:p>
          <a:p>
            <a:endParaRPr/>
          </a:p>
          <a:p>
            <a:r>
              <a:t>何はともあれ使ってみたい、という場合は　[5) Requirements &amp; Quick Start](#5-requirements--quick-start) をご覧ください。システム要件、インストール方法、Quick Start ガイド、11種類のサンプルデータの案内があります。</a:t>
            </a:r>
          </a:p>
          <a:p>
            <a:endParaRPr/>
          </a:p>
          <a:p>
            <a:r>
              <a:t>何やら変わったコンセプトっぽいから、そこからじっくり知りたいという場合はこのまま次の [2) 大きな PowerPointファイ ルを作る時の悩みとは？](#2-%E5%A4%A7%E3%81%8D%E3%81%AApowerpoint%E3%83%95%E3%82%A1%E3%82%A4%E3%83%AB%E3%82%92%E4%BD%9C%E3%82%8B%E6%99%82%E3%81%AE%E6%82%A9%E3%81%BF%E3%81%A8%E3%81%AF) へ進んでください。</a:t>
            </a:r>
          </a:p>
          <a:p>
            <a:endParaRPr/>
          </a:p>
          <a:p>
            <a:r>
              <a:t>何ができるツールなのか詳細に知りたい場合は[5.4) Examples](#54-examples)から機能別詳細解説に飛べます。</a:t>
            </a:r>
          </a:p>
          <a:p>
            <a:endParaRPr/>
          </a:p>
          <a:p>
            <a:r>
              <a:t>ただし、現時点での機能解説は PPTX をマージ生成する例のみで、MD,PDF,HTML 等の他形式文書を生成する例の解説は作っておりません。機能としては動いていますが設定が複雑なため、ドキュメントを書くのに少し時間がかかる見込みです。（[仕様書](/docs/md_merge_spec.md)はありますが、これを読んで使い方が分かるかというと難しいです）</a:t>
            </a:r>
          </a:p>
          <a:p>
            <a:endParaRP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8129527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3781724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../extracted/figures/ppt_md_merger_overview_slide2_fig.png</a:t>
            </a:r>
          </a:p>
          <a:p>
            <a:endParaRPr/>
          </a:p>
          <a:p>
            <a:r>
              <a:t>===BLOCK===</a:t>
            </a:r>
          </a:p>
          <a:p>
            <a:r>
              <a:t>{{BLOCK:MD:LONG}}</a:t>
            </a:r>
          </a:p>
          <a:p>
            <a:endParaRPr/>
          </a:p>
          <a:p>
            <a:r>
              <a:t>export-note: ../extracted/ppt_md_merger_overview_slide2_md.md</a:t>
            </a:r>
          </a:p>
          <a:p>
            <a:r>
              <a:t>{{#id:section:ppt_md_merger_overview:slide2}}</a:t>
            </a:r>
          </a:p>
          <a:p>
            <a:r>
              <a:t>## どんな人のためのツール？</a:t>
            </a:r>
          </a:p>
          <a:p>
            <a:endParaRPr/>
          </a:p>
          <a:p>
            <a:r>
              <a:t>このツールは、研修用テキストや業務マニュアルなど、「仕事を教える、手順を決める」ための資料を PowerPoint で大量に作る企業/個人のためのツールです。</a:t>
            </a:r>
          </a:p>
          <a:p>
            <a:endParaRPr/>
          </a:p>
          <a:p>
            <a:r>
              <a:t>その種のテキストを作る時によくある悩みとはなんでしょう？</a:t>
            </a:r>
          </a:p>
          <a:p>
            <a:endParaRPr/>
          </a:p>
          <a:p>
            <a:r>
              <a:t>```{=latex}</a:t>
            </a:r>
          </a:p>
          <a:p>
            <a:r>
              <a:t>\begin{center}</a:t>
            </a:r>
          </a:p>
          <a:p>
            <a:r>
              <a:t>```</a:t>
            </a:r>
          </a:p>
          <a:p>
            <a:endParaRPr/>
          </a:p>
          <a:p>
            <a:r>
              <a:t>![](figures/ppt_md_merger_overview_slide2_fig.png){ width=95% }</a:t>
            </a:r>
          </a:p>
          <a:p>
            <a:endParaRPr/>
          </a:p>
          <a:p>
            <a:r>
              <a:t>```{=latex}</a:t>
            </a:r>
          </a:p>
          <a:p>
            <a:r>
              <a:t>\end{center}</a:t>
            </a:r>
          </a:p>
          <a:p>
            <a:r>
              <a:t>```</a:t>
            </a:r>
          </a:p>
          <a:p>
            <a:endParaRPr/>
          </a:p>
          <a:p>
            <a:r>
              <a:t>たとえば、文書のバリエーションが増えすぎて収集がつかなくなる。　章・節番号をつけるのが面倒くさい。　講師用と受講者用の2種類を作らなきゃいけないのが面倒くさい！</a:t>
            </a:r>
          </a:p>
          <a:p>
            <a:endParaRPr/>
          </a:p>
          <a:p>
            <a:r>
              <a:t>こんな問題を解決するために作ったツールです。</a:t>
            </a:r>
          </a:p>
          <a:p>
            <a:endParaRPr/>
          </a:p>
          <a:p>
            <a:r>
              <a:t>そのために、「pptxファイルを文書部品として扱い、必要に応じて結合する」 というコンセプトを採用したものです。まずはその背景から詳しくお話ししましょう。</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59211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../extracted/figures/ppt_md_merger_overview_slide3_fig.png</a:t>
            </a:r>
          </a:p>
          <a:p>
            <a:endParaRPr/>
          </a:p>
          <a:p>
            <a:r>
              <a:t>===BLOCK===</a:t>
            </a:r>
          </a:p>
          <a:p>
            <a:r>
              <a:t>{{BLOCK:MD:LONG}}</a:t>
            </a:r>
          </a:p>
          <a:p>
            <a:endParaRPr/>
          </a:p>
          <a:p>
            <a:r>
              <a:t>export-note: ../extracted/ppt_md_merger_overview_slide3_md.md</a:t>
            </a:r>
          </a:p>
          <a:p>
            <a:r>
              <a:t>{{#id:section:ppt_md_merger_overview:slide3}}</a:t>
            </a:r>
          </a:p>
          <a:p>
            <a:r>
              <a:t>## 悩み１： ちょっとずつ違うPowerPointのコピーが増殖</a:t>
            </a:r>
          </a:p>
          <a:p>
            <a:endParaRPr/>
          </a:p>
          <a:p>
            <a:r>
              <a:t>PowerPoint で研修用のテキストを作るときは、こんな悩みがよくあります。（研修用テキストに限りませんが）</a:t>
            </a:r>
          </a:p>
          <a:p>
            <a:endParaRPr/>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endParaRPr/>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endParaRPr/>
          </a:p>
          <a:p>
            <a:r>
              <a:t>```{=latex}</a:t>
            </a:r>
          </a:p>
          <a:p>
            <a:r>
              <a:t>\begin{center}</a:t>
            </a:r>
          </a:p>
          <a:p>
            <a:r>
              <a:t>```</a:t>
            </a:r>
          </a:p>
          <a:p>
            <a:endParaRPr/>
          </a:p>
          <a:p>
            <a:r>
              <a:t>![](figures/ppt_md_merger_overview_slide3_fig.png){ width=90% }</a:t>
            </a:r>
          </a:p>
          <a:p>
            <a:endParaRPr/>
          </a:p>
          <a:p>
            <a:r>
              <a:t>```{=latex}</a:t>
            </a:r>
          </a:p>
          <a:p>
            <a:r>
              <a:t>\end{center}</a:t>
            </a:r>
          </a:p>
          <a:p>
            <a:r>
              <a:t>```</a:t>
            </a:r>
          </a:p>
          <a:p>
            <a:endParaRPr/>
          </a:p>
          <a:p>
            <a:r>
              <a:t>結局、コピーが増殖すると、どれをマスター原本にしたら良いのか分かりません。</a:t>
            </a:r>
          </a:p>
          <a:p>
            <a:endParaRPr/>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11424668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../extracted/figures/ppt_md_merger_overview_slide4_fig.png</a:t>
            </a:r>
          </a:p>
          <a:p>
            <a:endParaRPr/>
          </a:p>
          <a:p>
            <a:r>
              <a:t>===BLOCK===</a:t>
            </a:r>
          </a:p>
          <a:p>
            <a:r>
              <a:t>{{BLOCK:MD:LONG}}</a:t>
            </a:r>
          </a:p>
          <a:p>
            <a:endParaRPr/>
          </a:p>
          <a:p>
            <a:r>
              <a:t>export-note: ../extracted/ppt_md_merger_overview_slide4_md.md</a:t>
            </a:r>
          </a:p>
          <a:p>
            <a:r>
              <a:t>{{#id:section:ppt_md_merger_overview:slide4}}</a:t>
            </a:r>
          </a:p>
          <a:p>
            <a:r>
              <a:t>## 悩み２： 章・節番号をつけるのが面倒くさい</a:t>
            </a:r>
          </a:p>
          <a:p>
            <a:endParaRPr/>
          </a:p>
          <a:p>
            <a:r>
              <a:t>また別な悩みもあります。研修用テキストはページ数が多いので章・節番号をつけたくなるのですが、PowerPointにはWordのような自動付番機能がないので、手作業でやらなければなりません。</a:t>
            </a:r>
          </a:p>
          <a:p>
            <a:endParaRPr/>
          </a:p>
          <a:p>
            <a:r>
              <a:t>```{=latex}</a:t>
            </a:r>
          </a:p>
          <a:p>
            <a:r>
              <a:t>\begin{center}</a:t>
            </a:r>
          </a:p>
          <a:p>
            <a:r>
              <a:t>```</a:t>
            </a:r>
          </a:p>
          <a:p>
            <a:endParaRPr/>
          </a:p>
          <a:p>
            <a:r>
              <a:t>![](figures/ppt_md_merger_overview_slide4_fig.png){ width=95% }</a:t>
            </a:r>
          </a:p>
          <a:p>
            <a:endParaRPr/>
          </a:p>
          <a:p>
            <a:r>
              <a:t>```{=latex}</a:t>
            </a:r>
          </a:p>
          <a:p>
            <a:r>
              <a:t>\end{center}</a:t>
            </a:r>
          </a:p>
          <a:p>
            <a:r>
              <a:t>```</a:t>
            </a:r>
          </a:p>
          <a:p>
            <a:endParaRPr/>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994815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../extracted/figures/ppt_md_merger_overview_slide5_fig.png</a:t>
            </a:r>
          </a:p>
          <a:p>
            <a:endParaRPr/>
          </a:p>
          <a:p>
            <a:r>
              <a:t>===BLOCK===</a:t>
            </a:r>
          </a:p>
          <a:p>
            <a:r>
              <a:t>{{BLOCK:MD:LONG}}</a:t>
            </a:r>
          </a:p>
          <a:p>
            <a:endParaRPr/>
          </a:p>
          <a:p>
            <a:r>
              <a:t>export-note: ../extracted/ppt_md_merger_overview_slide5_md.md</a:t>
            </a:r>
          </a:p>
          <a:p>
            <a:r>
              <a:t>{{#id:section:ppt_md_merger_overview:slide5}}</a:t>
            </a:r>
          </a:p>
          <a:p>
            <a:r>
              <a:t>## なんとかこの悩みを解決できないか？</a:t>
            </a:r>
          </a:p>
          <a:p>
            <a:endParaRPr/>
          </a:p>
          <a:p>
            <a:r>
              <a:t>つまり悩みはおおまかに</a:t>
            </a:r>
          </a:p>
          <a:p>
            <a:endParaRPr/>
          </a:p>
          <a:p>
            <a:r>
              <a:t>1. コピー増殖問題</a:t>
            </a:r>
          </a:p>
          <a:p>
            <a:r>
              <a:t>1. 章節番号問題</a:t>
            </a:r>
          </a:p>
          <a:p>
            <a:endParaRPr/>
          </a:p>
          <a:p>
            <a:r>
              <a:t>の2つです。なんとかこれを解決できないか？　と考えて、</a:t>
            </a:r>
          </a:p>
          <a:p>
            <a:endParaRPr/>
          </a:p>
          <a:p>
            <a:r>
              <a:t>```{=latex}</a:t>
            </a:r>
          </a:p>
          <a:p>
            <a:r>
              <a:t>\begin{center}</a:t>
            </a:r>
          </a:p>
          <a:p>
            <a:r>
              <a:t>```</a:t>
            </a:r>
          </a:p>
          <a:p>
            <a:endParaRPr/>
          </a:p>
          <a:p>
            <a:r>
              <a:t>![](figures/ppt_md_merger_overview_slide5_fig.png){ width=80% }</a:t>
            </a:r>
          </a:p>
          <a:p>
            <a:endParaRPr/>
          </a:p>
          <a:p>
            <a:r>
              <a:t>```{=latex}</a:t>
            </a:r>
          </a:p>
          <a:p>
            <a:r>
              <a:t>\end{center}</a:t>
            </a:r>
          </a:p>
          <a:p>
            <a:r>
              <a:t>```</a:t>
            </a:r>
          </a:p>
          <a:p>
            <a:endParaRPr/>
          </a:p>
          <a:p>
            <a:r>
              <a:t>PowerPoint 部品マージツール、 PPT &amp; MD merger を作りました！</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10458121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19699969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../extracted/figures/ppt_md_merger_overview_slide6_fig.png</a:t>
            </a:r>
          </a:p>
          <a:p>
            <a:endParaRPr/>
          </a:p>
          <a:p>
            <a:r>
              <a:t>===BLOCK===</a:t>
            </a:r>
          </a:p>
          <a:p>
            <a:r>
              <a:t>{{BLOCK:MD:LONG}}</a:t>
            </a:r>
          </a:p>
          <a:p>
            <a:endParaRPr/>
          </a:p>
          <a:p>
            <a:r>
              <a:t>export-note: ../extracted/ppt_md_merger_overview_slide6_md.md</a:t>
            </a:r>
          </a:p>
          <a:p>
            <a:r>
              <a:t>{{#id:section:ppt_md_merger_overview:slide6}}</a:t>
            </a:r>
          </a:p>
          <a:p>
            <a:r>
              <a:t>## まずは問題の構造を整理すると・・・</a:t>
            </a:r>
          </a:p>
          <a:p>
            <a:endParaRPr/>
          </a:p>
          <a:p>
            <a:r>
              <a:t>いったん、問題の構造を整理しましょう。</a:t>
            </a:r>
          </a:p>
          <a:p>
            <a:endParaRPr/>
          </a:p>
          <a:p>
            <a:r>
              <a:t>大きなPowerPointファイルも実際は小さな部品の集合体です。</a:t>
            </a:r>
          </a:p>
          <a:p>
            <a:endParaRPr/>
          </a:p>
          <a:p>
            <a:r>
              <a:t>```{=latex}</a:t>
            </a:r>
          </a:p>
          <a:p>
            <a:r>
              <a:t>\begin{center}</a:t>
            </a:r>
          </a:p>
          <a:p>
            <a:r>
              <a:t>```</a:t>
            </a:r>
          </a:p>
          <a:p>
            <a:endParaRPr/>
          </a:p>
          <a:p>
            <a:r>
              <a:t>![](figures/ppt_md_merger_overview_slide6_fig.png){ width=80% }</a:t>
            </a:r>
          </a:p>
          <a:p>
            <a:endParaRPr/>
          </a:p>
          <a:p>
            <a:r>
              <a:t>```{=latex}</a:t>
            </a:r>
          </a:p>
          <a:p>
            <a:r>
              <a:t>\end{center}</a:t>
            </a:r>
          </a:p>
          <a:p>
            <a:r>
              <a:t>```</a:t>
            </a:r>
          </a:p>
          <a:p>
            <a:endParaRPr/>
          </a:p>
          <a:p>
            <a:r>
              <a:t>たとえばＡ社向け、Ｂ、Ｃ社向けと3種類の .pptx があるとして、その中には３社共通の部品もあれば２社共通の部品、各社専用の部品もあります。その組合せが各社違うということです。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37593431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../extracted/figures/ppt_md_merger_overview_slide7_fig.png</a:t>
            </a:r>
          </a:p>
          <a:p>
            <a:endParaRPr/>
          </a:p>
          <a:p>
            <a:r>
              <a:t>===BLOCK===</a:t>
            </a:r>
          </a:p>
          <a:p>
            <a:r>
              <a:t>{{BLOCK:MD:LONG}}</a:t>
            </a:r>
          </a:p>
          <a:p>
            <a:endParaRPr/>
          </a:p>
          <a:p>
            <a:r>
              <a:t>export-note: ../extracted/ppt_md_merger_overview_slide7_md.md</a:t>
            </a:r>
          </a:p>
          <a:p>
            <a:r>
              <a:t>{{#id:section:ppt_md_merger_overview:slide7}}</a:t>
            </a:r>
          </a:p>
          <a:p>
            <a:r>
              <a:t>## 部品を組み合わせて完成版を構成する仕組みを作る</a:t>
            </a:r>
          </a:p>
          <a:p>
            <a:endParaRPr/>
          </a:p>
          <a:p>
            <a:r>
              <a:t>そこで、部品の組み合わせを自動的に結合（マージ）して完成版を作れるしくみがあれば良さそうです。</a:t>
            </a:r>
          </a:p>
          <a:p>
            <a:endParaRPr/>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endParaRPr/>
          </a:p>
          <a:p>
            <a:r>
              <a:t>```{=latex}</a:t>
            </a:r>
          </a:p>
          <a:p>
            <a:r>
              <a:t>\begin{center}</a:t>
            </a:r>
          </a:p>
          <a:p>
            <a:r>
              <a:t>```</a:t>
            </a:r>
          </a:p>
          <a:p>
            <a:endParaRPr/>
          </a:p>
          <a:p>
            <a:r>
              <a:t>![](figures/ppt_md_merger_overview_slide7_fig.png){ width=95% }</a:t>
            </a:r>
          </a:p>
          <a:p>
            <a:endParaRPr/>
          </a:p>
          <a:p>
            <a:r>
              <a:t>```{=latex}</a:t>
            </a:r>
          </a:p>
          <a:p>
            <a:r>
              <a:t>\end{center}</a:t>
            </a:r>
          </a:p>
          <a:p>
            <a:r>
              <a:t>```</a:t>
            </a:r>
          </a:p>
          <a:p>
            <a:endParaRPr/>
          </a:p>
          <a:p>
            <a:r>
              <a:t>したがって、原則としてマージ後は編集しません。（その場限りで捨てるような語句軽微な修正はしてもかまいませんが）</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12483812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../extracted/figures/ppt_md_merger_overview_slide8_fig.png</a:t>
            </a:r>
          </a:p>
          <a:p>
            <a:endParaRPr/>
          </a:p>
          <a:p>
            <a:r>
              <a:t>===BLOCK===</a:t>
            </a:r>
          </a:p>
          <a:p>
            <a:r>
              <a:t>{{BLOCK:MD:LONG}}</a:t>
            </a:r>
          </a:p>
          <a:p>
            <a:endParaRPr/>
          </a:p>
          <a:p>
            <a:r>
              <a:t>export-note: ../extracted/ppt_md_merger_overview_slide8_md.md</a:t>
            </a:r>
          </a:p>
          <a:p>
            <a:r>
              <a:t>{{#id:section:ppt_md_merger_overview:slide8}}</a:t>
            </a:r>
          </a:p>
          <a:p>
            <a:r>
              <a:t>## 自動マージするときに章・節番号を付与する</a:t>
            </a:r>
          </a:p>
          <a:p>
            <a:endParaRPr/>
          </a:p>
          <a:p>
            <a:r>
              <a:t>自動マージするときに章/節番号の付与もできます。</a:t>
            </a:r>
          </a:p>
          <a:p>
            <a:endParaRPr/>
          </a:p>
          <a:p>
            <a:r>
              <a:t>```{=latex}</a:t>
            </a:r>
          </a:p>
          <a:p>
            <a:r>
              <a:t>\begin{center}</a:t>
            </a:r>
          </a:p>
          <a:p>
            <a:r>
              <a:t>```</a:t>
            </a:r>
          </a:p>
          <a:p>
            <a:endParaRPr/>
          </a:p>
          <a:p>
            <a:r>
              <a:t>![](figures/ppt_md_merger_overview_slide8_fig.png){ width=95% }</a:t>
            </a:r>
          </a:p>
          <a:p>
            <a:endParaRPr/>
          </a:p>
          <a:p>
            <a:r>
              <a:t>```{=latex}</a:t>
            </a:r>
          </a:p>
          <a:p>
            <a:r>
              <a:t>\end{center}</a:t>
            </a:r>
          </a:p>
          <a:p>
            <a:r>
              <a:t>```</a:t>
            </a:r>
          </a:p>
          <a:p>
            <a:endParaRPr/>
          </a:p>
          <a:p>
            <a:r>
              <a:t>部品側には番号を付与せず、マージ時に付番するので各社向けの構成の違いにも対応できます。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18195561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../extracted/figures/ppt_md_merger_overview_slide9_fig.png</a:t>
            </a:r>
          </a:p>
          <a:p>
            <a:endParaRPr/>
          </a:p>
          <a:p>
            <a:r>
              <a:t>===BLOCK===</a:t>
            </a:r>
          </a:p>
          <a:p>
            <a:r>
              <a:t>{{BLOCK:MD:LONG}}</a:t>
            </a:r>
          </a:p>
          <a:p>
            <a:endParaRPr/>
          </a:p>
          <a:p>
            <a:r>
              <a:t>export-note: ../extracted/ppt_md_merger_overview_slide9_md.md</a:t>
            </a:r>
          </a:p>
          <a:p>
            <a:r>
              <a:t>{{#id:section:ppt_md_merger_overview:slide9}}</a:t>
            </a:r>
          </a:p>
          <a:p>
            <a:r>
              <a:t>## 補助機能：変数置換</a:t>
            </a:r>
          </a:p>
          <a:p>
            <a:endParaRPr/>
          </a:p>
          <a:p>
            <a:r>
              <a:t>さらに変数置換機能をつけました。 pptx部品上で特殊な書式で変数を書いておくと、その内容をマージ仕様書の設定にしたがって書き換えられます。</a:t>
            </a:r>
          </a:p>
          <a:p>
            <a:endParaRPr/>
          </a:p>
          <a:p>
            <a:r>
              <a:t>```{=latex}</a:t>
            </a:r>
          </a:p>
          <a:p>
            <a:r>
              <a:t>\begin{center}</a:t>
            </a:r>
          </a:p>
          <a:p>
            <a:r>
              <a:t>```</a:t>
            </a:r>
          </a:p>
          <a:p>
            <a:endParaRPr/>
          </a:p>
          <a:p>
            <a:r>
              <a:t>![](figures/ppt_md_merger_overview_slide9_fig.png){ width=90% }</a:t>
            </a:r>
          </a:p>
          <a:p>
            <a:endParaRPr/>
          </a:p>
          <a:p>
            <a:r>
              <a:t>```{=latex}</a:t>
            </a:r>
          </a:p>
          <a:p>
            <a:r>
              <a:t>\end{center}</a:t>
            </a:r>
          </a:p>
          <a:p>
            <a:r>
              <a:t>```</a:t>
            </a:r>
          </a:p>
          <a:p>
            <a:endParaRPr/>
          </a:p>
          <a:p>
            <a:r>
              <a:t>仕向先別のバリエーションをこの方法でも吸収することができます。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27677576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../extracted/figures/ppt_md_merger_overview_slide11_fig.png</a:t>
            </a:r>
          </a:p>
          <a:p>
            <a:endParaRPr/>
          </a:p>
          <a:p>
            <a:r>
              <a:t>===BLOCK===</a:t>
            </a:r>
          </a:p>
          <a:p>
            <a:r>
              <a:t>{{BLOCK:MD:LONG}}</a:t>
            </a:r>
          </a:p>
          <a:p>
            <a:endParaRPr/>
          </a:p>
          <a:p>
            <a:r>
              <a:t>export-note: ../extracted/ppt_md_merger_overview_slide11_md.md</a:t>
            </a:r>
          </a:p>
          <a:p>
            <a:r>
              <a:t>{{#id:section:ppt_md_merger_overview:slide11}}</a:t>
            </a:r>
          </a:p>
          <a:p>
            <a:r>
              <a:t>## 補助機能： 一時メモ用シェイプの自動削除</a:t>
            </a:r>
          </a:p>
          <a:p>
            <a:endParaRPr/>
          </a:p>
          <a:p>
            <a:r>
              <a:t>シェイプ/スライド自動削除機能の派生形で、オプションの有無を問わず必ず削除されるシェイプを作る特殊マーカーもあります。</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```{=latex}</a:t>
            </a:r>
          </a:p>
          <a:p>
            <a:r>
              <a:t>\begin{center}</a:t>
            </a:r>
          </a:p>
          <a:p>
            <a:r>
              <a:t>```</a:t>
            </a:r>
          </a:p>
          <a:p>
            <a:endParaRPr/>
          </a:p>
          <a:p>
            <a:r>
              <a:t>![](figures/ppt_md_merger_overview_slide11_fig.png){ width=90% }</a:t>
            </a:r>
          </a:p>
          <a:p>
            <a:endParaRPr/>
          </a:p>
          <a:p>
            <a:r>
              <a:t>```{=latex}</a:t>
            </a:r>
          </a:p>
          <a:p>
            <a:r>
              <a:t>\end{center}</a:t>
            </a:r>
          </a:p>
          <a:p>
            <a:r>
              <a:t>```</a:t>
            </a:r>
          </a:p>
          <a:p>
            <a:endParaRPr/>
          </a:p>
          <a:p>
            <a:r>
              <a:t>そこで、この一時メモ用シェイプの自動削除機能です。これを使えば必ず削除されるので安心です。</a:t>
            </a:r>
          </a:p>
          <a:p>
            <a:endParaRPr/>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27997870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41595293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../extracted/figures/ppt_md_merger_overview_slide12_fig.png</a:t>
            </a:r>
          </a:p>
          <a:p>
            <a:endParaRPr/>
          </a:p>
          <a:p>
            <a:r>
              <a:t>===BLOCK===</a:t>
            </a:r>
          </a:p>
          <a:p>
            <a:r>
              <a:t>{{BLOCK:MD:LONG}}</a:t>
            </a:r>
          </a:p>
          <a:p>
            <a:endParaRPr/>
          </a:p>
          <a:p>
            <a:r>
              <a:t>export-note: ../extracted/ppt_md_merger_overview_slide12_md.md</a:t>
            </a:r>
          </a:p>
          <a:p>
            <a:r>
              <a:t>{{#id:section:ppt_md_merger_overview:slide12}}</a:t>
            </a:r>
          </a:p>
          <a:p>
            <a:r>
              <a:t>## PPTX生成機能と、その他の形式文書生成機能</a:t>
            </a:r>
          </a:p>
          <a:p>
            <a:endParaRPr/>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かもしれません・・・・・保証はしない(^_^;)　まあ、おいおい書きますよ）</a:t>
            </a:r>
          </a:p>
          <a:p>
            <a:endParaRPr/>
          </a:p>
          <a:p>
            <a:r>
              <a:t>```{=latex}</a:t>
            </a:r>
          </a:p>
          <a:p>
            <a:r>
              <a:t>\begin{center}</a:t>
            </a:r>
          </a:p>
          <a:p>
            <a:r>
              <a:t>```</a:t>
            </a:r>
          </a:p>
          <a:p>
            <a:endParaRPr/>
          </a:p>
          <a:p>
            <a:r>
              <a:t>![](figures/ppt_md_merger_overview_slide12_fig.png){ width=95% }</a:t>
            </a:r>
          </a:p>
          <a:p>
            <a:endParaRPr/>
          </a:p>
          <a:p>
            <a:r>
              <a:t>```{=latex}</a:t>
            </a:r>
          </a:p>
          <a:p>
            <a:r>
              <a:t>\end{center}</a:t>
            </a:r>
          </a:p>
          <a:p>
            <a:r>
              <a:t>```</a:t>
            </a:r>
          </a:p>
          <a:p>
            <a:endParaRPr/>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4056707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18895893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../extracted/ppt_md_merger_overview_slide13_md.md</a:t>
            </a:r>
          </a:p>
          <a:p>
            <a:r>
              <a:t>{{#id:section:ppt_md_merger_overview:slide13}}</a:t>
            </a:r>
          </a:p>
          <a:p>
            <a:r>
              <a:t>## システム要件</a:t>
            </a:r>
          </a:p>
          <a:p>
            <a:endParaRPr/>
          </a:p>
          <a:p>
            <a:r>
              <a:t>PPTX生成機能のみ、とりあえず試してみるための手順を示します。</a:t>
            </a:r>
          </a:p>
          <a:p>
            <a:endParaRPr/>
          </a:p>
          <a:p>
            <a:r>
              <a:t>PPT &amp; MD merger のシステム要件です。</a:t>
            </a:r>
          </a:p>
          <a:p>
            <a:endParaRPr/>
          </a:p>
          <a:p>
            <a:r>
              <a:t>### OS</a:t>
            </a:r>
          </a:p>
          <a:p>
            <a:endParaRPr/>
          </a:p>
          <a:p>
            <a:r>
              <a:t>```md</a:t>
            </a:r>
          </a:p>
          <a:p>
            <a:r>
              <a:t>Windows10/11</a:t>
            </a:r>
          </a:p>
          <a:p>
            <a:r>
              <a:t>```</a:t>
            </a:r>
          </a:p>
          <a:p>
            <a:endParaRPr/>
          </a:p>
          <a:p>
            <a:r>
              <a:t>### Software</a:t>
            </a:r>
          </a:p>
          <a:p>
            <a:endParaRPr/>
          </a:p>
          <a:p>
            <a:r>
              <a:t>Python 3.11以上</a:t>
            </a:r>
          </a:p>
          <a:p>
            <a:endParaRPr/>
          </a:p>
          <a:p>
            <a:r>
              <a:t>```md</a:t>
            </a:r>
          </a:p>
          <a:p>
            <a:r>
              <a:t>Microsoft PowerPoint Desktop版</a:t>
            </a:r>
          </a:p>
          <a:p>
            <a:r>
              <a:t>  - Microsoft 365</a:t>
            </a:r>
          </a:p>
          <a:p>
            <a:r>
              <a:t>  - PowerPoint 2021 など</a:t>
            </a:r>
          </a:p>
          <a:p>
            <a:r>
              <a:t>```</a:t>
            </a:r>
          </a:p>
          <a:p>
            <a:endParaRPr/>
          </a:p>
          <a:p>
            <a:endParaRPr/>
          </a:p>
          <a:p>
            <a:r>
              <a:t>```md</a:t>
            </a:r>
          </a:p>
          <a:p>
            <a:r>
              <a:t>Test環境</a:t>
            </a:r>
          </a:p>
          <a:p>
            <a:r>
              <a:t>  - Windows 11</a:t>
            </a:r>
          </a:p>
          <a:p>
            <a:r>
              <a:t>  - Python 3.14</a:t>
            </a:r>
          </a:p>
          <a:p>
            <a:r>
              <a:t>  - PowerPoint for Microsoft 365</a:t>
            </a:r>
          </a:p>
          <a:p>
            <a:r>
              <a:t>```</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2742042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../extracted/ppt_md_merger_overview_slide14_md.md</a:t>
            </a:r>
          </a:p>
          <a:p>
            <a:r>
              <a:t>{{#id:section:ppt_md_merger_overview:slide14}}</a:t>
            </a:r>
          </a:p>
          <a:p>
            <a:r>
              <a:t>## インストール方法</a:t>
            </a:r>
          </a:p>
          <a:p>
            <a:endParaRPr/>
          </a:p>
          <a:p>
            <a:r>
              <a:t>### 1. Clone repository</a:t>
            </a:r>
          </a:p>
          <a:p>
            <a:endParaRPr/>
          </a:p>
          <a:p>
            <a:r>
              <a:t>```bash</a:t>
            </a:r>
          </a:p>
          <a:p>
            <a:r>
              <a:t>git clone https://github.com/USERNAME/ppt-md-merger.git</a:t>
            </a:r>
          </a:p>
          <a:p>
            <a:r>
              <a:t>cd ppt-md-merger</a:t>
            </a:r>
          </a:p>
          <a:p>
            <a:r>
              <a:t>```</a:t>
            </a:r>
          </a:p>
          <a:p>
            <a:endParaRPr/>
          </a:p>
          <a:p>
            <a:r>
              <a:t>### 2. Create virtual environment</a:t>
            </a:r>
          </a:p>
          <a:p>
            <a:endParaRPr/>
          </a:p>
          <a:p>
            <a:r>
              <a:t>python仮想環境の構築</a:t>
            </a:r>
          </a:p>
          <a:p>
            <a:r>
              <a:t>```powershell</a:t>
            </a:r>
          </a:p>
          <a:p>
            <a:r>
              <a:t>python -m venv .venv</a:t>
            </a:r>
          </a:p>
          <a:p>
            <a:r>
              <a:t>```</a:t>
            </a:r>
          </a:p>
          <a:p>
            <a:endParaRPr/>
          </a:p>
          <a:p>
            <a:r>
              <a:t>### 3. Activate virtual environment</a:t>
            </a:r>
          </a:p>
          <a:p>
            <a:endParaRPr/>
          </a:p>
          <a:p>
            <a:r>
              <a:t>仮想環境の有効化</a:t>
            </a:r>
          </a:p>
          <a:p>
            <a:endParaRPr/>
          </a:p>
          <a:p>
            <a:r>
              <a:t>```powershell</a:t>
            </a:r>
          </a:p>
          <a:p>
            <a:r>
              <a:t>.venv\Scripts\Activate.ps1</a:t>
            </a:r>
          </a:p>
          <a:p>
            <a:r>
              <a:t>```</a:t>
            </a:r>
          </a:p>
          <a:p>
            <a:endParaRPr/>
          </a:p>
          <a:p>
            <a:r>
              <a:t>仮想環境からの退出</a:t>
            </a:r>
          </a:p>
          <a:p>
            <a:endParaRPr/>
          </a:p>
          <a:p>
            <a:r>
              <a:t>```powershell</a:t>
            </a:r>
          </a:p>
          <a:p>
            <a:r>
              <a:t>.venv\Scripts\deactivate.bat</a:t>
            </a:r>
          </a:p>
          <a:p>
            <a:r>
              <a:t>```</a:t>
            </a:r>
          </a:p>
          <a:p>
            <a:endParaRPr/>
          </a:p>
          <a:p>
            <a:r>
              <a:t>### 4. Install package</a:t>
            </a:r>
          </a:p>
          <a:p>
            <a:endParaRPr/>
          </a:p>
          <a:p>
            <a:r>
              <a:t>```powershell</a:t>
            </a:r>
          </a:p>
          <a:p>
            <a:r>
              <a:t>pip install -e .</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30624887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../extracted/ppt_md_merger_overview_slide15_md.md</a:t>
            </a:r>
          </a:p>
          <a:p>
            <a:r>
              <a:t>{{#id:section:ppt_md_merger_overview:slide15}}</a:t>
            </a:r>
          </a:p>
          <a:p>
            <a:r>
              <a:t>## Quick Start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28746647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../extracted/ppt_md_merger_overview_slide16_md.md</a:t>
            </a:r>
          </a:p>
          <a:p>
            <a:r>
              <a:t>{{#id:subsection:ppt_md_merger_overview:slide16_2}}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19</a:t>
            </a:fld>
            <a:endParaRPr kumimoji="1" lang="ja-JP" altLang="en-US"/>
          </a:p>
        </p:txBody>
      </p:sp>
    </p:spTree>
    <p:extLst>
      <p:ext uri="{BB962C8B-B14F-4D97-AF65-F5344CB8AC3E}">
        <p14:creationId xmlns:p14="http://schemas.microsoft.com/office/powerpoint/2010/main" val="6721314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../extracted/ppt_md_merger_overview_slide17_md.md</a:t>
            </a:r>
          </a:p>
          <a:p>
            <a:r>
              <a:t>{{#id:subsection:ppt_md_merger_overview:slide17_3}} --&gt;</a:t>
            </a:r>
          </a:p>
          <a:p>
            <a:r>
              <a:t>### 3. Run merge</a:t>
            </a:r>
          </a:p>
          <a:p>
            <a:endParaRPr/>
          </a:p>
          <a:p>
            <a:r>
              <a:t>```</a:t>
            </a:r>
          </a:p>
          <a:p>
            <a:r>
              <a:t>pptmdmerge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20</a:t>
            </a:fld>
            <a:endParaRPr kumimoji="1" lang="ja-JP" altLang="en-US"/>
          </a:p>
        </p:txBody>
      </p:sp>
    </p:spTree>
    <p:extLst>
      <p:ext uri="{BB962C8B-B14F-4D97-AF65-F5344CB8AC3E}">
        <p14:creationId xmlns:p14="http://schemas.microsoft.com/office/powerpoint/2010/main" val="6812992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../extracted/ppt_md_merger_overview_slide18_md.md</a:t>
            </a:r>
          </a:p>
          <a:p>
            <a:r>
              <a:t>{{#id:section:ppt_md_merger_overview:slide18}}</a:t>
            </a:r>
          </a:p>
          <a:p>
            <a:r>
              <a:t>## Examples</a:t>
            </a:r>
          </a:p>
          <a:p>
            <a:endParaRPr/>
          </a:p>
          <a:p>
            <a:r>
              <a:t>### 単純マージ</a:t>
            </a:r>
          </a:p>
          <a:p>
            <a:endParaRPr/>
          </a:p>
          <a:p>
            <a:r>
              <a:t>２つのファイルを単純に結合するサンプルです。</a:t>
            </a:r>
          </a:p>
          <a:p>
            <a:endParaRPr/>
          </a:p>
          <a:p>
            <a:r>
              <a:t>サンプルフォルダ：　pm1_simple_ppt_merge</a:t>
            </a:r>
          </a:p>
          <a:p>
            <a:endParaRPr/>
          </a:p>
          <a:p>
            <a:r>
              <a:t>[![サンプル：単純マージ](../../pm1_simple_ppt_merge/build/figures/simple_ppt_merge_guide_keyvisual.png/){ width=60% }](../../pm1_simple_ppt_merge/README.md)</a:t>
            </a:r>
          </a:p>
          <a:p>
            <a:endParaRPr/>
          </a:p>
          <a:p>
            <a:r>
              <a:t>```{=latex}</a:t>
            </a:r>
          </a:p>
          <a:p>
            <a:r>
              <a:t>\par\vspace{5\baselineskip}</a:t>
            </a:r>
          </a:p>
          <a:p>
            <a:r>
              <a:t>```</a:t>
            </a:r>
          </a:p>
          <a:p>
            <a:endParaRPr/>
          </a:p>
          <a:p>
            <a:r>
              <a:t>### 簡易ナンバリング</a:t>
            </a:r>
          </a:p>
          <a:p>
            <a:endParaRPr/>
          </a:p>
          <a:p>
            <a:r>
              <a:t>2つの pptx ファイルを結合してファイル単位で chapter としてナンバリングする機能のサンプルです。</a:t>
            </a:r>
          </a:p>
          <a:p>
            <a:endParaRPr/>
          </a:p>
          <a:p>
            <a:r>
              <a:t>サンプルフォルダ：　pm2_simple_numbering</a:t>
            </a:r>
          </a:p>
          <a:p>
            <a:endParaRPr/>
          </a:p>
          <a:p>
            <a:r>
              <a:t>[![サンプル：簡易ナンバリング](../../pm2_simple_numbering/build/figures/simple_numbering_guide_keyvisual.png/){ width=70% }](../../pm2_simple_numbering/README.md)</a:t>
            </a:r>
          </a:p>
          <a:p>
            <a:endParaRPr/>
          </a:p>
          <a:p>
            <a:endParaRPr/>
          </a:p>
          <a:p>
            <a:r>
              <a:t>```{=latex}</a:t>
            </a:r>
          </a:p>
          <a:p>
            <a:r>
              <a:t>\vfill</a:t>
            </a:r>
          </a:p>
          <a:p>
            <a:r>
              <a:t>\newpage</a:t>
            </a:r>
          </a:p>
          <a:p>
            <a:r>
              <a:t>```</a:t>
            </a:r>
          </a:p>
          <a:p>
            <a:endParaRPr/>
          </a:p>
          <a:p>
            <a:r>
              <a:t>### chapter_marker によるナンバリング</a:t>
            </a:r>
          </a:p>
          <a:p>
            <a:endParaRPr/>
          </a:p>
          <a:p>
            <a:r>
              <a:t>スライド上に埋め込んだ特殊文字列 #CHAPT#, #SECTION# で章・節番号のカウントを行う方法のサンプルです。</a:t>
            </a:r>
          </a:p>
          <a:p>
            <a:endParaRPr/>
          </a:p>
          <a:p>
            <a:r>
              <a:t>サンプルフォルダ：　pm3_chapter_marker_numbering</a:t>
            </a:r>
          </a:p>
          <a:p>
            <a:endParaRPr/>
          </a:p>
          <a:p>
            <a:r>
              <a:t>[![サンプル：chapter_marker によるナンバリング](../../pm3_chapter_marker_numbering/build/figures/chapter_marker_numbering_guide_keyvisual.png/){ width=90% }](../../pm3_chapter_marker_numbering/README.md)</a:t>
            </a:r>
          </a:p>
          <a:p>
            <a:endParaRPr/>
          </a:p>
          <a:p>
            <a:endParaRPr/>
          </a:p>
          <a:p>
            <a:r>
              <a:t>```{=latex}</a:t>
            </a:r>
          </a:p>
          <a:p>
            <a:r>
              <a:t>\par\vspace{5\baselineskip}</a:t>
            </a:r>
          </a:p>
          <a:p>
            <a:r>
              <a:t>```</a:t>
            </a:r>
          </a:p>
          <a:p>
            <a:endParaRPr/>
          </a:p>
          <a:p>
            <a:r>
              <a:t>### スライド中の変数置換</a:t>
            </a:r>
          </a:p>
          <a:p>
            <a:endParaRPr/>
          </a:p>
          <a:p>
            <a:r>
              <a:t>スライド上に差し替え可能なプレースホルダーを用意しておき、設定ファイルの変数でそれを差し替え表示する方法のサンプルです。</a:t>
            </a:r>
          </a:p>
          <a:p>
            <a:endParaRPr/>
          </a:p>
          <a:p>
            <a:r>
              <a:t>サンプルフォルダ：　pm_variable_replacement</a:t>
            </a:r>
          </a:p>
          <a:p>
            <a:endParaRPr/>
          </a:p>
          <a:p>
            <a:r>
              <a:t>[![サンプル：スライド中の変数置換](../../pm4_variable_replacement/build/figures/variable_replacement_guide_keyvisual.png/){ width=90% }](../../pm4_variable_replacement/README.md)</a:t>
            </a:r>
          </a:p>
          <a:p>
            <a:endParaRPr/>
          </a:p>
          <a:p>
            <a:endParaRPr/>
          </a:p>
          <a:p>
            <a:r>
              <a:t>```{=latex}</a:t>
            </a:r>
          </a:p>
          <a:p>
            <a:r>
              <a:t>\vfill</a:t>
            </a:r>
          </a:p>
          <a:p>
            <a:r>
              <a:t>\newpage</a:t>
            </a:r>
          </a:p>
          <a:p>
            <a:r>
              <a:t>```</a:t>
            </a:r>
          </a:p>
          <a:p>
            <a:endParaRPr/>
          </a:p>
          <a:p>
            <a:r>
              <a:t>### Chapter Cover 挿入運用</a:t>
            </a:r>
          </a:p>
          <a:p>
            <a:endParaRPr/>
          </a:p>
          <a:p>
            <a:r>
              <a:t>本題のコンテンツの前に章とびら（Chapter Cover）を挿入する運用方法です。</a:t>
            </a:r>
          </a:p>
          <a:p>
            <a:endParaRPr/>
          </a:p>
          <a:p>
            <a:r>
              <a:t>サンプルフォルダ：　pm5_chapter_cover_insertion</a:t>
            </a:r>
          </a:p>
          <a:p>
            <a:endParaRPr/>
          </a:p>
          <a:p>
            <a:r>
              <a:t>[![サンプル：Chapter Cover 挿入運用](../../pm5_chapter_cover_insertion/build/figures/chapter_cover_insertion_guide_keyvisual.png/){ width=80% }](../../pm5_chapter_cover_insertion/README.md)</a:t>
            </a:r>
          </a:p>
          <a:p>
            <a:endParaRPr/>
          </a:p>
          <a:p>
            <a:endParaRPr/>
          </a:p>
          <a:p>
            <a:r>
              <a:t>```{=latex}</a:t>
            </a:r>
          </a:p>
          <a:p>
            <a:r>
              <a:t>\par\vspace{5\baselineskip}</a:t>
            </a:r>
          </a:p>
          <a:p>
            <a:r>
              <a:t>```</a:t>
            </a:r>
          </a:p>
          <a:p>
            <a:endParaRPr/>
          </a:p>
          <a:p>
            <a:r>
              <a:t>### stylebaseを別に指定する機能</a:t>
            </a:r>
          </a:p>
          <a:p>
            <a:endParaRPr/>
          </a:p>
          <a:p>
            <a:r>
              <a:t>pptxファイルを結合する際、コンテンツとは別にスタイル情報のみ使用するファイルを別途指定する機能です。</a:t>
            </a:r>
          </a:p>
          <a:p>
            <a:endParaRPr/>
          </a:p>
          <a:p>
            <a:r>
              <a:t>サンプルフォルダ：　pm6_stylebase</a:t>
            </a:r>
          </a:p>
          <a:p>
            <a:endParaRPr/>
          </a:p>
          <a:p>
            <a:r>
              <a:t>[![サンプル：stylebaseを別に指定する機能](../../pm6_stylebase/build/figures/stylebase_guide_keyvisual.png/){ width=90% }](../../pm6_stylebase/README.md)</a:t>
            </a:r>
          </a:p>
          <a:p>
            <a:endParaRPr/>
          </a:p>
          <a:p>
            <a:endParaRPr/>
          </a:p>
          <a:p>
            <a:r>
              <a:t>```{=latex}</a:t>
            </a:r>
          </a:p>
          <a:p>
            <a:r>
              <a:t>\vfill</a:t>
            </a:r>
          </a:p>
          <a:p>
            <a:r>
              <a:t>\newpage</a:t>
            </a:r>
          </a:p>
          <a:p>
            <a:r>
              <a:t>```</a:t>
            </a:r>
          </a:p>
          <a:p>
            <a:endParaRPr/>
          </a:p>
          <a:p>
            <a:r>
              <a:t>### ファイルの分割挿入機能</a:t>
            </a:r>
          </a:p>
          <a:p>
            <a:endParaRPr/>
          </a:p>
          <a:p>
            <a:r>
              <a:t>ファイル全体ではなく一部を選択して結合する機能です。</a:t>
            </a:r>
          </a:p>
          <a:p>
            <a:endParaRPr/>
          </a:p>
          <a:p>
            <a:r>
              <a:t>サンプルフォルダ：　pm7_splitted_insertion</a:t>
            </a:r>
          </a:p>
          <a:p>
            <a:endParaRPr/>
          </a:p>
          <a:p>
            <a:r>
              <a:t>[![サンプル：ファイルの分割挿入機能](../../pm7_splitted_insertion/build/figures/splitted_insertion_guide_keyvisual.png/){ width=60% }](../../pm7_splitted_insertion/README.md)</a:t>
            </a:r>
          </a:p>
          <a:p>
            <a:endParaRPr/>
          </a:p>
          <a:p>
            <a:endParaRPr/>
          </a:p>
          <a:p>
            <a:r>
              <a:t>```{=latex}</a:t>
            </a:r>
          </a:p>
          <a:p>
            <a:r>
              <a:t>\par\vspace{5\baselineskip}</a:t>
            </a:r>
          </a:p>
          <a:p>
            <a:r>
              <a:t>```</a:t>
            </a:r>
          </a:p>
          <a:p>
            <a:endParaRPr/>
          </a:p>
          <a:p>
            <a:r>
              <a:t>### 指定したシェイプを消去</a:t>
            </a:r>
          </a:p>
          <a:p>
            <a:endParaRPr/>
          </a:p>
          <a:p>
            <a:r>
              <a:t>配付資料には載せたくないシェイプを特殊マーカーで自動消去する機能です。</a:t>
            </a:r>
          </a:p>
          <a:p>
            <a:endParaRPr/>
          </a:p>
          <a:p>
            <a:r>
              <a:t>サンプルフォルダ：　pm8_delete_csp</a:t>
            </a:r>
          </a:p>
          <a:p>
            <a:endParaRPr/>
          </a:p>
          <a:p>
            <a:r>
              <a:t>[![サンプル：指定したシェイプを消去](../../pm8_delete_csp/build/figures/delete_csp_guide_keyvisual.png/){ width=90% }](../../pm8_delete_csp/README.md)</a:t>
            </a:r>
          </a:p>
          <a:p>
            <a:endParaRPr/>
          </a:p>
          <a:p>
            <a:endParaRPr/>
          </a:p>
          <a:p>
            <a:r>
              <a:t>```{=latex}</a:t>
            </a:r>
          </a:p>
          <a:p>
            <a:r>
              <a:t>\vfill</a:t>
            </a:r>
          </a:p>
          <a:p>
            <a:r>
              <a:t>\newpage</a:t>
            </a:r>
          </a:p>
          <a:p>
            <a:r>
              <a:t>```</a:t>
            </a:r>
          </a:p>
          <a:p>
            <a:endParaRPr/>
          </a:p>
          <a:p>
            <a:r>
              <a:t>### 指定したスライドを削除</a:t>
            </a:r>
          </a:p>
          <a:p>
            <a:endParaRPr/>
          </a:p>
          <a:p>
            <a:r>
              <a:t>配付資料には載せたくないスライドを特殊マーカーで自動削除する機能です。</a:t>
            </a:r>
          </a:p>
          <a:p>
            <a:endParaRPr/>
          </a:p>
          <a:p>
            <a:r>
              <a:t>サンプルフォルダ：　pm9_delete_csl</a:t>
            </a:r>
          </a:p>
          <a:p>
            <a:endParaRPr/>
          </a:p>
          <a:p>
            <a:r>
              <a:t>[![サンプル：指定したスライドを削除](../../pm9_delete_csl/build/figures/delete_csl_guide_keyvisual.png/){ width=90% }](../../pm9_delete_csl/README.md)</a:t>
            </a:r>
          </a:p>
          <a:p>
            <a:endParaRPr/>
          </a:p>
          <a:p>
            <a:endParaRPr/>
          </a:p>
          <a:p>
            <a:r>
              <a:t>```{=latex}</a:t>
            </a:r>
          </a:p>
          <a:p>
            <a:r>
              <a:t>\par\vspace{5\baselineskip}</a:t>
            </a:r>
          </a:p>
          <a:p>
            <a:r>
              <a:t>```</a:t>
            </a:r>
          </a:p>
          <a:p>
            <a:endParaRPr/>
          </a:p>
          <a:p>
            <a:r>
              <a:t>### 作業用のメモを書く</a:t>
            </a:r>
          </a:p>
          <a:p>
            <a:endParaRPr/>
          </a:p>
          <a:p>
            <a:r>
              <a:t>原稿制作中の一時的メモなど、 「後で見直す部分に貼っておく付箋紙」 のような用途に使う機能です。</a:t>
            </a:r>
          </a:p>
          <a:p>
            <a:endParaRPr/>
          </a:p>
          <a:p>
            <a:r>
              <a:t>サンプルフォルダ：　pm10_memo_temp</a:t>
            </a:r>
          </a:p>
          <a:p>
            <a:endParaRPr/>
          </a:p>
          <a:p>
            <a:r>
              <a:t>[![サンプル：作業用のメモを書く](../../pm10_memo_temp/build/figures/memo_temp_guide_keyvisual.png/){ width=90% }](../../pm10_memo_temp/README.md)</a:t>
            </a:r>
          </a:p>
          <a:p>
            <a:endParaRPr/>
          </a:p>
          <a:p>
            <a:endParaRPr/>
          </a:p>
          <a:p>
            <a:r>
              <a:t>```{=latex}</a:t>
            </a:r>
          </a:p>
          <a:p>
            <a:r>
              <a:t>\vfill</a:t>
            </a:r>
          </a:p>
          <a:p>
            <a:r>
              <a:t>\newpage</a:t>
            </a:r>
          </a:p>
          <a:p>
            <a:r>
              <a:t>```</a:t>
            </a:r>
          </a:p>
          <a:p>
            <a:endParaRPr/>
          </a:p>
          <a:p>
            <a:r>
              <a:t>### 特殊定数を置換する</a:t>
            </a:r>
          </a:p>
          <a:p>
            <a:endParaRPr/>
          </a:p>
          <a:p>
            <a:r>
              <a:t>ソースpptxのファイル名やスライド番号、スライドタイトルに置換される特殊定数機能です。</a:t>
            </a:r>
          </a:p>
          <a:p>
            <a:endParaRPr/>
          </a:p>
          <a:p>
            <a:r>
              <a:t>サンプルフォルダ：　pm11_title_filename</a:t>
            </a:r>
          </a:p>
          <a:p>
            <a:endParaRPr/>
          </a:p>
          <a:p>
            <a:r>
              <a:t>[![サンプル：特殊定数を置換する](../../pm11_title_filename/build/figures/title_filename_guide_keyvisual.png/){ width=90% }](../../pm11_title_filename/README.md)</a:t>
            </a:r>
          </a:p>
          <a:p>
            <a:endParaRP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21</a:t>
            </a:fld>
            <a:endParaRPr kumimoji="1" lang="ja-JP" altLang="en-US"/>
          </a:p>
        </p:txBody>
      </p:sp>
    </p:spTree>
    <p:extLst>
      <p:ext uri="{BB962C8B-B14F-4D97-AF65-F5344CB8AC3E}">
        <p14:creationId xmlns:p14="http://schemas.microsoft.com/office/powerpoint/2010/main" val="110397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PPT &amp; MD merger </a:t>
            </a:r>
            <a:r>
              <a:rPr lang="ja-JP" altLang="en-US" sz="4000"/>
              <a:t>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46740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1.1) PPT \&amp; MD merger とは？</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16930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大きな</a:t>
            </a:r>
            <a:r>
              <a:rPr lang="en-US" altLang="ja-JP" sz="4000"/>
              <a:t>PowerPoint</a:t>
            </a:r>
            <a:r>
              <a:rPr lang="ja-JP" altLang="en-US" sz="4000"/>
              <a:t>ファイルを作る時の悩みとは？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95545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2.1) 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557379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2.2) 悩み１： ちょっとずつ違うPowerPointのコピーが増殖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5809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2.3) 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719055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2.4) 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238767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問題構造の整理と解決策</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94035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3.1) 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1102258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3.2) 部品を組み合わせて完成版を構成する仕組みを作る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3749405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3.3) 自動マージするときに章・節番号を付与する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1317386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3.4) 補助機能：変数置換</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82579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t>3.6) 補助機能： 一時メモ用シェイプの自動削除</a:t>
            </a:r>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3036933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現時点の機能解説は</a:t>
            </a:r>
            <a:r>
              <a:rPr lang="en-US" altLang="ja-JP" sz="4000"/>
              <a:t>PPTX</a:t>
            </a:r>
            <a:r>
              <a:rPr lang="ja-JP" altLang="en-US" sz="4000"/>
              <a:t>生成機能のみ</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32986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t>4.1) PPTX生成機能と、その他の形式文書生成機能</a:t>
            </a:r>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35323195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Requirements &amp; Quick Start</a:t>
            </a:r>
            <a:endParaRPr lang="ja-JP" altLang="en-US" sz="4000"/>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877269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5.1) 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2430145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5.2) 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08351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 Quick Start</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3644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5.3.1) 2. Create merge recipe YAML</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3090339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5.3.2) 3. Run merge</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4039397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5.4) Examples</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3215792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4704</Words>
  <Application>Microsoft Office PowerPoint</Application>
  <PresentationFormat>ワイド画面</PresentationFormat>
  <Paragraphs>957</Paragraphs>
  <Slides>22</Slides>
  <Notes>22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22</vt:i4>
      </vt:variant>
    </vt:vector>
  </HeadingPairs>
  <TitlesOfParts>
    <vt:vector size="29" baseType="lpstr">
      <vt:lpstr>BIZ UDPゴシック</vt:lpstr>
      <vt:lpstr>FOT-UD丸ゴ_ラージ Pr6 M</vt:lpstr>
      <vt:lpstr>Moralerspace Neon HW</vt:lpstr>
      <vt:lpstr>Arial</vt:lpstr>
      <vt:lpstr>Garamond</vt:lpstr>
      <vt:lpstr>Wingdings</vt:lpstr>
      <vt:lpstr>Edge</vt:lpstr>
      <vt:lpstr>PPT &amp; MD merger とは？</vt:lpstr>
      <vt:lpstr>1.1) PPT \&amp; MD merger とは？</vt:lpstr>
      <vt:lpstr>大きなPowerPointファイルを作る時の悩みとは？</vt:lpstr>
      <vt:lpstr>2.1) どんな人のためのツール？</vt:lpstr>
      <vt:lpstr>2.2) 悩み１： ちょっとずつ違うPowerPointのコピーが増殖</vt:lpstr>
      <vt:lpstr>2.3) 悩み２： 章・節番号をつけるのが面倒くさい</vt:lpstr>
      <vt:lpstr>2.4) なんとかこの悩みを解決できないか？</vt:lpstr>
      <vt:lpstr>問題構造の整理と解決策</vt:lpstr>
      <vt:lpstr>3.1) まずは問題の構造を整理すると・・・</vt:lpstr>
      <vt:lpstr>3.2) 部品を組み合わせて完成版を構成する仕組みを作る</vt:lpstr>
      <vt:lpstr>3.3) 自動マージするときに章・節番号を付与する</vt:lpstr>
      <vt:lpstr>3.4) 補助機能：変数置換</vt:lpstr>
      <vt:lpstr>3.6) 補助機能： 一時メモ用シェイプの自動削除</vt:lpstr>
      <vt:lpstr>現時点の機能解説はPPTX生成機能のみ</vt:lpstr>
      <vt:lpstr>4.1) PPTX生成機能と、その他の形式文書生成機能</vt:lpstr>
      <vt:lpstr>Requirements &amp; Quick Start</vt:lpstr>
      <vt:lpstr>5.1) システム要件</vt:lpstr>
      <vt:lpstr>5.2) インストール方法</vt:lpstr>
      <vt:lpstr>5.3) Quick Start</vt:lpstr>
      <vt:lpstr>5.3.1) 2. Create merge recipe YAML</vt:lpstr>
      <vt:lpstr>5.3.2) 3. Run merge</vt:lpstr>
      <vt:lpstr>5.4) 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3677</cp:revision>
  <dcterms:modified xsi:type="dcterms:W3CDTF">2026-06-05T12:49:48Z</dcterms:modified>
</cp:coreProperties>
</file>