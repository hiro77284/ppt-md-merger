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0"/>
  </p:notesMasterIdLst>
  <p:sldIdLst>
    <p:sldId id="1797" r:id="rId2"/>
    <p:sldId id="1795" r:id="rId3"/>
    <p:sldId id="1783" r:id="rId4"/>
    <p:sldId id="1784" r:id="rId5"/>
    <p:sldId id="1782" r:id="rId6"/>
    <p:sldId id="1780" r:id="rId7"/>
    <p:sldId id="1786" r:id="rId8"/>
    <p:sldId id="1787" r:id="rId9"/>
    <p:sldId id="1789" r:id="rId10"/>
    <p:sldId id="1788" r:id="rId11"/>
    <p:sldId id="1794" r:id="rId12"/>
    <p:sldId id="1796" r:id="rId13"/>
    <p:sldId id="1785" r:id="rId14"/>
    <p:sldId id="1791" r:id="rId15"/>
    <p:sldId id="1792" r:id="rId16"/>
    <p:sldId id="1793" r:id="rId17"/>
    <p:sldId id="1798" r:id="rId18"/>
    <p:sldId id="1790" r:id="rId19"/>
  </p:sldIdLst>
  <p:sldSz cx="12192000" cy="6858000"/>
  <p:notesSz cx="6858000" cy="9144000"/>
  <p:defaultTextStyle>
    <a:defPPr>
      <a:defRPr lang="en-US"/>
    </a:defPPr>
    <a:lvl1pPr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1pPr>
    <a:lvl2pPr marL="4572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859C"/>
    <a:srgbClr val="FFCCFF"/>
    <a:srgbClr val="CCECFF"/>
    <a:srgbClr val="99FFCC"/>
    <a:srgbClr val="FFFF00"/>
    <a:srgbClr val="FF6347"/>
    <a:srgbClr val="FF9933"/>
    <a:srgbClr val="CC66FF"/>
    <a:srgbClr val="E34234"/>
    <a:srgbClr val="29292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94" autoAdjust="0"/>
    <p:restoredTop sz="50465" autoAdjust="0"/>
  </p:normalViewPr>
  <p:slideViewPr>
    <p:cSldViewPr>
      <p:cViewPr varScale="1">
        <p:scale>
          <a:sx n="56" d="100"/>
          <a:sy n="56" d="100"/>
        </p:scale>
        <p:origin x="1764" y="60"/>
      </p:cViewPr>
      <p:guideLst>
        <p:guide orient="horz" pos="2160"/>
        <p:guide pos="3840"/>
      </p:guideLst>
    </p:cSldViewPr>
  </p:slideViewPr>
  <p:outlineViewPr>
    <p:cViewPr>
      <p:scale>
        <a:sx n="33" d="100"/>
        <a:sy n="33" d="100"/>
      </p:scale>
      <p:origin x="0" y="0"/>
    </p:cViewPr>
  </p:outlineViewPr>
  <p:notesTextViewPr>
    <p:cViewPr>
      <p:scale>
        <a:sx n="100" d="100"/>
        <a:sy n="100" d="100"/>
      </p:scale>
      <p:origin x="0" y="-1776"/>
    </p:cViewPr>
  </p:notesTextViewPr>
  <p:sorterViewPr>
    <p:cViewPr>
      <p:scale>
        <a:sx n="100" d="100"/>
        <a:sy n="100" d="100"/>
      </p:scale>
      <p:origin x="0" y="-1940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4670BC-B8C6-44A7-84E1-23632D8FD86F}" type="datetimeFigureOut">
              <a:rPr kumimoji="1" lang="ja-JP" altLang="en-US" smtClean="0"/>
              <a:t>2026/6/5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10FDB7-3E02-4363-90B3-590B3C26A88D}" type="slidenum">
              <a:rPr kumimoji="1" lang="ja-JP" altLang="en-US" smtClean="0"/>
              <a:t>‹#›</a:t>
            </a:fld>
            <a:endParaRPr kumimoji="1" lang="ja-JP" altLang="en-US"/>
          </a:p>
        </p:txBody>
      </p:sp>
    </p:spTree>
    <p:extLst>
      <p:ext uri="{BB962C8B-B14F-4D97-AF65-F5344CB8AC3E}">
        <p14:creationId xmlns:p14="http://schemas.microsoft.com/office/powerpoint/2010/main" val="30673539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1pPr>
    <a:lvl2pPr marL="4572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2pPr>
    <a:lvl3pPr marL="9144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3pPr>
    <a:lvl4pPr marL="13716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4pPr>
    <a:lvl5pPr marL="18288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endParaRPr/>
          </a:p>
          <a:p>
            <a:r>
              <a:t>===BLOCK===</a:t>
            </a:r>
          </a:p>
          <a:p>
            <a:r>
              <a:t>{{BLOCK:IMAGE}}</a:t>
            </a:r>
          </a:p>
          <a:p>
            <a:endParaRPr/>
          </a:p>
          <a:p>
            <a:r>
              <a:t>export-image-mode: slide_with_rectpct</a:t>
            </a:r>
          </a:p>
          <a:p>
            <a:r>
              <a:t>export-image-target: exportrange</a:t>
            </a:r>
          </a:p>
          <a:p>
            <a:r>
              <a:rPr lang="en-US"/>
              <a:t>export-image: ../extracted/figures/&lt;__BASEFILENAME__&gt;_slide&lt;__SLIDENUM__&gt;_fig.png</a:t>
            </a:r>
          </a:p>
          <a:p>
            <a:endParaRPr/>
          </a:p>
          <a:p>
            <a:r>
              <a:t>===BLOCK===</a:t>
            </a:r>
          </a:p>
          <a:p>
            <a:r>
              <a:t>{{BLOCK:MD:LONG}}</a:t>
            </a:r>
          </a:p>
          <a:p>
            <a:endParaRPr/>
          </a:p>
          <a:p>
            <a:r>
              <a:rPr lang="en-US"/>
              <a:t>export-note: </a:t>
            </a:r>
            <a:r>
              <a:rPr lang="en-US" altLang="ja-JP"/>
              <a:t>../</a:t>
            </a:r>
            <a:r>
              <a:rPr lang="en-US"/>
              <a:t>extracted/&lt;__BASEFILENAME__&gt;_slide&lt;__SLIDENUM__&gt;_md.md</a:t>
            </a:r>
          </a:p>
          <a:p>
            <a:r>
              <a:rPr lang="en-US"/>
              <a:t>{{#id:section:&lt;__BASEFILENAME__&gt;:slide&lt;__SLIDENUM__&gt;}}</a:t>
            </a:r>
          </a:p>
          <a:p>
            <a:r>
              <a:rPr lang="en-US"/>
              <a:t>## &lt;__TITLE__&gt;</a:t>
            </a:r>
          </a:p>
          <a:p>
            <a:endParaRPr lang="en-US"/>
          </a:p>
          <a:p>
            <a:r>
              <a:rPr lang="en-US"/>
              <a:t>PPT &amp; MD merger </a:t>
            </a:r>
            <a:r>
              <a:rPr lang="ja-JP" altLang="en-US"/>
              <a:t>は、「</a:t>
            </a:r>
            <a:r>
              <a:t>pptxファイルを文書部品として扱い、多様な形式の文書を生成できるジェネレーター」 です。　（ツールそのものは Python スクリプトであり、Windows + PowerPoint 環境で</a:t>
            </a:r>
            <a:r>
              <a:rPr lang="ja-JP" altLang="en-US"/>
              <a:t>動作します</a:t>
            </a:r>
            <a:r>
              <a:t>）</a:t>
            </a:r>
          </a:p>
          <a:p>
            <a:endParaRPr/>
          </a:p>
          <a:p>
            <a:r>
              <a:t>```{=latex}</a:t>
            </a:r>
          </a:p>
          <a:p>
            <a:r>
              <a:t>\begin{center}</a:t>
            </a:r>
          </a:p>
          <a:p>
            <a:r>
              <a:t>```</a:t>
            </a:r>
          </a:p>
          <a:p>
            <a:endParaRPr/>
          </a:p>
          <a:p>
            <a:r>
              <a:rPr lang="en-US"/>
              <a:t>![](figures/&lt;__BASEFILENAME__&gt;_slide&lt;__SLIDENUM__&gt;_fig.png){ width=95% }</a:t>
            </a:r>
          </a:p>
          <a:p>
            <a:endParaRPr/>
          </a:p>
          <a:p>
            <a:r>
              <a:t>```{=latex}</a:t>
            </a:r>
          </a:p>
          <a:p>
            <a:r>
              <a:t>\end{center}</a:t>
            </a:r>
          </a:p>
          <a:p>
            <a:r>
              <a:t>```</a:t>
            </a:r>
          </a:p>
          <a:p>
            <a:endParaRPr lang="en-US"/>
          </a:p>
          <a:p>
            <a:r>
              <a:rPr lang="ja-JP" altLang="en-US"/>
              <a:t>何はともあれ使ってみたい、という場合は　</a:t>
            </a:r>
            <a:r>
              <a:rPr lang="en-US" altLang="ja-JP"/>
              <a:t>[5</a:t>
            </a:r>
            <a:r>
              <a:rPr lang="en-US" altLang="ja-JP" sz="1200" kern="0">
                <a:latin typeface="BIZ UDPゴシック" panose="020B0400000000000000" pitchFamily="50" charset="-128"/>
                <a:ea typeface="BIZ UDPゴシック" panose="020B0400000000000000" pitchFamily="50" charset="-128"/>
              </a:rPr>
              <a:t>) Requirements &amp; Quick Start</a:t>
            </a:r>
            <a:r>
              <a:rPr lang="en-US" altLang="ja-JP"/>
              <a:t>](#5-requirements--quick-start) </a:t>
            </a:r>
            <a:r>
              <a:rPr lang="ja-JP" altLang="en-US"/>
              <a:t>をご覧ください。システム要件、インストール方法、</a:t>
            </a:r>
            <a:r>
              <a:rPr lang="en-US" altLang="ja-JP"/>
              <a:t>Quick Start </a:t>
            </a:r>
            <a:r>
              <a:rPr lang="ja-JP" altLang="en-US"/>
              <a:t>ガイド、</a:t>
            </a:r>
            <a:r>
              <a:rPr lang="en-US" altLang="ja-JP"/>
              <a:t>11</a:t>
            </a:r>
            <a:r>
              <a:rPr lang="ja-JP" altLang="en-US"/>
              <a:t>種類のサンプルデータの案内があります。</a:t>
            </a:r>
            <a:endParaRPr lang="en-US" altLang="ja-JP"/>
          </a:p>
          <a:p>
            <a:endParaRPr lang="en-US"/>
          </a:p>
          <a:p>
            <a:r>
              <a:rPr lang="ja-JP" altLang="en-US"/>
              <a:t>何やら変わったコンセプトっぽいから、そこからじっくり知りたいという場合はこのまま次の </a:t>
            </a:r>
            <a:r>
              <a:rPr lang="en-US" altLang="ja-JP"/>
              <a:t>[2) </a:t>
            </a:r>
            <a:r>
              <a:rPr lang="ja-JP" altLang="en-US"/>
              <a:t>大きな </a:t>
            </a:r>
            <a:r>
              <a:rPr lang="en-US" altLang="ja-JP"/>
              <a:t>PowerPoint</a:t>
            </a:r>
            <a:r>
              <a:rPr lang="ja-JP" altLang="en-US"/>
              <a:t>ファイ ルを作る時の悩みとは？</a:t>
            </a:r>
            <a:r>
              <a:rPr lang="en-US" altLang="ja-JP"/>
              <a:t>](#2-%E5%A4%A7%E3%81%8D%E3%81%AApowerpoint%E3%83%95%E3%82%A1%E3%82%A4%E3%83%AB%E3%82%92%E4%BD%9C%E3%82%8B%E6%99%82%E3%81%AE%E6%82%A9%E3%81%BF%E3%81%A8%E3%81%AF) </a:t>
            </a:r>
            <a:r>
              <a:rPr lang="ja-JP" altLang="en-US"/>
              <a:t>へ進んでください。</a:t>
            </a:r>
            <a:endParaRPr lang="en-US" altLang="ja-JP"/>
          </a:p>
          <a:p>
            <a:endParaRPr lang="en-US" altLang="ja-JP"/>
          </a:p>
          <a:p>
            <a:r>
              <a:rPr lang="ja-JP" altLang="en-US"/>
              <a:t>何ができるツールなのか詳細に知りたい場合は</a:t>
            </a:r>
            <a:r>
              <a:rPr lang="en-US" altLang="ja-JP"/>
              <a:t>[5.4) Examples](#54-examples)</a:t>
            </a:r>
            <a:r>
              <a:rPr lang="ja-JP" altLang="en-US"/>
              <a:t>から機能別詳細解説に飛べます。</a:t>
            </a:r>
          </a:p>
          <a:p>
            <a:endParaRPr lang="ja-JP" altLang="en-US"/>
          </a:p>
          <a:p>
            <a:r>
              <a:rPr lang="ja-JP" altLang="en-US"/>
              <a:t>ただし、現時点での機能解説は </a:t>
            </a:r>
            <a:r>
              <a:rPr lang="en-US" altLang="ja-JP"/>
              <a:t>PPTX </a:t>
            </a:r>
            <a:r>
              <a:rPr lang="ja-JP" altLang="en-US"/>
              <a:t>をマージ生成する例のみで、</a:t>
            </a:r>
            <a:r>
              <a:rPr lang="en-US" altLang="ja-JP"/>
              <a:t>MD,PDF,HTML </a:t>
            </a:r>
            <a:r>
              <a:rPr lang="ja-JP" altLang="en-US"/>
              <a:t>等の他形式文書を生成する例の解説は作っておりません。機能としては動いていますが設定が複雑なため、ドキュメントを書くのに少し時間がかかる見込みです。（</a:t>
            </a:r>
            <a:r>
              <a:rPr lang="en-US" altLang="ja-JP"/>
              <a:t>[</a:t>
            </a:r>
            <a:r>
              <a:rPr lang="ja-JP" altLang="en-US"/>
              <a:t>仕様書</a:t>
            </a:r>
            <a:r>
              <a:rPr lang="en-US" altLang="ja-JP"/>
              <a:t>](/docs/md_merge_spec.md)</a:t>
            </a:r>
            <a:r>
              <a:rPr lang="ja-JP" altLang="en-US"/>
              <a:t>はありますが、これを読んで使い方が分かるかというと難しいです）</a:t>
            </a:r>
          </a:p>
          <a:p>
            <a:endParaRPr lang="en-US" altLang="ja-JP"/>
          </a:p>
          <a:p>
            <a:endParaRPr/>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1</a:t>
            </a:fld>
            <a:endParaRPr kumimoji="1" lang="ja-JP" altLang="en-US"/>
          </a:p>
        </p:txBody>
      </p:sp>
    </p:spTree>
    <p:extLst>
      <p:ext uri="{BB962C8B-B14F-4D97-AF65-F5344CB8AC3E}">
        <p14:creationId xmlns:p14="http://schemas.microsoft.com/office/powerpoint/2010/main" val="543376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endParaRPr/>
          </a:p>
          <a:p>
            <a:r>
              <a:t>===BLOCK===</a:t>
            </a:r>
          </a:p>
          <a:p>
            <a:r>
              <a:t>{{BLOCK:IMAGE}}</a:t>
            </a:r>
          </a:p>
          <a:p>
            <a:endParaRPr/>
          </a:p>
          <a:p>
            <a:r>
              <a:t>export-image-mode: slide_with_rectpct</a:t>
            </a:r>
          </a:p>
          <a:p>
            <a:r>
              <a:t>export-image-target: exportrange</a:t>
            </a:r>
          </a:p>
          <a:p>
            <a:r>
              <a:rPr lang="en-US"/>
              <a:t>export-image: </a:t>
            </a:r>
            <a:r>
              <a:rPr lang="en-US" altLang="ja-JP"/>
              <a:t>../</a:t>
            </a:r>
            <a:r>
              <a:rPr lang="en-US"/>
              <a:t>extracted/figures/&lt;__BASEFILENAME__&gt;_slide&lt;__SLIDENUM__&gt;_fig.png</a:t>
            </a:r>
          </a:p>
          <a:p>
            <a:endParaRPr/>
          </a:p>
          <a:p>
            <a:r>
              <a:t>===BLOCK===</a:t>
            </a:r>
          </a:p>
          <a:p>
            <a:r>
              <a:t>{{BLOCK:MD:LONG}}</a:t>
            </a:r>
          </a:p>
          <a:p>
            <a:endParaRPr/>
          </a:p>
          <a:p>
            <a:r>
              <a:rPr lang="en-US"/>
              <a:t>export-note: </a:t>
            </a:r>
            <a:r>
              <a:rPr lang="en-US" altLang="ja-JP"/>
              <a:t>../</a:t>
            </a:r>
            <a:r>
              <a:rPr lang="en-US"/>
              <a:t>extracted/&lt;__BASEFILENAME__&gt;_slide&lt;__SLIDENUM__&gt;_md.md</a:t>
            </a:r>
          </a:p>
          <a:p>
            <a:r>
              <a:rPr lang="en-US"/>
              <a:t>{{#id:section:&lt;__BASEFILENAME__&gt;:slide&lt;__SLIDENUM__&gt;}}</a:t>
            </a:r>
          </a:p>
          <a:p>
            <a:r>
              <a:rPr lang="en-US"/>
              <a:t>## &lt;__TITLE__&gt;</a:t>
            </a:r>
          </a:p>
          <a:p>
            <a:endParaRPr/>
          </a:p>
          <a:p>
            <a:r>
              <a:t>このツールは、研修用テキストや業務マニュアルなど、「仕事を教える、手順を決める」ための資料を PowerPoint で大量に作る企業/個人のためのツールです。</a:t>
            </a:r>
          </a:p>
          <a:p>
            <a:endParaRPr lang="en-US"/>
          </a:p>
          <a:p>
            <a:r>
              <a:rPr lang="ja-JP" altLang="en-US"/>
              <a:t>その種のテキストを作る時によくある悩みとはなんでしょう？</a:t>
            </a:r>
            <a:endParaRPr lang="en-US"/>
          </a:p>
          <a:p>
            <a:endParaRPr/>
          </a:p>
          <a:p>
            <a:r>
              <a:t>```{=latex}</a:t>
            </a:r>
          </a:p>
          <a:p>
            <a:r>
              <a:t>\begin{center}</a:t>
            </a:r>
          </a:p>
          <a:p>
            <a:r>
              <a:t>```</a:t>
            </a:r>
          </a:p>
          <a:p>
            <a:endParaRPr/>
          </a:p>
          <a:p>
            <a:r>
              <a:rPr lang="en-US"/>
              <a:t>![](figures/&lt;__BASEFILENAME__&gt;_slide&lt;__SLIDENUM__&gt;_fig.png){ width=95% }</a:t>
            </a:r>
          </a:p>
          <a:p>
            <a:endParaRPr/>
          </a:p>
          <a:p>
            <a:r>
              <a:t>```{=latex}</a:t>
            </a:r>
          </a:p>
          <a:p>
            <a:r>
              <a:t>\end{center}</a:t>
            </a:r>
          </a:p>
          <a:p>
            <a:r>
              <a:t>```</a:t>
            </a:r>
          </a:p>
          <a:p>
            <a:endParaRPr lang="en-US"/>
          </a:p>
          <a:p>
            <a:r>
              <a:rPr lang="ja-JP" altLang="en-US"/>
              <a:t>たとえば、文書のバリエーションが増えすぎて収集がつかなくなる。　章・節番号をつけるのが面倒くさい。　講師用と受講者用の</a:t>
            </a:r>
            <a:r>
              <a:rPr lang="en-US" altLang="ja-JP"/>
              <a:t>2</a:t>
            </a:r>
            <a:r>
              <a:rPr lang="ja-JP" altLang="en-US"/>
              <a:t>種類を作らなきゃいけないのが面倒くさい！</a:t>
            </a:r>
            <a:endParaRPr lang="en-US" altLang="ja-JP"/>
          </a:p>
          <a:p>
            <a:endParaRPr lang="en-US" altLang="ja-JP"/>
          </a:p>
          <a:p>
            <a:r>
              <a:rPr lang="ja-JP" altLang="en-US"/>
              <a:t>こんな問題を解決するために作ったツールです。</a:t>
            </a:r>
            <a:endParaRPr lang="en-US" altLang="ja-JP"/>
          </a:p>
          <a:p>
            <a:endParaRPr lang="en-US"/>
          </a:p>
          <a:p>
            <a:r>
              <a:rPr lang="ja-JP" altLang="en-US"/>
              <a:t>そのために、</a:t>
            </a:r>
            <a:r>
              <a:t>「pptxファイルを文書部品として扱</a:t>
            </a:r>
            <a:r>
              <a:rPr lang="ja-JP" altLang="en-US"/>
              <a:t>い、必要に応じて結合する」</a:t>
            </a:r>
            <a:r>
              <a:t> というコンセプト</a:t>
            </a:r>
            <a:r>
              <a:rPr lang="ja-JP" altLang="en-US"/>
              <a:t>を採用したものです。まずはその背景から詳しくお話ししましょう</a:t>
            </a:r>
            <a:r>
              <a:t>。</a:t>
            </a:r>
            <a:endParaRPr lang="en-US"/>
          </a:p>
          <a:p>
            <a:endParaRPr/>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2</a:t>
            </a:fld>
            <a:endParaRPr kumimoji="1" lang="ja-JP" altLang="en-US"/>
          </a:p>
        </p:txBody>
      </p:sp>
    </p:spTree>
    <p:extLst>
      <p:ext uri="{BB962C8B-B14F-4D97-AF65-F5344CB8AC3E}">
        <p14:creationId xmlns:p14="http://schemas.microsoft.com/office/powerpoint/2010/main" val="7305639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endParaRPr/>
          </a:p>
          <a:p>
            <a:r>
              <a:t>===BLOCK===</a:t>
            </a:r>
          </a:p>
          <a:p>
            <a:r>
              <a:t>{{BLOCK:IMAGE}}</a:t>
            </a:r>
          </a:p>
          <a:p>
            <a:endParaRPr/>
          </a:p>
          <a:p>
            <a:r>
              <a:t>export-image-mode: slide_with_rectpct</a:t>
            </a:r>
          </a:p>
          <a:p>
            <a:r>
              <a:t>export-image-target: exportrange</a:t>
            </a:r>
          </a:p>
          <a:p>
            <a:r>
              <a:rPr lang="en-US"/>
              <a:t>export-image: </a:t>
            </a:r>
            <a:r>
              <a:rPr lang="en-US" altLang="ja-JP"/>
              <a:t>../</a:t>
            </a:r>
            <a:r>
              <a:rPr lang="en-US"/>
              <a:t>extracted/figures/&lt;__BASEFILENAME__&gt;_slide&lt;__SLIDENUM__&gt;_fig.png</a:t>
            </a:r>
          </a:p>
          <a:p>
            <a:endParaRPr/>
          </a:p>
          <a:p>
            <a:r>
              <a:t>===BLOCK===</a:t>
            </a:r>
          </a:p>
          <a:p>
            <a:r>
              <a:t>{{BLOCK:MD:LONG}}</a:t>
            </a:r>
          </a:p>
          <a:p>
            <a:endParaRPr/>
          </a:p>
          <a:p>
            <a:r>
              <a:rPr lang="en-US"/>
              <a:t>export-note: </a:t>
            </a:r>
            <a:r>
              <a:rPr lang="en-US" altLang="ja-JP"/>
              <a:t>../</a:t>
            </a:r>
            <a:r>
              <a:rPr lang="en-US"/>
              <a:t>extracted/&lt;__BASEFILENAME__&gt;_slide&lt;__SLIDENUM__&gt;_md.md</a:t>
            </a:r>
          </a:p>
          <a:p>
            <a:r>
              <a:rPr lang="en-US"/>
              <a:t>{{#id:section:&lt;__BASEFILENAME__&gt;:slide&lt;__SLIDENUM__&gt;}}</a:t>
            </a:r>
          </a:p>
          <a:p>
            <a:r>
              <a:rPr lang="en-US"/>
              <a:t>## &lt;__TITLE__&gt;</a:t>
            </a:r>
          </a:p>
          <a:p>
            <a:endParaRPr/>
          </a:p>
          <a:p>
            <a:r>
              <a:t>PowerPoint で研修用のテキストを作るときは、こんな悩みがよくあります。（研修用テキストに限りませんが）</a:t>
            </a:r>
          </a:p>
          <a:p>
            <a:endParaRPr/>
          </a:p>
          <a:p>
            <a:r>
              <a:t>Ａ社向けに作ったテキストをコピー＋ちょっと修正してＢ社向けを作り、それをまたコピー＋ちょっと修正してＣ社向けを作り、・・・・ということを繰り返すわけです。すると、ちょっとずつ違うバージョンが無数に増えてしまい、収拾がつかなくなってしまいます。</a:t>
            </a:r>
          </a:p>
          <a:p>
            <a:endParaRPr/>
          </a:p>
          <a:p>
            <a:r>
              <a:t>「ちょっと修正」 の中にはそのまま永続的に使うものもあれば、そのときだけの臨時の修正もあり、それを区別しておかないと **「あれ？　以前、ここのところ直したはずだったんだけど・・・」**　という問題が起きてしまいます。</a:t>
            </a:r>
          </a:p>
          <a:p>
            <a:endParaRPr/>
          </a:p>
          <a:p>
            <a:r>
              <a:t>```{=latex}</a:t>
            </a:r>
          </a:p>
          <a:p>
            <a:r>
              <a:t>\begin{center}</a:t>
            </a:r>
          </a:p>
          <a:p>
            <a:r>
              <a:t>```</a:t>
            </a:r>
          </a:p>
          <a:p>
            <a:endParaRPr/>
          </a:p>
          <a:p>
            <a:r>
              <a:rPr lang="en-US"/>
              <a:t>![](figures/&lt;__BASEFILENAME__&gt;_slide&lt;__SLIDENUM__&gt;_fig.png){ width=90% }</a:t>
            </a:r>
          </a:p>
          <a:p>
            <a:endParaRPr/>
          </a:p>
          <a:p>
            <a:r>
              <a:t>```{=latex}</a:t>
            </a:r>
          </a:p>
          <a:p>
            <a:r>
              <a:t>\end{center}</a:t>
            </a:r>
          </a:p>
          <a:p>
            <a:r>
              <a:t>```</a:t>
            </a:r>
          </a:p>
          <a:p>
            <a:endParaRPr/>
          </a:p>
          <a:p>
            <a:r>
              <a:t>結局、コピーが増殖すると、どれをマスター原本にしたら良いのか分かりません。</a:t>
            </a:r>
          </a:p>
          <a:p>
            <a:endParaRPr/>
          </a:p>
          <a:p>
            <a:r>
              <a:t>さらに、企業研修は同じ講座を定期的に行うことが多いので、「Ａ、Ｂ、Ｃ社向け」 をそれぞれメンテナンスしなければいけないのですが、すべてコピーですから、同じ修正をすべてに行う必要があり、とても面倒です。</a:t>
            </a:r>
            <a:endParaRPr lang="en-US"/>
          </a:p>
          <a:p>
            <a:endParaRPr/>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3</a:t>
            </a:fld>
            <a:endParaRPr kumimoji="1" lang="ja-JP" altLang="en-US"/>
          </a:p>
        </p:txBody>
      </p:sp>
    </p:spTree>
    <p:extLst>
      <p:ext uri="{BB962C8B-B14F-4D97-AF65-F5344CB8AC3E}">
        <p14:creationId xmlns:p14="http://schemas.microsoft.com/office/powerpoint/2010/main" val="11610001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endParaRPr/>
          </a:p>
          <a:p>
            <a:r>
              <a:t>===BLOCK===</a:t>
            </a:r>
          </a:p>
          <a:p>
            <a:r>
              <a:t>{{BLOCK:IMAGE}}</a:t>
            </a:r>
          </a:p>
          <a:p>
            <a:endParaRPr/>
          </a:p>
          <a:p>
            <a:r>
              <a:t>export-image-mode: slide_with_rectpct</a:t>
            </a:r>
          </a:p>
          <a:p>
            <a:r>
              <a:t>export-image-target: exportrange</a:t>
            </a:r>
          </a:p>
          <a:p>
            <a:r>
              <a:rPr lang="en-US"/>
              <a:t>export-image: </a:t>
            </a:r>
            <a:r>
              <a:rPr lang="en-US" altLang="ja-JP"/>
              <a:t>../</a:t>
            </a:r>
            <a:r>
              <a:rPr lang="en-US"/>
              <a:t>extracted/figures/&lt;__BASEFILENAME__&gt;_slide&lt;__SLIDENUM__&gt;_fig.png</a:t>
            </a:r>
          </a:p>
          <a:p>
            <a:endParaRPr/>
          </a:p>
          <a:p>
            <a:r>
              <a:t>===BLOCK===</a:t>
            </a:r>
          </a:p>
          <a:p>
            <a:r>
              <a:t>{{BLOCK:MD:LONG}}</a:t>
            </a:r>
          </a:p>
          <a:p>
            <a:endParaRPr/>
          </a:p>
          <a:p>
            <a:r>
              <a:rPr lang="en-US"/>
              <a:t>export-note: </a:t>
            </a:r>
            <a:r>
              <a:rPr lang="en-US" altLang="ja-JP"/>
              <a:t>../</a:t>
            </a:r>
            <a:r>
              <a:rPr lang="en-US"/>
              <a:t>extracted/&lt;__BASEFILENAME__&gt;_slide&lt;__SLIDENUM__&gt;_md.md</a:t>
            </a:r>
          </a:p>
          <a:p>
            <a:r>
              <a:rPr lang="en-US"/>
              <a:t>{{#id:section:&lt;__BASEFILENAME__&gt;:slide&lt;__SLIDENUM__&gt;}}</a:t>
            </a:r>
          </a:p>
          <a:p>
            <a:r>
              <a:rPr lang="en-US"/>
              <a:t>## &lt;__TITLE__&gt;</a:t>
            </a:r>
          </a:p>
          <a:p>
            <a:endParaRPr/>
          </a:p>
          <a:p>
            <a:r>
              <a:t>また別な悩みもあります。研修用テキストはページ数が多いので章・節番号をつけたくなるのですが、PowerPointにはWordのような自動付番機能がないので、手作業でやらなければなりません。</a:t>
            </a:r>
          </a:p>
          <a:p>
            <a:endParaRPr/>
          </a:p>
          <a:p>
            <a:r>
              <a:t>```{=latex}</a:t>
            </a:r>
          </a:p>
          <a:p>
            <a:r>
              <a:t>\begin{center}</a:t>
            </a:r>
          </a:p>
          <a:p>
            <a:r>
              <a:t>```</a:t>
            </a:r>
          </a:p>
          <a:p>
            <a:endParaRPr/>
          </a:p>
          <a:p>
            <a:r>
              <a:rPr lang="en-US"/>
              <a:t>![](figures/&lt;__BASEFILENAME__&gt;_slide&lt;__SLIDENUM__&gt;_fig.png){ width=95% }</a:t>
            </a:r>
          </a:p>
          <a:p>
            <a:endParaRPr/>
          </a:p>
          <a:p>
            <a:r>
              <a:t>```{=latex}</a:t>
            </a:r>
          </a:p>
          <a:p>
            <a:r>
              <a:t>\end{center}</a:t>
            </a:r>
          </a:p>
          <a:p>
            <a:r>
              <a:t>```</a:t>
            </a:r>
          </a:p>
          <a:p>
            <a:endParaRPr/>
          </a:p>
          <a:p>
            <a:r>
              <a:t>プレゼン用の資料なら20ページ程度で済むことが多いですが、研修テキストでは100ページを超えることもよくあります。ページの追加/削除があるたびに手動で付番しなおすのは大変な手間がかかります。</a:t>
            </a:r>
            <a:endParaRPr lang="en-US"/>
          </a:p>
          <a:p>
            <a:endParaRPr/>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4</a:t>
            </a:fld>
            <a:endParaRPr kumimoji="1" lang="ja-JP" altLang="en-US"/>
          </a:p>
        </p:txBody>
      </p:sp>
    </p:spTree>
    <p:extLst>
      <p:ext uri="{BB962C8B-B14F-4D97-AF65-F5344CB8AC3E}">
        <p14:creationId xmlns:p14="http://schemas.microsoft.com/office/powerpoint/2010/main" val="36180736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endParaRPr/>
          </a:p>
          <a:p>
            <a:r>
              <a:t>===BLOCK===</a:t>
            </a:r>
          </a:p>
          <a:p>
            <a:r>
              <a:t>{{BLOCK:IMAGE}}</a:t>
            </a:r>
          </a:p>
          <a:p>
            <a:endParaRPr/>
          </a:p>
          <a:p>
            <a:r>
              <a:t>export-image-mode: slide_with_rectpct</a:t>
            </a:r>
          </a:p>
          <a:p>
            <a:r>
              <a:t>export-image-target: exportrange</a:t>
            </a:r>
          </a:p>
          <a:p>
            <a:r>
              <a:rPr lang="en-US"/>
              <a:t>export-image: </a:t>
            </a:r>
            <a:r>
              <a:rPr lang="en-US" altLang="ja-JP"/>
              <a:t>../</a:t>
            </a:r>
            <a:r>
              <a:rPr lang="en-US"/>
              <a:t>extracted/figures/&lt;__BASEFILENAME__&gt;_slide&lt;__SLIDENUM__&gt;_fig.png</a:t>
            </a:r>
          </a:p>
          <a:p>
            <a:endParaRPr/>
          </a:p>
          <a:p>
            <a:r>
              <a:t>===BLOCK===</a:t>
            </a:r>
          </a:p>
          <a:p>
            <a:r>
              <a:t>{{BLOCK:MD:LONG}}</a:t>
            </a:r>
          </a:p>
          <a:p>
            <a:endParaRPr/>
          </a:p>
          <a:p>
            <a:r>
              <a:rPr lang="en-US"/>
              <a:t>export-note: </a:t>
            </a:r>
            <a:r>
              <a:rPr lang="en-US" altLang="ja-JP"/>
              <a:t>../</a:t>
            </a:r>
            <a:r>
              <a:rPr lang="en-US"/>
              <a:t>extracted/&lt;__BASEFILENAME__&gt;_slide&lt;__SLIDENUM__&gt;_md.md</a:t>
            </a:r>
          </a:p>
          <a:p>
            <a:r>
              <a:rPr lang="en-US"/>
              <a:t>{{#id:section:&lt;__BASEFILENAME__&gt;:slide&lt;__SLIDENUM__&gt;}}</a:t>
            </a:r>
          </a:p>
          <a:p>
            <a:r>
              <a:rPr lang="en-US"/>
              <a:t>## &lt;__TITLE__&gt;</a:t>
            </a:r>
          </a:p>
          <a:p>
            <a:endParaRPr/>
          </a:p>
          <a:p>
            <a:r>
              <a:t>つまり悩みはおおまかに</a:t>
            </a:r>
          </a:p>
          <a:p>
            <a:endParaRPr/>
          </a:p>
          <a:p>
            <a:r>
              <a:t>1. コピー増殖問題</a:t>
            </a:r>
          </a:p>
          <a:p>
            <a:r>
              <a:t>1. 章節番号問題</a:t>
            </a:r>
          </a:p>
          <a:p>
            <a:endParaRPr/>
          </a:p>
          <a:p>
            <a:r>
              <a:t>の2つです。なんとかこれを解決できないか？　と考えて、</a:t>
            </a:r>
          </a:p>
          <a:p>
            <a:endParaRPr/>
          </a:p>
          <a:p>
            <a:r>
              <a:t>```{=latex}</a:t>
            </a:r>
          </a:p>
          <a:p>
            <a:r>
              <a:t>\begin{center}</a:t>
            </a:r>
          </a:p>
          <a:p>
            <a:r>
              <a:t>```</a:t>
            </a:r>
          </a:p>
          <a:p>
            <a:endParaRPr/>
          </a:p>
          <a:p>
            <a:r>
              <a:rPr lang="en-US"/>
              <a:t>![](figures/&lt;__BASEFILENAME__&gt;_slide&lt;__SLIDENUM__&gt;_fig.png){ width=80% }</a:t>
            </a:r>
          </a:p>
          <a:p>
            <a:endParaRPr/>
          </a:p>
          <a:p>
            <a:r>
              <a:t>```{=latex}</a:t>
            </a:r>
          </a:p>
          <a:p>
            <a:r>
              <a:t>\end{center}</a:t>
            </a:r>
          </a:p>
          <a:p>
            <a:r>
              <a:t>```</a:t>
            </a:r>
          </a:p>
          <a:p>
            <a:endParaRPr/>
          </a:p>
          <a:p>
            <a:r>
              <a:t>PowerPoint 部品マージツール、 PPT &amp; MD merger を作りました！</a:t>
            </a:r>
            <a:endParaRPr lang="en-US"/>
          </a:p>
          <a:p>
            <a:endParaRPr/>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5</a:t>
            </a:fld>
            <a:endParaRPr kumimoji="1" lang="ja-JP" altLang="en-US"/>
          </a:p>
        </p:txBody>
      </p:sp>
    </p:spTree>
    <p:extLst>
      <p:ext uri="{BB962C8B-B14F-4D97-AF65-F5344CB8AC3E}">
        <p14:creationId xmlns:p14="http://schemas.microsoft.com/office/powerpoint/2010/main" val="19317753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endParaRPr/>
          </a:p>
          <a:p>
            <a:r>
              <a:t>===BLOCK===</a:t>
            </a:r>
          </a:p>
          <a:p>
            <a:r>
              <a:t>{{BLOCK:IMAGE}}</a:t>
            </a:r>
          </a:p>
          <a:p>
            <a:endParaRPr/>
          </a:p>
          <a:p>
            <a:r>
              <a:t>export-image-mode: slide_with_rectpct</a:t>
            </a:r>
          </a:p>
          <a:p>
            <a:r>
              <a:t>export-image-target: exportrange</a:t>
            </a:r>
          </a:p>
          <a:p>
            <a:r>
              <a:rPr lang="en-US"/>
              <a:t>export-image: </a:t>
            </a:r>
            <a:r>
              <a:rPr lang="en-US" altLang="ja-JP"/>
              <a:t>../</a:t>
            </a:r>
            <a:r>
              <a:rPr lang="en-US"/>
              <a:t>extracted/figures/&lt;__BASEFILENAME__&gt;_slide&lt;__SLIDENUM__&gt;_fig.png</a:t>
            </a:r>
          </a:p>
          <a:p>
            <a:endParaRPr/>
          </a:p>
          <a:p>
            <a:r>
              <a:t>===BLOCK===</a:t>
            </a:r>
          </a:p>
          <a:p>
            <a:r>
              <a:t>{{BLOCK:MD:LONG}}</a:t>
            </a:r>
          </a:p>
          <a:p>
            <a:endParaRPr/>
          </a:p>
          <a:p>
            <a:r>
              <a:rPr lang="en-US"/>
              <a:t>export-note: </a:t>
            </a:r>
            <a:r>
              <a:rPr lang="en-US" altLang="ja-JP"/>
              <a:t>../</a:t>
            </a:r>
            <a:r>
              <a:rPr lang="en-US"/>
              <a:t>extracted/&lt;__BASEFILENAME__&gt;_slide&lt;__SLIDENUM__&gt;_md.md</a:t>
            </a:r>
          </a:p>
          <a:p>
            <a:r>
              <a:rPr lang="en-US"/>
              <a:t>{{#id:section:&lt;__BASEFILENAME__&gt;:slide&lt;__SLIDENUM__&gt;}}</a:t>
            </a:r>
          </a:p>
          <a:p>
            <a:r>
              <a:rPr lang="en-US"/>
              <a:t>## &lt;__TITLE__&gt;</a:t>
            </a:r>
          </a:p>
          <a:p>
            <a:endParaRPr/>
          </a:p>
          <a:p>
            <a:r>
              <a:t>いったん、問題の構造を整理しましょう。</a:t>
            </a:r>
          </a:p>
          <a:p>
            <a:endParaRPr/>
          </a:p>
          <a:p>
            <a:r>
              <a:t>大きなPowerPointファイルも実際は小さな部品の集合体です。</a:t>
            </a:r>
          </a:p>
          <a:p>
            <a:endParaRPr/>
          </a:p>
          <a:p>
            <a:r>
              <a:t>```{=latex}</a:t>
            </a:r>
          </a:p>
          <a:p>
            <a:r>
              <a:t>\begin{center}</a:t>
            </a:r>
          </a:p>
          <a:p>
            <a:r>
              <a:t>```</a:t>
            </a:r>
          </a:p>
          <a:p>
            <a:endParaRPr/>
          </a:p>
          <a:p>
            <a:r>
              <a:rPr lang="en-US"/>
              <a:t>![](figures/&lt;__BASEFILENAME__&gt;_slide&lt;__SLIDENUM__&gt;_fig.png){ width=80% }</a:t>
            </a:r>
          </a:p>
          <a:p>
            <a:endParaRPr/>
          </a:p>
          <a:p>
            <a:r>
              <a:t>```{=latex}</a:t>
            </a:r>
          </a:p>
          <a:p>
            <a:r>
              <a:t>\end{center}</a:t>
            </a:r>
          </a:p>
          <a:p>
            <a:r>
              <a:t>```</a:t>
            </a:r>
          </a:p>
          <a:p>
            <a:endParaRPr/>
          </a:p>
          <a:p>
            <a:r>
              <a:t>たとえばＡ社向け、Ｂ、Ｃ社向けと3種類の .pptx があるとして、その中には３社共通の部品もあれば２社共通の部品、各社専用の部品もあります。その組合せが各社違うということです。</a:t>
            </a:r>
            <a:endParaRPr lang="en-US"/>
          </a:p>
          <a:p>
            <a:endParaRPr/>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6</a:t>
            </a:fld>
            <a:endParaRPr kumimoji="1" lang="ja-JP" altLang="en-US"/>
          </a:p>
        </p:txBody>
      </p:sp>
    </p:spTree>
    <p:extLst>
      <p:ext uri="{BB962C8B-B14F-4D97-AF65-F5344CB8AC3E}">
        <p14:creationId xmlns:p14="http://schemas.microsoft.com/office/powerpoint/2010/main" val="18739539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endParaRPr/>
          </a:p>
          <a:p>
            <a:r>
              <a:t>===BLOCK===</a:t>
            </a:r>
          </a:p>
          <a:p>
            <a:r>
              <a:t>{{BLOCK:IMAGE}}</a:t>
            </a:r>
          </a:p>
          <a:p>
            <a:endParaRPr/>
          </a:p>
          <a:p>
            <a:r>
              <a:t>export-image-mode: slide_with_rectpct</a:t>
            </a:r>
          </a:p>
          <a:p>
            <a:r>
              <a:t>export-image-target: exportrange</a:t>
            </a:r>
          </a:p>
          <a:p>
            <a:r>
              <a:rPr lang="en-US"/>
              <a:t>export-image: ../extracted/figures/&lt;__BASEFILENAME__&gt;_slide&lt;__SLIDENUM__&gt;_fig.png</a:t>
            </a:r>
          </a:p>
          <a:p>
            <a:endParaRPr/>
          </a:p>
          <a:p>
            <a:r>
              <a:t>===BLOCK===</a:t>
            </a:r>
          </a:p>
          <a:p>
            <a:r>
              <a:t>{{BLOCK:MD:LONG}}</a:t>
            </a:r>
          </a:p>
          <a:p>
            <a:endParaRPr/>
          </a:p>
          <a:p>
            <a:r>
              <a:rPr lang="en-US"/>
              <a:t>export-note: ../extracted/&lt;__BASEFILENAME__&gt;_slide&lt;__SLIDENUM__&gt;_md.md</a:t>
            </a:r>
          </a:p>
          <a:p>
            <a:r>
              <a:rPr lang="en-US"/>
              <a:t>{{#id:section:&lt;__BASEFILENAME__&gt;:slide&lt;__SLIDENUM__&gt;}}</a:t>
            </a:r>
          </a:p>
          <a:p>
            <a:r>
              <a:rPr lang="en-US"/>
              <a:t>## &lt;__TITLE__&gt;</a:t>
            </a:r>
          </a:p>
          <a:p>
            <a:endParaRPr/>
          </a:p>
          <a:p>
            <a:r>
              <a:t>そこで、部品の組み合わせを自動的に結合（マージ）して完成版を作れるしくみがあれば良さそうです。</a:t>
            </a:r>
          </a:p>
          <a:p>
            <a:endParaRPr/>
          </a:p>
          <a:p>
            <a:r>
              <a:t>pptx部品単位でマスターを管理し、更新は必ずマスターに対して行うようにします。そうすれば 「○○社向け構成」 が何百種類あってもマージするだけで完成版ができるので、自動的に各社向け完成版に反映可能です。</a:t>
            </a:r>
          </a:p>
          <a:p>
            <a:endParaRPr/>
          </a:p>
          <a:p>
            <a:r>
              <a:t>```{=latex}</a:t>
            </a:r>
          </a:p>
          <a:p>
            <a:r>
              <a:t>\begin{center}</a:t>
            </a:r>
          </a:p>
          <a:p>
            <a:r>
              <a:t>```</a:t>
            </a:r>
          </a:p>
          <a:p>
            <a:endParaRPr/>
          </a:p>
          <a:p>
            <a:r>
              <a:rPr lang="en-US"/>
              <a:t>![](figures/&lt;__BASEFILENAME__&gt;_slide&lt;__SLIDENUM__&gt;_fig.png){ width=95% }</a:t>
            </a:r>
          </a:p>
          <a:p>
            <a:endParaRPr/>
          </a:p>
          <a:p>
            <a:r>
              <a:t>```{=latex}</a:t>
            </a:r>
          </a:p>
          <a:p>
            <a:r>
              <a:t>\end{center}</a:t>
            </a:r>
          </a:p>
          <a:p>
            <a:r>
              <a:t>```</a:t>
            </a:r>
          </a:p>
          <a:p>
            <a:endParaRPr/>
          </a:p>
          <a:p>
            <a:r>
              <a:t>したがって、原則としてマージ後は編集しません。（その場限りで捨てるような語句軽微な修正はしてもかまいませんが）</a:t>
            </a:r>
            <a:endParaRPr lang="en-US"/>
          </a:p>
          <a:p>
            <a:endParaRPr/>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7</a:t>
            </a:fld>
            <a:endParaRPr kumimoji="1" lang="ja-JP" altLang="en-US"/>
          </a:p>
        </p:txBody>
      </p:sp>
    </p:spTree>
    <p:extLst>
      <p:ext uri="{BB962C8B-B14F-4D97-AF65-F5344CB8AC3E}">
        <p14:creationId xmlns:p14="http://schemas.microsoft.com/office/powerpoint/2010/main" val="22449007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endParaRPr/>
          </a:p>
          <a:p>
            <a:r>
              <a:t>===BLOCK===</a:t>
            </a:r>
          </a:p>
          <a:p>
            <a:r>
              <a:t>{{BLOCK:IMAGE}}</a:t>
            </a:r>
          </a:p>
          <a:p>
            <a:endParaRPr/>
          </a:p>
          <a:p>
            <a:r>
              <a:t>export-image-mode: slide_with_rectpct</a:t>
            </a:r>
          </a:p>
          <a:p>
            <a:r>
              <a:t>export-image-target: exportrange</a:t>
            </a:r>
          </a:p>
          <a:p>
            <a:r>
              <a:rPr lang="en-US"/>
              <a:t>export-image: ../extracted/figures/&lt;__BASEFILENAME__&gt;_slide&lt;__SLIDENUM__&gt;_fig.png</a:t>
            </a:r>
          </a:p>
          <a:p>
            <a:endParaRPr/>
          </a:p>
          <a:p>
            <a:r>
              <a:t>===BLOCK===</a:t>
            </a:r>
          </a:p>
          <a:p>
            <a:r>
              <a:t>{{BLOCK:MD:LONG}}</a:t>
            </a:r>
          </a:p>
          <a:p>
            <a:endParaRPr/>
          </a:p>
          <a:p>
            <a:r>
              <a:rPr lang="en-US"/>
              <a:t>export-note: ../extracted/&lt;__BASEFILENAME__&gt;_slide&lt;__SLIDENUM__&gt;_md.md</a:t>
            </a:r>
          </a:p>
          <a:p>
            <a:r>
              <a:rPr lang="en-US"/>
              <a:t>{{#id:section:&lt;__BASEFILENAME__&gt;:slide&lt;__SLIDENUM__&gt;}}</a:t>
            </a:r>
          </a:p>
          <a:p>
            <a:r>
              <a:rPr lang="en-US"/>
              <a:t>## &lt;__TITLE__&gt;</a:t>
            </a:r>
          </a:p>
          <a:p>
            <a:endParaRPr/>
          </a:p>
          <a:p>
            <a:r>
              <a:t>自動マージするときに章/節番号の付与もできます。</a:t>
            </a:r>
          </a:p>
          <a:p>
            <a:endParaRPr/>
          </a:p>
          <a:p>
            <a:r>
              <a:t>```{=latex}</a:t>
            </a:r>
          </a:p>
          <a:p>
            <a:r>
              <a:t>\begin{center}</a:t>
            </a:r>
          </a:p>
          <a:p>
            <a:r>
              <a:t>```</a:t>
            </a:r>
          </a:p>
          <a:p>
            <a:endParaRPr/>
          </a:p>
          <a:p>
            <a:r>
              <a:rPr lang="en-US"/>
              <a:t>![](figures/&lt;__BASEFILENAME__&gt;_slide&lt;__SLIDENUM__&gt;_fig.png){ width=95% }</a:t>
            </a:r>
          </a:p>
          <a:p>
            <a:endParaRPr/>
          </a:p>
          <a:p>
            <a:r>
              <a:t>```{=latex}</a:t>
            </a:r>
          </a:p>
          <a:p>
            <a:r>
              <a:t>\end{center}</a:t>
            </a:r>
          </a:p>
          <a:p>
            <a:r>
              <a:t>```</a:t>
            </a:r>
          </a:p>
          <a:p>
            <a:endParaRPr/>
          </a:p>
          <a:p>
            <a:r>
              <a:t>部品側には番号を付与せず、マージ時に付番するので各社向けの構成の違いにも対応できます。</a:t>
            </a:r>
            <a:endParaRPr lang="en-US"/>
          </a:p>
          <a:p>
            <a:endParaRPr/>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8</a:t>
            </a:fld>
            <a:endParaRPr kumimoji="1" lang="ja-JP" altLang="en-US"/>
          </a:p>
        </p:txBody>
      </p:sp>
    </p:spTree>
    <p:extLst>
      <p:ext uri="{BB962C8B-B14F-4D97-AF65-F5344CB8AC3E}">
        <p14:creationId xmlns:p14="http://schemas.microsoft.com/office/powerpoint/2010/main" val="16462931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endParaRPr/>
          </a:p>
          <a:p>
            <a:r>
              <a:t>===BLOCK===</a:t>
            </a:r>
          </a:p>
          <a:p>
            <a:r>
              <a:t>{{BLOCK:IMAGE}}</a:t>
            </a:r>
          </a:p>
          <a:p>
            <a:endParaRPr/>
          </a:p>
          <a:p>
            <a:r>
              <a:t>export-image-mode: slide_with_rectpct</a:t>
            </a:r>
          </a:p>
          <a:p>
            <a:r>
              <a:t>export-image-target: exportrange</a:t>
            </a:r>
          </a:p>
          <a:p>
            <a:r>
              <a:rPr lang="en-US"/>
              <a:t>export-image: ../extracted/figures/&lt;__BASEFILENAME__&gt;_slide&lt;__SLIDENUM__&gt;_fig.png</a:t>
            </a:r>
          </a:p>
          <a:p>
            <a:endParaRPr/>
          </a:p>
          <a:p>
            <a:r>
              <a:t>===BLOCK===</a:t>
            </a:r>
          </a:p>
          <a:p>
            <a:r>
              <a:t>{{BLOCK:MD:LONG}}</a:t>
            </a:r>
          </a:p>
          <a:p>
            <a:endParaRPr/>
          </a:p>
          <a:p>
            <a:r>
              <a:rPr lang="en-US"/>
              <a:t>export-note: ../extracted/&lt;__BASEFILENAME__&gt;_slide&lt;__SLIDENUM__&gt;_md.md</a:t>
            </a:r>
          </a:p>
          <a:p>
            <a:r>
              <a:rPr lang="en-US"/>
              <a:t>{{#id:section:&lt;__BASEFILENAME__&gt;:slide&lt;__SLIDENUM__&gt;}}</a:t>
            </a:r>
          </a:p>
          <a:p>
            <a:r>
              <a:rPr lang="en-US"/>
              <a:t>## &lt;__TITLE__&gt;</a:t>
            </a:r>
          </a:p>
          <a:p>
            <a:endParaRPr/>
          </a:p>
          <a:p>
            <a:r>
              <a:t>さらに変数置換機能をつけました。 pptx部品上で特殊な書式で変数を書いておくと、その内容をマージ仕様書の設定にしたがって書き換えられます。</a:t>
            </a:r>
          </a:p>
          <a:p>
            <a:endParaRPr/>
          </a:p>
          <a:p>
            <a:r>
              <a:t>```{=latex}</a:t>
            </a:r>
          </a:p>
          <a:p>
            <a:r>
              <a:t>\begin{center}</a:t>
            </a:r>
          </a:p>
          <a:p>
            <a:r>
              <a:t>```</a:t>
            </a:r>
          </a:p>
          <a:p>
            <a:endParaRPr/>
          </a:p>
          <a:p>
            <a:r>
              <a:rPr lang="en-US"/>
              <a:t>![](figures/&lt;__BASEFILENAME__&gt;_slide&lt;__SLIDENUM__&gt;_fig.png){ width=90% }</a:t>
            </a:r>
          </a:p>
          <a:p>
            <a:endParaRPr/>
          </a:p>
          <a:p>
            <a:r>
              <a:t>```{=latex}</a:t>
            </a:r>
          </a:p>
          <a:p>
            <a:r>
              <a:t>\end{center}</a:t>
            </a:r>
          </a:p>
          <a:p>
            <a:r>
              <a:t>```</a:t>
            </a:r>
          </a:p>
          <a:p>
            <a:endParaRPr/>
          </a:p>
          <a:p>
            <a:r>
              <a:t>仕向先別のバリエーションをこの方法でも吸収することができます。</a:t>
            </a:r>
            <a:endParaRPr lang="en-US"/>
          </a:p>
          <a:p>
            <a:endParaRPr/>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9</a:t>
            </a:fld>
            <a:endParaRPr kumimoji="1" lang="ja-JP" altLang="en-US"/>
          </a:p>
        </p:txBody>
      </p:sp>
    </p:spTree>
    <p:extLst>
      <p:ext uri="{BB962C8B-B14F-4D97-AF65-F5344CB8AC3E}">
        <p14:creationId xmlns:p14="http://schemas.microsoft.com/office/powerpoint/2010/main" val="23619840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endParaRPr/>
          </a:p>
          <a:p>
            <a:r>
              <a:t>===BLOCK===</a:t>
            </a:r>
          </a:p>
          <a:p>
            <a:r>
              <a:t>{{BLOCK:IMAGE}}</a:t>
            </a:r>
          </a:p>
          <a:p>
            <a:endParaRPr/>
          </a:p>
          <a:p>
            <a:r>
              <a:t>export-image-mode: slide_with_rectpct</a:t>
            </a:r>
          </a:p>
          <a:p>
            <a:r>
              <a:t>export-image-target: exportrange</a:t>
            </a:r>
          </a:p>
          <a:p>
            <a:r>
              <a:rPr lang="en-US"/>
              <a:t>export-image: ../extracted/figures/&lt;__BASEFILENAME__&gt;_slide&lt;__SLIDENUM__&gt;_fig.png</a:t>
            </a:r>
          </a:p>
          <a:p>
            <a:endParaRPr/>
          </a:p>
          <a:p>
            <a:r>
              <a:t>===BLOCK===</a:t>
            </a:r>
          </a:p>
          <a:p>
            <a:r>
              <a:t>{{BLOCK:MD:LONG}}</a:t>
            </a:r>
          </a:p>
          <a:p>
            <a:endParaRPr/>
          </a:p>
          <a:p>
            <a:r>
              <a:rPr lang="en-US"/>
              <a:t>export-note: ../extracted/&lt;__BASEFILENAME__&gt;_slide&lt;__SLIDENUM__&gt;_md.md</a:t>
            </a:r>
          </a:p>
          <a:p>
            <a:r>
              <a:rPr lang="en-US"/>
              <a:t>{{#id:section:&lt;__BASEFILENAME__&gt;:slide&lt;__SLIDENUM__&gt;}}</a:t>
            </a:r>
          </a:p>
          <a:p>
            <a:r>
              <a:rPr lang="en-US"/>
              <a:t>## &lt;__TITLE__&gt;</a:t>
            </a:r>
          </a:p>
          <a:p>
            <a:endParaRPr/>
          </a:p>
          <a:p>
            <a:r>
              <a:t>もう1つ、研修テキストを作る時に嬉しいのがシェイプ／スライドの自動削除機能です。 これは、「同じテキストを研修用/講師用で生成し分ける」 ために使えます。</a:t>
            </a:r>
          </a:p>
          <a:p>
            <a:endParaRPr/>
          </a:p>
          <a:p>
            <a:r>
              <a:t>研修テキストというのは、配付資料にすべての情報を載せないのが普通です。人間は自分で書いた情報の方が記憶に残るので、重要な情報は配付資料に載せず受講者自身の手で書かせることが多いのですが、そのために2種類のpptxを作るとこれは 「コピー増殖問題」 そのものであり、整合性を維持するのが非常に面倒です。</a:t>
            </a:r>
          </a:p>
          <a:p>
            <a:endParaRPr/>
          </a:p>
          <a:p>
            <a:r>
              <a:t>そこで、このシェイプ／スライド自動削除機能です。配付資料には載せたくないシェイプ／スライドに特殊マーカーを記入しておくと、オプションひとつでそれを削除したバージョン、残ったバージョンを自動生成可能です。</a:t>
            </a:r>
          </a:p>
          <a:p>
            <a:endParaRPr/>
          </a:p>
          <a:p>
            <a:r>
              <a:t>```{=latex}</a:t>
            </a:r>
          </a:p>
          <a:p>
            <a:r>
              <a:t>\begin{center}</a:t>
            </a:r>
          </a:p>
          <a:p>
            <a:r>
              <a:t>```</a:t>
            </a:r>
          </a:p>
          <a:p>
            <a:endParaRPr/>
          </a:p>
          <a:p>
            <a:r>
              <a:rPr lang="en-US"/>
              <a:t>![](figures/&lt;__BASEFILENAME__&gt;_slide&lt;__SLIDENUM__&gt;_fig.png){ width=95% }</a:t>
            </a:r>
          </a:p>
          <a:p>
            <a:endParaRPr/>
          </a:p>
          <a:p>
            <a:r>
              <a:t>```{=latex}</a:t>
            </a:r>
          </a:p>
          <a:p>
            <a:r>
              <a:t>\end{center}</a:t>
            </a:r>
          </a:p>
          <a:p>
            <a:r>
              <a:t>```</a:t>
            </a:r>
          </a:p>
          <a:p>
            <a:endParaRPr/>
          </a:p>
          <a:p>
            <a:r>
              <a:t>マスターは1つだけで、生成物が変わるだけですから、コピー増殖問題は起きません。</a:t>
            </a:r>
            <a:endParaRPr lang="en-US"/>
          </a:p>
          <a:p>
            <a:endParaRPr/>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10</a:t>
            </a:fld>
            <a:endParaRPr kumimoji="1" lang="ja-JP" altLang="en-US"/>
          </a:p>
        </p:txBody>
      </p:sp>
    </p:spTree>
    <p:extLst>
      <p:ext uri="{BB962C8B-B14F-4D97-AF65-F5344CB8AC3E}">
        <p14:creationId xmlns:p14="http://schemas.microsoft.com/office/powerpoint/2010/main" val="42638773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C1540-4952-2273-D5C6-57DA34A2520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6B53CE2-9510-95A7-53EA-77EFEFB0BAE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699B1AF-E779-ECF4-F9B7-8039C6C403C0}"/>
              </a:ext>
            </a:extLst>
          </p:cNvPr>
          <p:cNvSpPr>
            <a:spLocks noGrp="1"/>
          </p:cNvSpPr>
          <p:nvPr>
            <p:ph type="body" idx="1"/>
          </p:nvPr>
        </p:nvSpPr>
        <p:spPr/>
        <p:txBody>
          <a:bodyPr/>
          <a:lstStyle/>
          <a:p>
            <a:r>
              <a:t>NOTE_CONTENT_FORMAT: 1.0</a:t>
            </a:r>
          </a:p>
          <a:p>
            <a:endParaRPr/>
          </a:p>
          <a:p>
            <a:r>
              <a:t>===BLOCK===</a:t>
            </a:r>
          </a:p>
          <a:p>
            <a:r>
              <a:t>{{BLOCK:IMAGE}}</a:t>
            </a:r>
          </a:p>
          <a:p>
            <a:endParaRPr/>
          </a:p>
          <a:p>
            <a:r>
              <a:t>export-image-mode: slide_with_rectpct</a:t>
            </a:r>
          </a:p>
          <a:p>
            <a:r>
              <a:t>export-image-target: exportrange</a:t>
            </a:r>
          </a:p>
          <a:p>
            <a:r>
              <a:rPr lang="en-US"/>
              <a:t>export-image: ../extracted/figures/&lt;__BASEFILENAME__&gt;_slide&lt;__SLIDENUM__&gt;_fig.png</a:t>
            </a:r>
          </a:p>
          <a:p>
            <a:endParaRPr/>
          </a:p>
          <a:p>
            <a:r>
              <a:t>===BLOCK===</a:t>
            </a:r>
          </a:p>
          <a:p>
            <a:r>
              <a:t>{{BLOCK:MD:LONG}}</a:t>
            </a:r>
          </a:p>
          <a:p>
            <a:endParaRPr/>
          </a:p>
          <a:p>
            <a:r>
              <a:rPr lang="en-US"/>
              <a:t>export-note: ../extracted/&lt;__BASEFILENAME__&gt;_slide&lt;__SLIDENUM__&gt;_md.md</a:t>
            </a:r>
          </a:p>
          <a:p>
            <a:r>
              <a:rPr lang="en-US"/>
              <a:t>{{#id:section:&lt;__BASEFILENAME__&gt;:slide&lt;__SLIDENUM__&gt;}}</a:t>
            </a:r>
          </a:p>
          <a:p>
            <a:r>
              <a:rPr lang="en-US"/>
              <a:t>## &lt;__TITLE__&gt;</a:t>
            </a:r>
          </a:p>
          <a:p>
            <a:endParaRPr/>
          </a:p>
          <a:p>
            <a:r>
              <a:t>シェイプ/スライド自動削除機能の派生形で、オプションの有無を問わず必ず削除されるシェイプを作る特殊マーカーもあります。</a:t>
            </a:r>
          </a:p>
          <a:p>
            <a:endParaRPr/>
          </a:p>
          <a:p>
            <a:r>
              <a:t>長い研修テキストの制作中には、 「とりあえずたたき台を書いておくけど、必ず直前に最終確認しろ！」 というような事項がどうしても出てくるものです。 紙の資料なら付箋紙を貼るところですがデジタル文書ではそれができない。 そこでパワポ資料では付箋紙代わりに目立つ図形にそうした注意書きを書いて残しておいたりしますが、これは本番資料からは必ず削除しなければならないもの。</a:t>
            </a:r>
          </a:p>
          <a:p>
            <a:endParaRPr/>
          </a:p>
          <a:p>
            <a:r>
              <a:t>ところが・・・そう、残ってしまうことがあるんですね。</a:t>
            </a:r>
          </a:p>
          <a:p>
            <a:endParaRPr/>
          </a:p>
          <a:p>
            <a:r>
              <a:t>```{=latex}</a:t>
            </a:r>
          </a:p>
          <a:p>
            <a:r>
              <a:t>\begin{center}</a:t>
            </a:r>
          </a:p>
          <a:p>
            <a:r>
              <a:t>```</a:t>
            </a:r>
          </a:p>
          <a:p>
            <a:endParaRPr/>
          </a:p>
          <a:p>
            <a:r>
              <a:rPr lang="en-US"/>
              <a:t>![](figures/&lt;__BASEFILENAME__&gt;_slide&lt;__SLIDENUM__&gt;_fig.png){ width=90% }</a:t>
            </a:r>
          </a:p>
          <a:p>
            <a:endParaRPr/>
          </a:p>
          <a:p>
            <a:r>
              <a:t>```{=latex}</a:t>
            </a:r>
          </a:p>
          <a:p>
            <a:r>
              <a:t>\end{center}</a:t>
            </a:r>
          </a:p>
          <a:p>
            <a:r>
              <a:t>```</a:t>
            </a:r>
          </a:p>
          <a:p>
            <a:endParaRPr/>
          </a:p>
          <a:p>
            <a:r>
              <a:t>そこで、この一時メモ用シェイプの自動削除機能です。これを使えば必ず削除されるので安心です。</a:t>
            </a:r>
            <a:endParaRPr lang="en-US"/>
          </a:p>
          <a:p>
            <a:endParaRPr/>
          </a:p>
        </p:txBody>
      </p:sp>
      <p:sp>
        <p:nvSpPr>
          <p:cNvPr id="4" name="スライド番号プレースホルダー 3">
            <a:extLst>
              <a:ext uri="{FF2B5EF4-FFF2-40B4-BE49-F238E27FC236}">
                <a16:creationId xmlns:a16="http://schemas.microsoft.com/office/drawing/2014/main" id="{1FC87322-6B16-8D97-CC09-0E2A9863EA3A}"/>
              </a:ext>
            </a:extLst>
          </p:cNvPr>
          <p:cNvSpPr>
            <a:spLocks noGrp="1"/>
          </p:cNvSpPr>
          <p:nvPr>
            <p:ph type="sldNum" sz="quarter" idx="5"/>
          </p:nvPr>
        </p:nvSpPr>
        <p:spPr/>
        <p:txBody>
          <a:bodyPr/>
          <a:lstStyle/>
          <a:p>
            <a:fld id="{BA10FDB7-3E02-4363-90B3-590B3C26A88D}" type="slidenum">
              <a:rPr kumimoji="1" lang="ja-JP" altLang="en-US" smtClean="0"/>
              <a:t>11</a:t>
            </a:fld>
            <a:endParaRPr kumimoji="1" lang="ja-JP" altLang="en-US"/>
          </a:p>
        </p:txBody>
      </p:sp>
    </p:spTree>
    <p:extLst>
      <p:ext uri="{BB962C8B-B14F-4D97-AF65-F5344CB8AC3E}">
        <p14:creationId xmlns:p14="http://schemas.microsoft.com/office/powerpoint/2010/main" val="33970965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t>NOTE_CONTENT_FORMAT: 1.0</a:t>
            </a:r>
          </a:p>
          <a:p>
            <a:endParaRPr/>
          </a:p>
          <a:p>
            <a:r>
              <a:t>===BLOCK===</a:t>
            </a:r>
          </a:p>
          <a:p>
            <a:r>
              <a:t>{{BLOCK:IMAGE}}</a:t>
            </a:r>
          </a:p>
          <a:p>
            <a:endParaRPr/>
          </a:p>
          <a:p>
            <a:r>
              <a:t>export-image-mode: slide_with_rectpct</a:t>
            </a:r>
          </a:p>
          <a:p>
            <a:r>
              <a:t>export-image-target: exportrange</a:t>
            </a:r>
          </a:p>
          <a:p>
            <a:r>
              <a:rPr lang="en-US"/>
              <a:t>export-image: ../extracted/figures/&lt;__BASEFILENAME__&gt;_slide&lt;__SLIDENUM__&gt;_fig.png</a:t>
            </a:r>
          </a:p>
          <a:p>
            <a:endParaRPr/>
          </a:p>
          <a:p>
            <a:r>
              <a:t>===BLOCK===</a:t>
            </a:r>
          </a:p>
          <a:p>
            <a:r>
              <a:t>{{BLOCK:MD:LONG}}</a:t>
            </a:r>
          </a:p>
          <a:p>
            <a:endParaRPr/>
          </a:p>
          <a:p>
            <a:r>
              <a:rPr lang="en-US"/>
              <a:t>export-note: ../extracted/&lt;__BASEFILENAME__&gt;_slide&lt;__SLIDENUM__&gt;_md.md</a:t>
            </a:r>
          </a:p>
          <a:p>
            <a:r>
              <a:rPr lang="en-US"/>
              <a:t>{{#id:section:&lt;__BASEFILENAME__&gt;:slide&lt;__SLIDENUM__&gt;}}</a:t>
            </a:r>
          </a:p>
          <a:p>
            <a:r>
              <a:rPr lang="en-US"/>
              <a:t>## &lt;__TITLE__&gt;</a:t>
            </a:r>
          </a:p>
          <a:p>
            <a:endParaRPr/>
          </a:p>
          <a:p>
            <a:r>
              <a:t>なお、PPT&amp;MD merger は大まかに PPTX生成と他形式（PDF,MD,HTML)生成の２つの機能に分かれています。 PPTX生成はPPTX形式だけで完結しますが、他形式生成のほうはいったんMarkdown形式を出力して結合するので別系統の機能として構築したもので、設定方法等も少々複雑です。</a:t>
            </a:r>
          </a:p>
          <a:p>
            <a:r>
              <a:t>現時点で詳しい（図版つき）機能解説を用意しているのはPPTX生成の範囲のみで、他形式分については準備中です。ただし、他形式生成も図版つき解説がないだけで、機能としては動いているので、詳細スペック文書やサンプルを読んでいただけば、使い方は察しがつくかもしれません。</a:t>
            </a:r>
            <a:r>
              <a:rPr lang="ja-JP" altLang="en-US"/>
              <a:t>（かもしれません・・・・・保証はしない</a:t>
            </a:r>
            <a:r>
              <a:rPr lang="en-US" altLang="ja-JP"/>
              <a:t>(^_^;)</a:t>
            </a:r>
            <a:r>
              <a:rPr lang="ja-JP" altLang="en-US"/>
              <a:t>　まあ、おいおい書きますよ）</a:t>
            </a:r>
            <a:endParaRPr/>
          </a:p>
          <a:p>
            <a:endParaRPr/>
          </a:p>
          <a:p>
            <a:r>
              <a:t>```{=latex}</a:t>
            </a:r>
          </a:p>
          <a:p>
            <a:r>
              <a:t>\begin{center}</a:t>
            </a:r>
          </a:p>
          <a:p>
            <a:r>
              <a:t>```</a:t>
            </a:r>
          </a:p>
          <a:p>
            <a:endParaRPr/>
          </a:p>
          <a:p>
            <a:r>
              <a:rPr lang="en-US"/>
              <a:t>![](figures/&lt;__BASEFILENAME__&gt;_slide&lt;__SLIDENUM__&gt;_fig.png){ width=95% }</a:t>
            </a:r>
          </a:p>
          <a:p>
            <a:endParaRPr/>
          </a:p>
          <a:p>
            <a:r>
              <a:t>```{=latex}</a:t>
            </a:r>
          </a:p>
          <a:p>
            <a:r>
              <a:t>\end{center}</a:t>
            </a:r>
          </a:p>
          <a:p>
            <a:r>
              <a:t>```</a:t>
            </a:r>
          </a:p>
          <a:p>
            <a:endParaRPr/>
          </a:p>
          <a:p>
            <a:r>
              <a:t>以下、PPTX生成機能の詳細解説、および他形式生成機能も含む詳細スペック文書へのリンク一覧です。　しかし、「詳細を読むよりまず試しに使ってみたい」　という場合はこの後の Quick Start をご覧ください。</a:t>
            </a:r>
          </a:p>
          <a:p>
            <a:endParaRPr/>
          </a:p>
        </p:txBody>
      </p:sp>
      <p:sp>
        <p:nvSpPr>
          <p:cNvPr id="4" name="スライド番号プレースホルダー 3"/>
          <p:cNvSpPr>
            <a:spLocks noGrp="1"/>
          </p:cNvSpPr>
          <p:nvPr>
            <p:ph type="sldNum" sz="quarter" idx="5"/>
          </p:nvPr>
        </p:nvSpPr>
        <p:spPr/>
        <p:txBody>
          <a:bodyPr/>
          <a:lstStyle/>
          <a:p>
            <a:fld id="{BA10FDB7-3E02-4363-90B3-590B3C26A88D}" type="slidenum">
              <a:rPr kumimoji="1" lang="ja-JP" altLang="en-US" smtClean="0"/>
              <a:t>12</a:t>
            </a:fld>
            <a:endParaRPr kumimoji="1" lang="ja-JP" altLang="en-US"/>
          </a:p>
        </p:txBody>
      </p:sp>
    </p:spTree>
    <p:extLst>
      <p:ext uri="{BB962C8B-B14F-4D97-AF65-F5344CB8AC3E}">
        <p14:creationId xmlns:p14="http://schemas.microsoft.com/office/powerpoint/2010/main" val="42086878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endParaRPr/>
          </a:p>
          <a:p>
            <a:r>
              <a:t>===BLOCK===</a:t>
            </a:r>
          </a:p>
          <a:p>
            <a:r>
              <a:t>{{BLOCK:IMAGE}}</a:t>
            </a:r>
          </a:p>
          <a:p>
            <a:endParaRPr/>
          </a:p>
          <a:p>
            <a:r>
              <a:t>export-image-mode: </a:t>
            </a:r>
          </a:p>
          <a:p>
            <a:r>
              <a:t>export-image-target: </a:t>
            </a:r>
          </a:p>
          <a:p>
            <a:r>
              <a:t>export-image: </a:t>
            </a:r>
          </a:p>
          <a:p>
            <a:endParaRPr/>
          </a:p>
          <a:p>
            <a:r>
              <a:t>===BLOCK===</a:t>
            </a:r>
          </a:p>
          <a:p>
            <a:r>
              <a:t>{{BLOCK:MD:LONG}}</a:t>
            </a:r>
          </a:p>
          <a:p>
            <a:endParaRPr/>
          </a:p>
          <a:p>
            <a:r>
              <a:rPr lang="en-US"/>
              <a:t>export-note: ../extracted/&lt;__BASEFILENAME__&gt;_slide&lt;__SLIDENUM__&gt;_md.md</a:t>
            </a:r>
          </a:p>
          <a:p>
            <a:r>
              <a:rPr lang="en-US"/>
              <a:t>{{#id:section:&lt;__BASEFILENAME__&gt;:slide&lt;__SLIDENUM__&gt;}}</a:t>
            </a:r>
          </a:p>
          <a:p>
            <a:r>
              <a:rPr lang="en-US"/>
              <a:t>## &lt;__TITLE__&gt;</a:t>
            </a:r>
          </a:p>
          <a:p>
            <a:endParaRPr/>
          </a:p>
          <a:p>
            <a:r>
              <a:t>PPTX生成機能のみ、とりあえず試してみるための手順を示します。</a:t>
            </a:r>
          </a:p>
          <a:p>
            <a:endParaRPr/>
          </a:p>
          <a:p>
            <a:r>
              <a:t>PPT &amp; MD merger のシステム要件です。</a:t>
            </a:r>
          </a:p>
          <a:p>
            <a:endParaRPr/>
          </a:p>
          <a:p>
            <a:r>
              <a:t>### OS</a:t>
            </a:r>
          </a:p>
          <a:p>
            <a:endParaRPr/>
          </a:p>
          <a:p>
            <a:r>
              <a:t>```</a:t>
            </a:r>
            <a:r>
              <a:rPr lang="en-US"/>
              <a:t>md</a:t>
            </a:r>
            <a:endParaRPr/>
          </a:p>
          <a:p>
            <a:r>
              <a:t>Windows10/11</a:t>
            </a:r>
          </a:p>
          <a:p>
            <a:r>
              <a:t>```</a:t>
            </a:r>
          </a:p>
          <a:p>
            <a:endParaRPr/>
          </a:p>
          <a:p>
            <a:r>
              <a:t>### Software</a:t>
            </a:r>
          </a:p>
          <a:p>
            <a:endParaRPr/>
          </a:p>
          <a:p>
            <a:r>
              <a:t>Python 3.11以上</a:t>
            </a:r>
          </a:p>
          <a:p>
            <a:endParaRPr/>
          </a:p>
          <a:p>
            <a:r>
              <a:t>```</a:t>
            </a:r>
            <a:r>
              <a:rPr lang="en-US"/>
              <a:t>md</a:t>
            </a:r>
            <a:endParaRPr/>
          </a:p>
          <a:p>
            <a:r>
              <a:t>Microsoft PowerPoint Desktop版</a:t>
            </a:r>
          </a:p>
          <a:p>
            <a:r>
              <a:t>  - Microsoft 365</a:t>
            </a:r>
          </a:p>
          <a:p>
            <a:r>
              <a:t>  - PowerPoint 2021 など</a:t>
            </a:r>
          </a:p>
          <a:p>
            <a:r>
              <a:t>```</a:t>
            </a:r>
          </a:p>
          <a:p>
            <a:endParaRPr/>
          </a:p>
          <a:p>
            <a:endParaRPr/>
          </a:p>
          <a:p>
            <a:r>
              <a:t>```</a:t>
            </a:r>
            <a:r>
              <a:rPr lang="en-US"/>
              <a:t>md</a:t>
            </a:r>
            <a:endParaRPr/>
          </a:p>
          <a:p>
            <a:r>
              <a:t>Test環境</a:t>
            </a:r>
          </a:p>
          <a:p>
            <a:r>
              <a:t>  - Windows 11</a:t>
            </a:r>
          </a:p>
          <a:p>
            <a:r>
              <a:t>  - Python 3.14</a:t>
            </a:r>
          </a:p>
          <a:p>
            <a:r>
              <a:t>  - PowerPoint for Microsoft 365</a:t>
            </a:r>
          </a:p>
          <a:p>
            <a:r>
              <a:t>```</a:t>
            </a:r>
            <a:endParaRPr lang="en-US"/>
          </a:p>
          <a:p>
            <a:endParaRPr/>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13</a:t>
            </a:fld>
            <a:endParaRPr kumimoji="1" lang="ja-JP" altLang="en-US"/>
          </a:p>
        </p:txBody>
      </p:sp>
    </p:spTree>
    <p:extLst>
      <p:ext uri="{BB962C8B-B14F-4D97-AF65-F5344CB8AC3E}">
        <p14:creationId xmlns:p14="http://schemas.microsoft.com/office/powerpoint/2010/main" val="10579334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96A3A-A767-953F-BA0A-17362CEEEBE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CAA5C5D-D26E-08E5-5AC2-AC7E82AFE70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9DDA49-A17D-2B3D-5D49-512B9AD83B23}"/>
              </a:ext>
            </a:extLst>
          </p:cNvPr>
          <p:cNvSpPr>
            <a:spLocks noGrp="1"/>
          </p:cNvSpPr>
          <p:nvPr>
            <p:ph type="body" idx="1"/>
          </p:nvPr>
        </p:nvSpPr>
        <p:spPr/>
        <p:txBody>
          <a:bodyPr/>
          <a:lstStyle/>
          <a:p>
            <a:r>
              <a:t>NOTE_CONTENT_FORMAT: 1.0</a:t>
            </a:r>
          </a:p>
          <a:p>
            <a:endParaRPr/>
          </a:p>
          <a:p>
            <a:r>
              <a:t>===BLOCK===</a:t>
            </a:r>
          </a:p>
          <a:p>
            <a:r>
              <a:t>{{BLOCK:IMAGE}}</a:t>
            </a:r>
          </a:p>
          <a:p>
            <a:endParaRPr/>
          </a:p>
          <a:p>
            <a:r>
              <a:t>export-image-mode: </a:t>
            </a:r>
          </a:p>
          <a:p>
            <a:r>
              <a:t>export-image-target: </a:t>
            </a:r>
          </a:p>
          <a:p>
            <a:r>
              <a:t>export-image: </a:t>
            </a:r>
          </a:p>
          <a:p>
            <a:endParaRPr/>
          </a:p>
          <a:p>
            <a:r>
              <a:t>===BLOCK===</a:t>
            </a:r>
          </a:p>
          <a:p>
            <a:r>
              <a:t>{{BLOCK:MD:LONG}}</a:t>
            </a:r>
          </a:p>
          <a:p>
            <a:endParaRPr/>
          </a:p>
          <a:p>
            <a:r>
              <a:rPr lang="en-US"/>
              <a:t>export-note: ../extracted/&lt;__BASEFILENAME__&gt;_slide&lt;__SLIDENUM__&gt;_md.md</a:t>
            </a:r>
          </a:p>
          <a:p>
            <a:r>
              <a:rPr lang="en-US"/>
              <a:t>{{#id:section:&lt;__BASEFILENAME__&gt;:slide&lt;__SLIDENUM__&gt;}}</a:t>
            </a:r>
          </a:p>
          <a:p>
            <a:r>
              <a:rPr lang="en-US"/>
              <a:t>## &lt;__TITLE__&gt;</a:t>
            </a:r>
          </a:p>
          <a:p>
            <a:endParaRPr/>
          </a:p>
          <a:p>
            <a:r>
              <a:t>### 1. Clone repository</a:t>
            </a:r>
          </a:p>
          <a:p>
            <a:endParaRPr/>
          </a:p>
          <a:p>
            <a:r>
              <a:t>```</a:t>
            </a:r>
            <a:r>
              <a:rPr lang="en-US"/>
              <a:t>bash</a:t>
            </a:r>
            <a:endParaRPr/>
          </a:p>
          <a:p>
            <a:r>
              <a:t>git clone https://github.com/USERNAME/ppt-md-merger.git</a:t>
            </a:r>
          </a:p>
          <a:p>
            <a:r>
              <a:t>cd ppt-md-merger</a:t>
            </a:r>
          </a:p>
          <a:p>
            <a:r>
              <a:t>```</a:t>
            </a:r>
          </a:p>
          <a:p>
            <a:endParaRPr/>
          </a:p>
          <a:p>
            <a:r>
              <a:t>### 2. Create virtual environment</a:t>
            </a:r>
          </a:p>
          <a:p>
            <a:endParaRPr/>
          </a:p>
          <a:p>
            <a:r>
              <a:t>python仮想環境の構築</a:t>
            </a:r>
          </a:p>
          <a:p>
            <a:r>
              <a:t>```</a:t>
            </a:r>
            <a:r>
              <a:rPr lang="en-US" altLang="ja-JP"/>
              <a:t>powershell</a:t>
            </a:r>
          </a:p>
          <a:p>
            <a:r>
              <a:t>python -m venv .venv</a:t>
            </a:r>
          </a:p>
          <a:p>
            <a:r>
              <a:t>```</a:t>
            </a:r>
          </a:p>
          <a:p>
            <a:endParaRPr/>
          </a:p>
          <a:p>
            <a:r>
              <a:t>### 3. Activate virtual environment</a:t>
            </a:r>
          </a:p>
          <a:p>
            <a:endParaRPr/>
          </a:p>
          <a:p>
            <a:r>
              <a:t>仮想環境の有効化</a:t>
            </a:r>
          </a:p>
          <a:p>
            <a:endParaRPr/>
          </a:p>
          <a:p>
            <a:r>
              <a:t>```</a:t>
            </a:r>
            <a:r>
              <a:rPr lang="en-US" altLang="ja-JP"/>
              <a:t>powershell</a:t>
            </a:r>
            <a:endParaRPr/>
          </a:p>
          <a:p>
            <a:r>
              <a:t>.venv\Scripts\Activate.ps1</a:t>
            </a:r>
          </a:p>
          <a:p>
            <a:r>
              <a:t>```</a:t>
            </a:r>
          </a:p>
          <a:p>
            <a:endParaRPr/>
          </a:p>
          <a:p>
            <a:r>
              <a:t>仮想環境からの退出</a:t>
            </a:r>
          </a:p>
          <a:p>
            <a:endParaRPr/>
          </a:p>
          <a:p>
            <a:r>
              <a:t>```</a:t>
            </a:r>
            <a:r>
              <a:rPr lang="en-US"/>
              <a:t>powershell</a:t>
            </a:r>
            <a:endParaRPr/>
          </a:p>
          <a:p>
            <a:r>
              <a:t>.venv\Scripts\</a:t>
            </a:r>
            <a:r>
              <a:rPr lang="en-US" altLang="ja-JP"/>
              <a:t>dea</a:t>
            </a:r>
            <a:r>
              <a:t>ctivate.bat</a:t>
            </a:r>
          </a:p>
          <a:p>
            <a:r>
              <a:t>```</a:t>
            </a:r>
          </a:p>
          <a:p>
            <a:endParaRPr/>
          </a:p>
          <a:p>
            <a:r>
              <a:t>### 4. Install package</a:t>
            </a:r>
          </a:p>
          <a:p>
            <a:endParaRPr/>
          </a:p>
          <a:p>
            <a:r>
              <a:t>```</a:t>
            </a:r>
            <a:r>
              <a:rPr lang="en-US"/>
              <a:t>powershell</a:t>
            </a:r>
            <a:endParaRPr/>
          </a:p>
          <a:p>
            <a:r>
              <a:t>pip install -e .</a:t>
            </a:r>
          </a:p>
          <a:p>
            <a:r>
              <a:t>```</a:t>
            </a:r>
            <a:endParaRPr lang="en-US"/>
          </a:p>
          <a:p>
            <a:endParaRPr/>
          </a:p>
        </p:txBody>
      </p:sp>
      <p:sp>
        <p:nvSpPr>
          <p:cNvPr id="4" name="スライド番号プレースホルダー 3">
            <a:extLst>
              <a:ext uri="{FF2B5EF4-FFF2-40B4-BE49-F238E27FC236}">
                <a16:creationId xmlns:a16="http://schemas.microsoft.com/office/drawing/2014/main" id="{13D4CF5F-F01C-5E5C-E79B-8EDBB7E28F38}"/>
              </a:ext>
            </a:extLst>
          </p:cNvPr>
          <p:cNvSpPr>
            <a:spLocks noGrp="1"/>
          </p:cNvSpPr>
          <p:nvPr>
            <p:ph type="sldNum" sz="quarter" idx="5"/>
          </p:nvPr>
        </p:nvSpPr>
        <p:spPr/>
        <p:txBody>
          <a:bodyPr/>
          <a:lstStyle/>
          <a:p>
            <a:fld id="{BA10FDB7-3E02-4363-90B3-590B3C26A88D}" type="slidenum">
              <a:rPr kumimoji="1" lang="ja-JP" altLang="en-US" smtClean="0"/>
              <a:t>14</a:t>
            </a:fld>
            <a:endParaRPr kumimoji="1" lang="ja-JP" altLang="en-US"/>
          </a:p>
        </p:txBody>
      </p:sp>
    </p:spTree>
    <p:extLst>
      <p:ext uri="{BB962C8B-B14F-4D97-AF65-F5344CB8AC3E}">
        <p14:creationId xmlns:p14="http://schemas.microsoft.com/office/powerpoint/2010/main" val="35339249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96A3A-A767-953F-BA0A-17362CEEEBE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CAA5C5D-D26E-08E5-5AC2-AC7E82AFE70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9DDA49-A17D-2B3D-5D49-512B9AD83B23}"/>
              </a:ext>
            </a:extLst>
          </p:cNvPr>
          <p:cNvSpPr>
            <a:spLocks noGrp="1"/>
          </p:cNvSpPr>
          <p:nvPr>
            <p:ph type="body" idx="1"/>
          </p:nvPr>
        </p:nvSpPr>
        <p:spPr/>
        <p:txBody>
          <a:bodyPr/>
          <a:lstStyle/>
          <a:p>
            <a:r>
              <a:t>NOTE_CONTENT_FORMAT: 1.0</a:t>
            </a:r>
          </a:p>
          <a:p>
            <a:endParaRPr/>
          </a:p>
          <a:p>
            <a:r>
              <a:t>===BLOCK===</a:t>
            </a:r>
          </a:p>
          <a:p>
            <a:r>
              <a:t>{{BLOCK:IMAGE}}</a:t>
            </a:r>
          </a:p>
          <a:p>
            <a:endParaRPr/>
          </a:p>
          <a:p>
            <a:r>
              <a:t>export-image-mode: </a:t>
            </a:r>
          </a:p>
          <a:p>
            <a:r>
              <a:t>export-image-target: </a:t>
            </a:r>
          </a:p>
          <a:p>
            <a:r>
              <a:t>export-image: </a:t>
            </a:r>
          </a:p>
          <a:p>
            <a:endParaRPr/>
          </a:p>
          <a:p>
            <a:r>
              <a:t>===BLOCK===</a:t>
            </a:r>
          </a:p>
          <a:p>
            <a:r>
              <a:t>{{BLOCK:MD:LONG}}</a:t>
            </a:r>
          </a:p>
          <a:p>
            <a:endParaRPr/>
          </a:p>
          <a:p>
            <a:r>
              <a:rPr lang="en-US"/>
              <a:t>export-note: ../extracted/&lt;__BASEFILENAME__&gt;_slide&lt;__SLIDENUM__&gt;_md.md</a:t>
            </a:r>
          </a:p>
          <a:p>
            <a:r>
              <a:rPr lang="en-US"/>
              <a:t>{{#id:section:&lt;__BASEFILENAME__&gt;:slide&lt;__SLIDENUM__&gt;}}</a:t>
            </a:r>
          </a:p>
          <a:p>
            <a:r>
              <a:rPr lang="en-US"/>
              <a:t>## &lt;__TITLE__&gt;</a:t>
            </a:r>
          </a:p>
          <a:p>
            <a:endParaRPr/>
          </a:p>
          <a:p>
            <a:r>
              <a:t>### 1. Prepare parts pptx files</a:t>
            </a:r>
          </a:p>
          <a:p>
            <a:endParaRPr/>
          </a:p>
          <a:p>
            <a:r>
              <a:t>適当なpptxファイルを用意します。中身は何を書いてもかまいません。</a:t>
            </a:r>
          </a:p>
          <a:p>
            <a:endParaRPr/>
          </a:p>
          <a:p>
            <a:r>
              <a:t>```</a:t>
            </a:r>
          </a:p>
          <a:p>
            <a:r>
              <a:t>parts/</a:t>
            </a:r>
          </a:p>
          <a:p>
            <a:r>
              <a:t>├── 00_intro.pptx</a:t>
            </a:r>
          </a:p>
          <a:p>
            <a:r>
              <a:t>├── 10_basic.pptx</a:t>
            </a:r>
          </a:p>
          <a:p>
            <a:r>
              <a:t>└── 20_example.pptx</a:t>
            </a:r>
          </a:p>
          <a:p>
            <a:r>
              <a:t>```</a:t>
            </a:r>
          </a:p>
        </p:txBody>
      </p:sp>
      <p:sp>
        <p:nvSpPr>
          <p:cNvPr id="4" name="スライド番号プレースホルダー 3">
            <a:extLst>
              <a:ext uri="{FF2B5EF4-FFF2-40B4-BE49-F238E27FC236}">
                <a16:creationId xmlns:a16="http://schemas.microsoft.com/office/drawing/2014/main" id="{13D4CF5F-F01C-5E5C-E79B-8EDBB7E28F38}"/>
              </a:ext>
            </a:extLst>
          </p:cNvPr>
          <p:cNvSpPr>
            <a:spLocks noGrp="1"/>
          </p:cNvSpPr>
          <p:nvPr>
            <p:ph type="sldNum" sz="quarter" idx="5"/>
          </p:nvPr>
        </p:nvSpPr>
        <p:spPr/>
        <p:txBody>
          <a:bodyPr/>
          <a:lstStyle/>
          <a:p>
            <a:fld id="{BA10FDB7-3E02-4363-90B3-590B3C26A88D}" type="slidenum">
              <a:rPr kumimoji="1" lang="ja-JP" altLang="en-US" smtClean="0"/>
              <a:t>15</a:t>
            </a:fld>
            <a:endParaRPr kumimoji="1" lang="ja-JP" altLang="en-US"/>
          </a:p>
        </p:txBody>
      </p:sp>
    </p:spTree>
    <p:extLst>
      <p:ext uri="{BB962C8B-B14F-4D97-AF65-F5344CB8AC3E}">
        <p14:creationId xmlns:p14="http://schemas.microsoft.com/office/powerpoint/2010/main" val="42095551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96A3A-A767-953F-BA0A-17362CEEEBE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CAA5C5D-D26E-08E5-5AC2-AC7E82AFE70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9DDA49-A17D-2B3D-5D49-512B9AD83B23}"/>
              </a:ext>
            </a:extLst>
          </p:cNvPr>
          <p:cNvSpPr>
            <a:spLocks noGrp="1"/>
          </p:cNvSpPr>
          <p:nvPr>
            <p:ph type="body" idx="1"/>
          </p:nvPr>
        </p:nvSpPr>
        <p:spPr/>
        <p:txBody>
          <a:bodyPr/>
          <a:lstStyle/>
          <a:p>
            <a:r>
              <a:t>NOTE_CONTENT_FORMAT: 1.0</a:t>
            </a:r>
          </a:p>
          <a:p>
            <a:endParaRPr/>
          </a:p>
          <a:p>
            <a:r>
              <a:t>===BLOCK===</a:t>
            </a:r>
          </a:p>
          <a:p>
            <a:r>
              <a:t>{{BLOCK:IMAGE}}</a:t>
            </a:r>
          </a:p>
          <a:p>
            <a:endParaRPr/>
          </a:p>
          <a:p>
            <a:r>
              <a:t>export-image-mode: </a:t>
            </a:r>
          </a:p>
          <a:p>
            <a:r>
              <a:t>export-image-target: </a:t>
            </a:r>
          </a:p>
          <a:p>
            <a:r>
              <a:t>export-image: </a:t>
            </a:r>
          </a:p>
          <a:p>
            <a:endParaRPr/>
          </a:p>
          <a:p>
            <a:r>
              <a:t>===BLOCK===</a:t>
            </a:r>
          </a:p>
          <a:p>
            <a:r>
              <a:t>{{BLOCK:MD:LONG}}</a:t>
            </a:r>
          </a:p>
          <a:p>
            <a:endParaRPr/>
          </a:p>
          <a:p>
            <a:r>
              <a:rPr lang="en-US"/>
              <a:t>export-note: ../extracted/&lt;__BASEFILENAME__&gt;_slide&lt;__SLIDENUM__&gt;_md.md</a:t>
            </a:r>
          </a:p>
          <a:p>
            <a:r>
              <a:rPr lang="en-US"/>
              <a:t>{{#id:subsection:&lt;__BASEFILENAME__&gt;:slide&lt;__SLIDENUM__&gt;_2}} </a:t>
            </a:r>
          </a:p>
          <a:p>
            <a:r>
              <a:t>### 2. Create merge recipe YAML</a:t>
            </a:r>
          </a:p>
          <a:p>
            <a:endParaRPr/>
          </a:p>
          <a:p>
            <a:r>
              <a:t>PowerPointファイルを単純結合する結合指示書のサンプル</a:t>
            </a:r>
          </a:p>
          <a:p>
            <a:endParaRPr/>
          </a:p>
          <a:p>
            <a:r>
              <a:t>```</a:t>
            </a:r>
          </a:p>
          <a:p>
            <a:r>
              <a:t>output: </a:t>
            </a:r>
          </a:p>
          <a:p>
            <a:r>
              <a:t>  pptxfilename: merged.pptx        # 結合後のpptxファイルのファイル名</a:t>
            </a:r>
          </a:p>
          <a:p>
            <a:endParaRPr/>
          </a:p>
          <a:p>
            <a:r>
              <a:t>procedure:</a:t>
            </a:r>
          </a:p>
          <a:p>
            <a:r>
              <a:t>  - operation: insertpptx		 # 結合後対象のファイルを列挙する</a:t>
            </a:r>
          </a:p>
          <a:p>
            <a:r>
              <a:t>    pptxfilename: 00_intro.pptx</a:t>
            </a:r>
          </a:p>
          <a:p>
            <a:r>
              <a:t>  - operation: insertpptx</a:t>
            </a:r>
          </a:p>
          <a:p>
            <a:r>
              <a:t>    pptxfilename: 10_basic.pptx</a:t>
            </a:r>
          </a:p>
          <a:p>
            <a:r>
              <a:t>  - operation: insertpptx</a:t>
            </a:r>
          </a:p>
          <a:p>
            <a:r>
              <a:t>    pptxfilename: 20_example.pptx</a:t>
            </a:r>
          </a:p>
          <a:p>
            <a:r>
              <a:t>```</a:t>
            </a:r>
            <a:endParaRPr lang="en-US"/>
          </a:p>
          <a:p>
            <a:endParaRPr/>
          </a:p>
        </p:txBody>
      </p:sp>
      <p:sp>
        <p:nvSpPr>
          <p:cNvPr id="4" name="スライド番号プレースホルダー 3">
            <a:extLst>
              <a:ext uri="{FF2B5EF4-FFF2-40B4-BE49-F238E27FC236}">
                <a16:creationId xmlns:a16="http://schemas.microsoft.com/office/drawing/2014/main" id="{13D4CF5F-F01C-5E5C-E79B-8EDBB7E28F38}"/>
              </a:ext>
            </a:extLst>
          </p:cNvPr>
          <p:cNvSpPr>
            <a:spLocks noGrp="1"/>
          </p:cNvSpPr>
          <p:nvPr>
            <p:ph type="sldNum" sz="quarter" idx="5"/>
          </p:nvPr>
        </p:nvSpPr>
        <p:spPr/>
        <p:txBody>
          <a:bodyPr/>
          <a:lstStyle/>
          <a:p>
            <a:fld id="{BA10FDB7-3E02-4363-90B3-590B3C26A88D}" type="slidenum">
              <a:rPr kumimoji="1" lang="ja-JP" altLang="en-US" smtClean="0"/>
              <a:t>16</a:t>
            </a:fld>
            <a:endParaRPr kumimoji="1" lang="ja-JP" altLang="en-US"/>
          </a:p>
        </p:txBody>
      </p:sp>
    </p:spTree>
    <p:extLst>
      <p:ext uri="{BB962C8B-B14F-4D97-AF65-F5344CB8AC3E}">
        <p14:creationId xmlns:p14="http://schemas.microsoft.com/office/powerpoint/2010/main" val="13613327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96A3A-A767-953F-BA0A-17362CEEEBE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CAA5C5D-D26E-08E5-5AC2-AC7E82AFE70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9DDA49-A17D-2B3D-5D49-512B9AD83B23}"/>
              </a:ext>
            </a:extLst>
          </p:cNvPr>
          <p:cNvSpPr>
            <a:spLocks noGrp="1"/>
          </p:cNvSpPr>
          <p:nvPr>
            <p:ph type="body" idx="1"/>
          </p:nvPr>
        </p:nvSpPr>
        <p:spPr/>
        <p:txBody>
          <a:bodyPr/>
          <a:lstStyle/>
          <a:p>
            <a:r>
              <a:t>NOTE_CONTENT_FORMAT: 1.0</a:t>
            </a:r>
          </a:p>
          <a:p>
            <a:endParaRPr/>
          </a:p>
          <a:p>
            <a:r>
              <a:t>===BLOCK===</a:t>
            </a:r>
          </a:p>
          <a:p>
            <a:r>
              <a:t>{{BLOCK:IMAGE}}</a:t>
            </a:r>
          </a:p>
          <a:p>
            <a:endParaRPr/>
          </a:p>
          <a:p>
            <a:r>
              <a:t>export-image-mode: </a:t>
            </a:r>
          </a:p>
          <a:p>
            <a:r>
              <a:t>export-image-target: </a:t>
            </a:r>
          </a:p>
          <a:p>
            <a:r>
              <a:t>export-image: </a:t>
            </a:r>
          </a:p>
          <a:p>
            <a:endParaRPr/>
          </a:p>
          <a:p>
            <a:r>
              <a:t>===BLOCK===</a:t>
            </a:r>
          </a:p>
          <a:p>
            <a:r>
              <a:t>{{BLOCK:MD:LONG}}</a:t>
            </a:r>
          </a:p>
          <a:p>
            <a:endParaRPr/>
          </a:p>
          <a:p>
            <a:r>
              <a:rPr lang="en-US"/>
              <a:t>export-note: ../extracted/&lt;__BASEFILENAME__&gt;_slide&lt;__SLIDENUM__&gt;_md.md</a:t>
            </a:r>
          </a:p>
          <a:p>
            <a:r>
              <a:rPr lang="en-US"/>
              <a:t>{{#id:subsection:&lt;__BASEFILENAME__&gt;:slide&lt;__SLIDENUM__&gt;_3}} --&gt;</a:t>
            </a:r>
          </a:p>
          <a:p>
            <a:r>
              <a:t>### 3. Run merge</a:t>
            </a:r>
          </a:p>
          <a:p>
            <a:endParaRPr/>
          </a:p>
          <a:p>
            <a:r>
              <a:t>```</a:t>
            </a:r>
          </a:p>
          <a:p>
            <a:r>
              <a:rPr lang="en-US"/>
              <a:t>ppt</a:t>
            </a:r>
            <a:r>
              <a:t>mdmerge pptmerge merge_recipe.yaml  [options]</a:t>
            </a:r>
          </a:p>
          <a:p>
            <a:r>
              <a:t>```</a:t>
            </a:r>
          </a:p>
          <a:p>
            <a:endParaRPr/>
          </a:p>
          <a:p>
            <a:r>
              <a:t>```</a:t>
            </a:r>
          </a:p>
          <a:p>
            <a:r>
              <a:t>options</a:t>
            </a:r>
          </a:p>
          <a:p>
            <a:r>
              <a:t>  --log-level debug    設定ミス等を検証するために処理内容を確認したい場合、デバッグ表示を有効に</a:t>
            </a:r>
          </a:p>
          <a:p>
            <a:r>
              <a:t>  --force              何度も作り直す場合は出力ファイルを上書きにする</a:t>
            </a:r>
          </a:p>
          <a:p>
            <a:r>
              <a:t>```</a:t>
            </a:r>
          </a:p>
          <a:p>
            <a:endParaRPr/>
          </a:p>
          <a:p>
            <a:r>
              <a:t>### 4. output</a:t>
            </a:r>
          </a:p>
          <a:p>
            <a:endParaRPr/>
          </a:p>
          <a:p>
            <a:r>
              <a:t>```</a:t>
            </a:r>
          </a:p>
          <a:p>
            <a:r>
              <a:t>merged.pptx</a:t>
            </a:r>
          </a:p>
          <a:p>
            <a:r>
              <a:t>```</a:t>
            </a:r>
            <a:endParaRPr lang="en-US"/>
          </a:p>
          <a:p>
            <a:endParaRPr/>
          </a:p>
        </p:txBody>
      </p:sp>
      <p:sp>
        <p:nvSpPr>
          <p:cNvPr id="4" name="スライド番号プレースホルダー 3">
            <a:extLst>
              <a:ext uri="{FF2B5EF4-FFF2-40B4-BE49-F238E27FC236}">
                <a16:creationId xmlns:a16="http://schemas.microsoft.com/office/drawing/2014/main" id="{13D4CF5F-F01C-5E5C-E79B-8EDBB7E28F38}"/>
              </a:ext>
            </a:extLst>
          </p:cNvPr>
          <p:cNvSpPr>
            <a:spLocks noGrp="1"/>
          </p:cNvSpPr>
          <p:nvPr>
            <p:ph type="sldNum" sz="quarter" idx="5"/>
          </p:nvPr>
        </p:nvSpPr>
        <p:spPr/>
        <p:txBody>
          <a:bodyPr/>
          <a:lstStyle/>
          <a:p>
            <a:fld id="{BA10FDB7-3E02-4363-90B3-590B3C26A88D}" type="slidenum">
              <a:rPr kumimoji="1" lang="ja-JP" altLang="en-US" smtClean="0"/>
              <a:t>17</a:t>
            </a:fld>
            <a:endParaRPr kumimoji="1" lang="ja-JP" altLang="en-US"/>
          </a:p>
        </p:txBody>
      </p:sp>
    </p:spTree>
    <p:extLst>
      <p:ext uri="{BB962C8B-B14F-4D97-AF65-F5344CB8AC3E}">
        <p14:creationId xmlns:p14="http://schemas.microsoft.com/office/powerpoint/2010/main" val="34778907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96A3A-A767-953F-BA0A-17362CEEEBE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CAA5C5D-D26E-08E5-5AC2-AC7E82AFE70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9DDA49-A17D-2B3D-5D49-512B9AD83B23}"/>
              </a:ext>
            </a:extLst>
          </p:cNvPr>
          <p:cNvSpPr>
            <a:spLocks noGrp="1"/>
          </p:cNvSpPr>
          <p:nvPr>
            <p:ph type="body" idx="1"/>
          </p:nvPr>
        </p:nvSpPr>
        <p:spPr/>
        <p:txBody>
          <a:bodyPr/>
          <a:lstStyle/>
          <a:p>
            <a:r>
              <a:t>NOTE_CONTENT_FORMAT: 1.0</a:t>
            </a:r>
          </a:p>
          <a:p>
            <a:endParaRPr/>
          </a:p>
          <a:p>
            <a:r>
              <a:t>===BLOCK===</a:t>
            </a:r>
          </a:p>
          <a:p>
            <a:r>
              <a:t>{{BLOCK:IMAGE}}</a:t>
            </a:r>
          </a:p>
          <a:p>
            <a:endParaRPr/>
          </a:p>
          <a:p>
            <a:r>
              <a:t>export-image-mode: </a:t>
            </a:r>
          </a:p>
          <a:p>
            <a:r>
              <a:t>export-image-target: </a:t>
            </a:r>
          </a:p>
          <a:p>
            <a:r>
              <a:t>export-image: </a:t>
            </a:r>
          </a:p>
          <a:p>
            <a:endParaRPr/>
          </a:p>
          <a:p>
            <a:r>
              <a:t>===BLOCK===</a:t>
            </a:r>
          </a:p>
          <a:p>
            <a:r>
              <a:t>{{BLOCK:MD:LONG}}</a:t>
            </a:r>
          </a:p>
          <a:p>
            <a:endParaRPr lang="en-US"/>
          </a:p>
          <a:p>
            <a:r>
              <a:rPr lang="en-US"/>
              <a:t>export-note: ../extracted/&lt;__BASEFILENAME__&gt;_slide&lt;__SLIDENUM__&gt;_md.md</a:t>
            </a:r>
          </a:p>
          <a:p>
            <a:r>
              <a:rPr lang="en-US"/>
              <a:t>{{#id:section:&lt;__BASEFILENAME__&gt;:slide&lt;__SLIDENUM__&gt;}}</a:t>
            </a:r>
          </a:p>
          <a:p>
            <a:r>
              <a:rPr lang="en-US"/>
              <a:t>## &lt;__TITLE__&gt;</a:t>
            </a:r>
          </a:p>
          <a:p>
            <a:endParaRPr lang="en-US"/>
          </a:p>
          <a:p>
            <a:r>
              <a:rPr lang="en-US"/>
              <a:t>### </a:t>
            </a:r>
            <a:r>
              <a:rPr lang="ja-JP" altLang="en-US"/>
              <a:t>単純マージ</a:t>
            </a:r>
            <a:endParaRPr lang="en-US" altLang="ja-JP"/>
          </a:p>
          <a:p>
            <a:endParaRPr/>
          </a:p>
          <a:p>
            <a:r>
              <a:rPr lang="ja-JP" altLang="en-US"/>
              <a:t>２つのファイルを単純に結合するサンプルです。</a:t>
            </a:r>
            <a:endParaRPr lang="en-US"/>
          </a:p>
          <a:p>
            <a:endParaRPr lang="en-US" altLang="ja-JP"/>
          </a:p>
          <a:p>
            <a:r>
              <a:rPr lang="ja-JP" altLang="en-US"/>
              <a:t>サンプルフォルダ：　</a:t>
            </a:r>
            <a:r>
              <a:rPr lang="en-US" altLang="ja-JP"/>
              <a:t>pm1_simple_ppt_merge</a:t>
            </a:r>
          </a:p>
          <a:p>
            <a:endParaRPr lang="en-US"/>
          </a:p>
          <a:p>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a:t>
            </a:r>
            <a:r>
              <a:rPr kumimoji="1" lang="ja-JP" altLang="en-US" sz="1200" b="0" kern="1200">
                <a:solidFill>
                  <a:schemeClr val="tx1"/>
                </a:solidFill>
                <a:effectLst/>
                <a:latin typeface="BIZ UDPゴシック" panose="020B0400000000000000" pitchFamily="50" charset="-128"/>
                <a:ea typeface="BIZ UDPゴシック" panose="020B0400000000000000" pitchFamily="50" charset="-128"/>
                <a:cs typeface="+mn-cs"/>
              </a:rPr>
              <a:t>サンプル：単純マージ</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](../../pm1_simple_ppt_merge/build/figures/simple_ppt_merge_guide_keyvisual.png/)</a:t>
            </a:r>
            <a:r>
              <a:rPr lang="en-US" altLang="ja-JP"/>
              <a:t>{ width=60% }</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](../../pm1_simple_ppt_merge/README.md)</a:t>
            </a:r>
          </a:p>
          <a:p>
            <a:pPr marL="0" marR="0" lvl="0" indent="0" algn="l" defTabSz="914400" rtl="0" eaLnBrk="1" fontAlgn="auto" latinLnBrk="0" hangingPunct="1">
              <a:lnSpc>
                <a:spcPct val="100000"/>
              </a:lnSpc>
              <a:spcBef>
                <a:spcPts val="0"/>
              </a:spcBef>
              <a:spcAft>
                <a:spcPts val="0"/>
              </a:spcAft>
              <a:buClrTx/>
              <a:buSzTx/>
              <a:buFontTx/>
              <a:buNone/>
              <a:tabLst/>
              <a:defRPr/>
            </a:pPr>
            <a:b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br>
            <a:r>
              <a:rPr lang="en-US" altLang="ja-JP"/>
              <a:t>```{=latex}</a:t>
            </a:r>
          </a:p>
          <a:p>
            <a:r>
              <a:rPr lang="en-US" altLang="ja-JP"/>
              <a:t>\par\vspace{5\baselineskip}</a:t>
            </a:r>
          </a:p>
          <a:p>
            <a:r>
              <a:rPr lang="en-US" altLang="ja-JP"/>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a:p>
          <a:p>
            <a:r>
              <a:rPr lang="en-US" altLang="ja-JP"/>
              <a:t>### </a:t>
            </a:r>
            <a:r>
              <a:rPr lang="ja-JP" altLang="en-US"/>
              <a:t>簡易ナンバリング</a:t>
            </a:r>
            <a:endParaRPr lang="en-US" altLang="ja-JP"/>
          </a:p>
          <a:p>
            <a:endParaRPr lang="ja-JP" altLang="en-US"/>
          </a:p>
          <a:p>
            <a:r>
              <a:rPr lang="en-US" altLang="ja-JP"/>
              <a:t>2</a:t>
            </a:r>
            <a:r>
              <a:rPr lang="ja-JP" altLang="en-US"/>
              <a:t>つの </a:t>
            </a:r>
            <a:r>
              <a:rPr lang="en-US" altLang="ja-JP"/>
              <a:t>pptx </a:t>
            </a:r>
            <a:r>
              <a:rPr lang="ja-JP" altLang="en-US"/>
              <a:t>ファイルを結合してファイル単位で </a:t>
            </a:r>
            <a:r>
              <a:rPr lang="en-US" altLang="ja-JP"/>
              <a:t>chapter </a:t>
            </a:r>
            <a:r>
              <a:rPr lang="ja-JP" altLang="en-US"/>
              <a:t>としてナンバリングする機能のサンプルです。</a:t>
            </a:r>
          </a:p>
          <a:p>
            <a:endParaRPr lang="ja-JP" altLang="en-US"/>
          </a:p>
          <a:p>
            <a:r>
              <a:rPr lang="ja-JP" altLang="en-US"/>
              <a:t>サンプルフォルダ：　</a:t>
            </a:r>
            <a:r>
              <a:rPr lang="en-US" altLang="ja-JP"/>
              <a:t>pm2_simple_numbering</a:t>
            </a:r>
          </a:p>
          <a:p>
            <a:endParaRPr lang="en-US" altLang="ja-JP"/>
          </a:p>
          <a:p>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a:t>
            </a:r>
            <a:r>
              <a:rPr kumimoji="1" lang="ja-JP" altLang="en-US" sz="1200" b="0" kern="1200">
                <a:solidFill>
                  <a:schemeClr val="tx1"/>
                </a:solidFill>
                <a:effectLst/>
                <a:latin typeface="BIZ UDPゴシック" panose="020B0400000000000000" pitchFamily="50" charset="-128"/>
                <a:ea typeface="BIZ UDPゴシック" panose="020B0400000000000000" pitchFamily="50" charset="-128"/>
                <a:cs typeface="+mn-cs"/>
              </a:rPr>
              <a:t>サンプル：</a:t>
            </a:r>
            <a:r>
              <a:rPr lang="ja-JP" altLang="en-US"/>
              <a:t>簡易ナンバリング</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a:t>
            </a:r>
            <a:r>
              <a:rPr lang="en-US" altLang="ja-JP"/>
              <a:t>pm2_simple_numbering</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/build/figures/</a:t>
            </a:r>
            <a:r>
              <a:rPr lang="en-US" altLang="ja-JP"/>
              <a:t>simple_numbering_</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guide_keyvisual.png/)</a:t>
            </a:r>
            <a:r>
              <a:rPr lang="en-US" altLang="ja-JP"/>
              <a:t>{ width=70% }</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a:t>
            </a:r>
            <a:r>
              <a:rPr lang="en-US" altLang="ja-JP"/>
              <a:t>pm2_simple_numbering</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/README.md)</a:t>
            </a:r>
          </a:p>
          <a:p>
            <a:pPr marL="0" marR="0" lvl="0" indent="0" algn="l" defTabSz="914400" rtl="0" eaLnBrk="1" fontAlgn="auto" latinLnBrk="0" hangingPunct="1">
              <a:lnSpc>
                <a:spcPct val="100000"/>
              </a:lnSpc>
              <a:spcBef>
                <a:spcPts val="0"/>
              </a:spcBef>
              <a:spcAft>
                <a:spcPts val="0"/>
              </a:spcAft>
              <a:buClrTx/>
              <a:buSzTx/>
              <a:buFontTx/>
              <a:buNone/>
              <a:tabLst/>
              <a:defRPr/>
            </a:pPr>
            <a:b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br>
            <a:b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br>
            <a:r>
              <a:rPr lang="en-US" altLang="ja-JP"/>
              <a:t>```{=latex}</a:t>
            </a:r>
          </a:p>
          <a:p>
            <a:r>
              <a:rPr lang="en-US" altLang="ja-JP"/>
              <a:t>\vfill</a:t>
            </a:r>
          </a:p>
          <a:p>
            <a:r>
              <a:rPr lang="en-US" altLang="ja-JP"/>
              <a:t>\newpage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a:t>```</a:t>
            </a:r>
          </a:p>
          <a:p>
            <a:endPar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endParaRPr>
          </a:p>
          <a:p>
            <a:r>
              <a:rPr lang="en-US" altLang="ja-JP"/>
              <a:t>### </a:t>
            </a:r>
            <a:r>
              <a:rPr kumimoji="1" lang="en-US" altLang="ja-JP"/>
              <a:t>chapter_marker </a:t>
            </a:r>
            <a:r>
              <a:rPr kumimoji="1" lang="ja-JP" altLang="en-US"/>
              <a:t>によるナンバリング</a:t>
            </a:r>
            <a:endParaRPr lang="en-US" altLang="ja-JP"/>
          </a:p>
          <a:p>
            <a:endParaRPr lang="ja-JP" altLang="en-US"/>
          </a:p>
          <a:p>
            <a:r>
              <a:rPr lang="ja-JP" altLang="en-US"/>
              <a:t>スライド上に埋め込んだ特殊文字列 </a:t>
            </a:r>
            <a:r>
              <a:rPr lang="en-US" altLang="ja-JP"/>
              <a:t>#CHAPT#, #SECTION# </a:t>
            </a:r>
            <a:r>
              <a:rPr lang="ja-JP" altLang="en-US"/>
              <a:t>で章・節番号のカウントを行う方法のサンプルです。</a:t>
            </a:r>
          </a:p>
          <a:p>
            <a:endParaRPr lang="ja-JP" altLang="en-US"/>
          </a:p>
          <a:p>
            <a:r>
              <a:rPr lang="ja-JP" altLang="en-US"/>
              <a:t>サンプルフォルダ：　</a:t>
            </a:r>
            <a:r>
              <a:rPr lang="en-US" altLang="ja-JP"/>
              <a:t>pm3_chapter_marker_numbering</a:t>
            </a:r>
          </a:p>
          <a:p>
            <a:endParaRPr lang="en-US" altLang="ja-JP"/>
          </a:p>
          <a:p>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a:t>
            </a:r>
            <a:r>
              <a:rPr kumimoji="1" lang="ja-JP" altLang="en-US" sz="1200" b="0" kern="1200">
                <a:solidFill>
                  <a:schemeClr val="tx1"/>
                </a:solidFill>
                <a:effectLst/>
                <a:latin typeface="BIZ UDPゴシック" panose="020B0400000000000000" pitchFamily="50" charset="-128"/>
                <a:ea typeface="BIZ UDPゴシック" panose="020B0400000000000000" pitchFamily="50" charset="-128"/>
                <a:cs typeface="+mn-cs"/>
              </a:rPr>
              <a:t>サンプル：</a:t>
            </a:r>
            <a:r>
              <a:rPr kumimoji="1" lang="en-US" altLang="ja-JP"/>
              <a:t>chapter_marker </a:t>
            </a:r>
            <a:r>
              <a:rPr kumimoji="1" lang="ja-JP" altLang="en-US"/>
              <a:t>によるナンバリング</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a:t>
            </a:r>
            <a:r>
              <a:rPr lang="en-US" altLang="ja-JP"/>
              <a:t>pm3_chapter_marker_numbering</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/build/figures/</a:t>
            </a:r>
            <a:r>
              <a:rPr lang="en-US" altLang="ja-JP"/>
              <a:t>chapter_marker_numbering_</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guide_keyvisual.png/)</a:t>
            </a:r>
            <a:r>
              <a:rPr lang="en-US" altLang="ja-JP"/>
              <a:t>{ width=90% }</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a:t>
            </a:r>
            <a:r>
              <a:rPr lang="en-US" altLang="ja-JP"/>
              <a:t>pm3_chapter_marker_numbering</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/README.md)</a:t>
            </a:r>
          </a:p>
          <a:p>
            <a:b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br>
            <a:b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br>
            <a:r>
              <a:rPr lang="en-US" altLang="ja-JP"/>
              <a:t>```{=latex}</a:t>
            </a:r>
          </a:p>
          <a:p>
            <a:r>
              <a:rPr lang="en-US" altLang="ja-JP"/>
              <a:t>\par\vspace{5\baselineskip}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a:t>```</a:t>
            </a:r>
          </a:p>
          <a:p>
            <a:endParaRPr lang="en-US"/>
          </a:p>
          <a:p>
            <a:r>
              <a:rPr lang="en-US" altLang="ja-JP"/>
              <a:t>### </a:t>
            </a:r>
            <a:r>
              <a:rPr lang="ja-JP" altLang="en-US"/>
              <a:t>スライド中の変数置換</a:t>
            </a:r>
            <a:endParaRPr lang="en-US" altLang="ja-JP"/>
          </a:p>
          <a:p>
            <a:endParaRPr lang="ja-JP" altLang="en-US"/>
          </a:p>
          <a:p>
            <a:r>
              <a:rPr lang="ja-JP" altLang="en-US"/>
              <a:t>スライド上に差し替え可能なプレースホルダーを用意しておき、設定ファイルの変数でそれを差し替え表示する方法のサンプルです。</a:t>
            </a:r>
          </a:p>
          <a:p>
            <a:endParaRPr lang="ja-JP" altLang="en-US"/>
          </a:p>
          <a:p>
            <a:r>
              <a:rPr lang="ja-JP" altLang="en-US"/>
              <a:t>サンプルフォルダ：　</a:t>
            </a:r>
            <a:r>
              <a:rPr lang="en-US" altLang="ja-JP"/>
              <a:t>pm_variable_replacement</a:t>
            </a:r>
          </a:p>
          <a:p>
            <a:endParaRPr lang="en-US" altLang="ja-JP"/>
          </a:p>
          <a:p>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a:t>
            </a:r>
            <a:r>
              <a:rPr kumimoji="1" lang="ja-JP" altLang="en-US" sz="1200" b="0" kern="1200">
                <a:solidFill>
                  <a:schemeClr val="tx1"/>
                </a:solidFill>
                <a:effectLst/>
                <a:latin typeface="BIZ UDPゴシック" panose="020B0400000000000000" pitchFamily="50" charset="-128"/>
                <a:ea typeface="BIZ UDPゴシック" panose="020B0400000000000000" pitchFamily="50" charset="-128"/>
                <a:cs typeface="+mn-cs"/>
              </a:rPr>
              <a:t>サンプル：</a:t>
            </a:r>
            <a:r>
              <a:rPr lang="ja-JP" altLang="en-US"/>
              <a:t>スライド中の変数置換</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a:t>
            </a:r>
            <a:r>
              <a:rPr lang="en-US" altLang="ja-JP"/>
              <a:t>pm4_variable_replacement</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/build/figures/</a:t>
            </a:r>
            <a:r>
              <a:rPr lang="en-US" altLang="ja-JP"/>
              <a:t>variable_replacement_</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guide_keyvisual.png/)</a:t>
            </a:r>
            <a:r>
              <a:rPr lang="en-US" altLang="ja-JP"/>
              <a:t>{ width=90% }</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a:t>
            </a:r>
            <a:r>
              <a:rPr lang="en-US" altLang="ja-JP"/>
              <a:t>pm4_variable_replacement</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/README.md)</a:t>
            </a:r>
          </a:p>
          <a:p>
            <a:pPr marL="0" marR="0" lvl="0" indent="0" algn="l" defTabSz="914400" rtl="0" eaLnBrk="1" fontAlgn="auto" latinLnBrk="0" hangingPunct="1">
              <a:lnSpc>
                <a:spcPct val="100000"/>
              </a:lnSpc>
              <a:spcBef>
                <a:spcPts val="0"/>
              </a:spcBef>
              <a:spcAft>
                <a:spcPts val="0"/>
              </a:spcAft>
              <a:buClrTx/>
              <a:buSzTx/>
              <a:buFontTx/>
              <a:buNone/>
              <a:tabLst/>
              <a:defRPr/>
            </a:pPr>
            <a:b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br>
            <a:b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br>
            <a:r>
              <a:rPr lang="en-US" altLang="ja-JP"/>
              <a:t>```{=latex}</a:t>
            </a:r>
          </a:p>
          <a:p>
            <a:r>
              <a:rPr lang="en-US" altLang="ja-JP"/>
              <a:t>\vfill</a:t>
            </a:r>
          </a:p>
          <a:p>
            <a:r>
              <a:rPr lang="en-US" altLang="ja-JP"/>
              <a:t>\newpage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a:t>```</a:t>
            </a:r>
          </a:p>
          <a:p>
            <a:endParaRPr lang="en-US" altLang="ja-JP"/>
          </a:p>
          <a:p>
            <a:r>
              <a:rPr lang="en-US" altLang="ja-JP"/>
              <a:t>### Chapter Cover </a:t>
            </a:r>
            <a:r>
              <a:rPr lang="ja-JP" altLang="en-US"/>
              <a:t>挿入運用</a:t>
            </a:r>
            <a:endParaRPr lang="en-US" altLang="ja-JP"/>
          </a:p>
          <a:p>
            <a:endParaRPr lang="ja-JP" altLang="en-US"/>
          </a:p>
          <a:p>
            <a:r>
              <a:rPr lang="ja-JP" altLang="en-US"/>
              <a:t>本題のコンテンツの前に章とびら（</a:t>
            </a:r>
            <a:r>
              <a:rPr lang="en-US" altLang="ja-JP"/>
              <a:t>Chapter Cover</a:t>
            </a:r>
            <a:r>
              <a:rPr lang="ja-JP" altLang="en-US"/>
              <a:t>）を挿入する運用方法です。</a:t>
            </a:r>
            <a:endParaRPr lang="en-US" altLang="ja-JP"/>
          </a:p>
          <a:p>
            <a:endParaRPr lang="ja-JP" altLang="en-US"/>
          </a:p>
          <a:p>
            <a:r>
              <a:rPr lang="ja-JP" altLang="en-US"/>
              <a:t>サンプルフォルダ：　</a:t>
            </a:r>
            <a:r>
              <a:rPr lang="en-US" altLang="ja-JP"/>
              <a:t>pm5_chapter_cover_insertion</a:t>
            </a:r>
          </a:p>
          <a:p>
            <a:endParaRPr lang="en-US" altLang="ja-JP"/>
          </a:p>
          <a:p>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a:t>
            </a:r>
            <a:r>
              <a:rPr kumimoji="1" lang="ja-JP" altLang="en-US" sz="1200" b="0" kern="1200">
                <a:solidFill>
                  <a:schemeClr val="tx1"/>
                </a:solidFill>
                <a:effectLst/>
                <a:latin typeface="BIZ UDPゴシック" panose="020B0400000000000000" pitchFamily="50" charset="-128"/>
                <a:ea typeface="BIZ UDPゴシック" panose="020B0400000000000000" pitchFamily="50" charset="-128"/>
                <a:cs typeface="+mn-cs"/>
              </a:rPr>
              <a:t>サンプル：</a:t>
            </a:r>
            <a:r>
              <a:rPr lang="en-US" altLang="ja-JP"/>
              <a:t>Chapter Cover </a:t>
            </a:r>
            <a:r>
              <a:rPr lang="ja-JP" altLang="en-US"/>
              <a:t>挿入運用</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a:t>
            </a:r>
            <a:r>
              <a:rPr lang="en-US" altLang="ja-JP"/>
              <a:t>pm5_chapter_cover_insertion</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/build/figures/</a:t>
            </a:r>
            <a:r>
              <a:rPr lang="en-US" altLang="ja-JP"/>
              <a:t>chapter_cover_insertion_</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guide_keyvisual.png/)</a:t>
            </a:r>
            <a:r>
              <a:rPr lang="en-US" altLang="ja-JP"/>
              <a:t>{ width=80% }</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a:t>
            </a:r>
            <a:r>
              <a:rPr lang="en-US" altLang="ja-JP"/>
              <a:t>pm5_chapter_cover_insertion</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/README.md)</a:t>
            </a:r>
          </a:p>
          <a:p>
            <a:pPr marL="0" marR="0" lvl="0" indent="0" algn="l" defTabSz="914400" rtl="0" eaLnBrk="1" fontAlgn="auto" latinLnBrk="0" hangingPunct="1">
              <a:lnSpc>
                <a:spcPct val="100000"/>
              </a:lnSpc>
              <a:spcBef>
                <a:spcPts val="0"/>
              </a:spcBef>
              <a:spcAft>
                <a:spcPts val="0"/>
              </a:spcAft>
              <a:buClrTx/>
              <a:buSzTx/>
              <a:buFontTx/>
              <a:buNone/>
              <a:tabLst/>
              <a:defRPr/>
            </a:pPr>
            <a:b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br>
            <a:b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br>
            <a:r>
              <a:rPr lang="en-US" altLang="ja-JP"/>
              <a:t>```{=latex}</a:t>
            </a:r>
          </a:p>
          <a:p>
            <a:r>
              <a:rPr lang="en-US" altLang="ja-JP"/>
              <a:t>\par\vspace{5\baselineskip}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a:t>```</a:t>
            </a:r>
          </a:p>
          <a:p>
            <a:endParaRPr lang="en-US" altLang="ja-JP"/>
          </a:p>
          <a:p>
            <a:r>
              <a:rPr lang="en-US" altLang="ja-JP"/>
              <a:t>### stylebase</a:t>
            </a:r>
            <a:r>
              <a:rPr lang="ja-JP" altLang="en-US"/>
              <a:t>を別に指定する機能</a:t>
            </a:r>
            <a:endParaRPr lang="en-US" altLang="ja-JP"/>
          </a:p>
          <a:p>
            <a:endParaRPr lang="ja-JP" altLang="en-US"/>
          </a:p>
          <a:p>
            <a:r>
              <a:rPr lang="en-US" altLang="ja-JP"/>
              <a:t>pptx</a:t>
            </a:r>
            <a:r>
              <a:rPr lang="ja-JP" altLang="en-US"/>
              <a:t>ファイルを結合する際、コンテンツとは別にスタイル情報のみ使用するファイルを別途指定する機能です。</a:t>
            </a:r>
            <a:endParaRPr lang="en-US" altLang="ja-JP"/>
          </a:p>
          <a:p>
            <a:endParaRPr lang="ja-JP" altLang="en-US"/>
          </a:p>
          <a:p>
            <a:r>
              <a:rPr lang="ja-JP" altLang="en-US"/>
              <a:t>サンプルフォルダ：　</a:t>
            </a:r>
            <a:r>
              <a:rPr lang="en-US" altLang="ja-JP"/>
              <a:t>pm6_stylebase</a:t>
            </a:r>
          </a:p>
          <a:p>
            <a:endParaRPr lang="en-US" altLang="ja-JP"/>
          </a:p>
          <a:p>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a:t>
            </a:r>
            <a:r>
              <a:rPr kumimoji="1" lang="ja-JP" altLang="en-US" sz="1200" b="0" kern="1200">
                <a:solidFill>
                  <a:schemeClr val="tx1"/>
                </a:solidFill>
                <a:effectLst/>
                <a:latin typeface="BIZ UDPゴシック" panose="020B0400000000000000" pitchFamily="50" charset="-128"/>
                <a:ea typeface="BIZ UDPゴシック" panose="020B0400000000000000" pitchFamily="50" charset="-128"/>
                <a:cs typeface="+mn-cs"/>
              </a:rPr>
              <a:t>サンプル：</a:t>
            </a:r>
            <a:r>
              <a:rPr lang="en-US" altLang="ja-JP"/>
              <a:t>stylebase</a:t>
            </a:r>
            <a:r>
              <a:rPr lang="ja-JP" altLang="en-US"/>
              <a:t>を別に指定する機能</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a:t>
            </a:r>
            <a:r>
              <a:rPr lang="en-US" altLang="ja-JP"/>
              <a:t>pm6_stylebase</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/build/figures/</a:t>
            </a:r>
            <a:r>
              <a:rPr lang="en-US" altLang="ja-JP"/>
              <a:t>stylebase_</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guide_keyvisual.png/)</a:t>
            </a:r>
            <a:r>
              <a:rPr lang="en-US" altLang="ja-JP"/>
              <a:t>{ width=90% }</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a:t>
            </a:r>
            <a:r>
              <a:rPr lang="en-US" altLang="ja-JP"/>
              <a:t>pm6_stylebase</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/README.md)</a:t>
            </a:r>
          </a:p>
          <a:p>
            <a:pPr marL="0" marR="0" lvl="0" indent="0" algn="l" defTabSz="914400" rtl="0" eaLnBrk="1" fontAlgn="auto" latinLnBrk="0" hangingPunct="1">
              <a:lnSpc>
                <a:spcPct val="100000"/>
              </a:lnSpc>
              <a:spcBef>
                <a:spcPts val="0"/>
              </a:spcBef>
              <a:spcAft>
                <a:spcPts val="0"/>
              </a:spcAft>
              <a:buClrTx/>
              <a:buSzTx/>
              <a:buFontTx/>
              <a:buNone/>
              <a:tabLst/>
              <a:defRPr/>
            </a:pPr>
            <a:b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br>
            <a:b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br>
            <a:r>
              <a:rPr lang="en-US" altLang="ja-JP"/>
              <a:t>```{=latex}</a:t>
            </a:r>
          </a:p>
          <a:p>
            <a:r>
              <a:rPr lang="en-US" altLang="ja-JP"/>
              <a:t>\vfill</a:t>
            </a:r>
          </a:p>
          <a:p>
            <a:r>
              <a:rPr lang="en-US" altLang="ja-JP"/>
              <a:t>\newpage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a:p>
          <a:p>
            <a:r>
              <a:rPr lang="en-US" altLang="ja-JP"/>
              <a:t>### </a:t>
            </a:r>
            <a:r>
              <a:rPr kumimoji="1" lang="ja-JP" altLang="en-US"/>
              <a:t>ファイルの分割挿入機能</a:t>
            </a:r>
            <a:endParaRPr kumimoji="1" lang="en-US" altLang="ja-JP"/>
          </a:p>
          <a:p>
            <a:endParaRPr lang="ja-JP" altLang="en-US"/>
          </a:p>
          <a:p>
            <a:r>
              <a:rPr lang="ja-JP" altLang="en-US"/>
              <a:t>ファイル全体ではなく一部を選択して結合する機能です。</a:t>
            </a:r>
            <a:endParaRPr lang="en-US" altLang="ja-JP"/>
          </a:p>
          <a:p>
            <a:endParaRPr lang="ja-JP" altLang="en-US"/>
          </a:p>
          <a:p>
            <a:r>
              <a:rPr lang="ja-JP" altLang="en-US"/>
              <a:t>サンプルフォルダ：　</a:t>
            </a:r>
            <a:r>
              <a:rPr lang="en-US" altLang="ja-JP"/>
              <a:t>pm7_splitted_insertion</a:t>
            </a:r>
          </a:p>
          <a:p>
            <a:endParaRPr lang="en-US" altLang="ja-JP"/>
          </a:p>
          <a:p>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a:t>
            </a:r>
            <a:r>
              <a:rPr kumimoji="1" lang="ja-JP" altLang="en-US" sz="1200" b="0" kern="1200">
                <a:solidFill>
                  <a:schemeClr val="tx1"/>
                </a:solidFill>
                <a:effectLst/>
                <a:latin typeface="BIZ UDPゴシック" panose="020B0400000000000000" pitchFamily="50" charset="-128"/>
                <a:ea typeface="BIZ UDPゴシック" panose="020B0400000000000000" pitchFamily="50" charset="-128"/>
                <a:cs typeface="+mn-cs"/>
              </a:rPr>
              <a:t>サンプル：</a:t>
            </a:r>
            <a:r>
              <a:rPr kumimoji="1" lang="ja-JP" altLang="en-US"/>
              <a:t>ファイルの分割挿入機能</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a:t>
            </a:r>
            <a:r>
              <a:rPr lang="en-US" altLang="ja-JP"/>
              <a:t>pm7_splitted_insertion</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/build/figures/</a:t>
            </a:r>
            <a:r>
              <a:rPr lang="en-US" altLang="ja-JP"/>
              <a:t>splitted_insertion_</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guide_keyvisual.png/)</a:t>
            </a:r>
            <a:r>
              <a:rPr lang="en-US" altLang="ja-JP"/>
              <a:t>{ width=60% }</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a:t>
            </a:r>
            <a:r>
              <a:rPr lang="en-US" altLang="ja-JP"/>
              <a:t>pm7_splitted_insertion</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/README.md)</a:t>
            </a:r>
          </a:p>
          <a:p>
            <a:pPr marL="0" marR="0" lvl="0" indent="0" algn="l" defTabSz="914400" rtl="0" eaLnBrk="1" fontAlgn="auto" latinLnBrk="0" hangingPunct="1">
              <a:lnSpc>
                <a:spcPct val="100000"/>
              </a:lnSpc>
              <a:spcBef>
                <a:spcPts val="0"/>
              </a:spcBef>
              <a:spcAft>
                <a:spcPts val="0"/>
              </a:spcAft>
              <a:buClrTx/>
              <a:buSzTx/>
              <a:buFontTx/>
              <a:buNone/>
              <a:tabLst/>
              <a:defRPr/>
            </a:pPr>
            <a:b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br>
            <a:b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br>
            <a:r>
              <a:rPr lang="en-US" altLang="ja-JP"/>
              <a:t>```{=latex}</a:t>
            </a:r>
          </a:p>
          <a:p>
            <a:r>
              <a:rPr lang="en-US" altLang="ja-JP"/>
              <a:t>\par\vspace{5\baselineskip}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a:t>```</a:t>
            </a:r>
          </a:p>
          <a:p>
            <a:endParaRPr lang="en-US" altLang="ja-JP"/>
          </a:p>
          <a:p>
            <a:r>
              <a:rPr lang="en-US" altLang="ja-JP"/>
              <a:t>### </a:t>
            </a:r>
            <a:r>
              <a:rPr lang="ja-JP" altLang="en-US"/>
              <a:t>指定したシェイプを消去</a:t>
            </a:r>
            <a:endParaRPr lang="en-US" altLang="ja-JP"/>
          </a:p>
          <a:p>
            <a:endParaRPr lang="ja-JP" altLang="en-US"/>
          </a:p>
          <a:p>
            <a:r>
              <a:rPr lang="ja-JP" altLang="en-US"/>
              <a:t>配付資料には載せたくないシェイプを特殊マーカーで自動消去する機能です。</a:t>
            </a:r>
            <a:endParaRPr lang="en-US" altLang="ja-JP"/>
          </a:p>
          <a:p>
            <a:endParaRPr lang="ja-JP" altLang="en-US"/>
          </a:p>
          <a:p>
            <a:r>
              <a:rPr lang="ja-JP" altLang="en-US"/>
              <a:t>サンプルフォルダ：　</a:t>
            </a:r>
            <a:r>
              <a:rPr lang="en-US" altLang="ja-JP"/>
              <a:t>pm8_delete_csp</a:t>
            </a:r>
          </a:p>
          <a:p>
            <a:endParaRPr lang="en-US" altLang="ja-JP"/>
          </a:p>
          <a:p>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a:t>
            </a:r>
            <a:r>
              <a:rPr kumimoji="1" lang="ja-JP" altLang="en-US" sz="1200" b="0" kern="1200">
                <a:solidFill>
                  <a:schemeClr val="tx1"/>
                </a:solidFill>
                <a:effectLst/>
                <a:latin typeface="BIZ UDPゴシック" panose="020B0400000000000000" pitchFamily="50" charset="-128"/>
                <a:ea typeface="BIZ UDPゴシック" panose="020B0400000000000000" pitchFamily="50" charset="-128"/>
                <a:cs typeface="+mn-cs"/>
              </a:rPr>
              <a:t>サンプル：</a:t>
            </a:r>
            <a:r>
              <a:rPr lang="ja-JP" altLang="en-US"/>
              <a:t>指定したシェイプを消去</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a:t>
            </a:r>
            <a:r>
              <a:rPr lang="en-US" altLang="ja-JP"/>
              <a:t>pm8_delete_csp</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/build/figures/</a:t>
            </a:r>
            <a:r>
              <a:rPr lang="en-US" altLang="ja-JP"/>
              <a:t>delete_csp_</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guide_keyvisual.png/)</a:t>
            </a:r>
            <a:r>
              <a:rPr lang="en-US" altLang="ja-JP"/>
              <a:t>{ width=90% }</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a:t>
            </a:r>
            <a:r>
              <a:rPr lang="en-US" altLang="ja-JP"/>
              <a:t>pm8_delete_csp</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/README.md)</a:t>
            </a:r>
          </a:p>
          <a:p>
            <a:pPr marL="0" marR="0" lvl="0" indent="0" algn="l" defTabSz="914400" rtl="0" eaLnBrk="1" fontAlgn="auto" latinLnBrk="0" hangingPunct="1">
              <a:lnSpc>
                <a:spcPct val="100000"/>
              </a:lnSpc>
              <a:spcBef>
                <a:spcPts val="0"/>
              </a:spcBef>
              <a:spcAft>
                <a:spcPts val="0"/>
              </a:spcAft>
              <a:buClrTx/>
              <a:buSzTx/>
              <a:buFontTx/>
              <a:buNone/>
              <a:tabLst/>
              <a:defRPr/>
            </a:pPr>
            <a:b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br>
            <a:b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br>
            <a:r>
              <a:rPr lang="en-US" altLang="ja-JP"/>
              <a:t>```{=latex}</a:t>
            </a:r>
          </a:p>
          <a:p>
            <a:r>
              <a:rPr lang="en-US" altLang="ja-JP"/>
              <a:t>\vfill</a:t>
            </a:r>
          </a:p>
          <a:p>
            <a:r>
              <a:rPr lang="en-US" altLang="ja-JP"/>
              <a:t>\newpage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a:t>```</a:t>
            </a:r>
          </a:p>
          <a:p>
            <a:endParaRPr lang="en-US" altLang="ja-JP"/>
          </a:p>
          <a:p>
            <a:r>
              <a:rPr lang="en-US" altLang="ja-JP"/>
              <a:t>### </a:t>
            </a:r>
            <a:r>
              <a:rPr lang="ja-JP" altLang="en-US"/>
              <a:t>指定したスライドを削除</a:t>
            </a:r>
            <a:endParaRPr lang="en-US" altLang="ja-JP"/>
          </a:p>
          <a:p>
            <a:endParaRPr lang="ja-JP" altLang="en-US"/>
          </a:p>
          <a:p>
            <a:r>
              <a:rPr lang="ja-JP" altLang="en-US"/>
              <a:t>配付資料には載せたくないスライドを特殊マーカーで自動削除する機能です。</a:t>
            </a:r>
            <a:endParaRPr lang="en-US" altLang="ja-JP"/>
          </a:p>
          <a:p>
            <a:endParaRPr lang="ja-JP" altLang="en-US"/>
          </a:p>
          <a:p>
            <a:r>
              <a:rPr lang="ja-JP" altLang="en-US"/>
              <a:t>サンプルフォルダ：　</a:t>
            </a:r>
            <a:r>
              <a:rPr lang="en-US" altLang="ja-JP"/>
              <a:t>pm9_delete_csl</a:t>
            </a:r>
          </a:p>
          <a:p>
            <a:endParaRPr lang="en-US" altLang="ja-JP"/>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a:t>
            </a:r>
            <a:r>
              <a:rPr kumimoji="1" lang="ja-JP" altLang="en-US" sz="1200" b="0" kern="1200">
                <a:solidFill>
                  <a:schemeClr val="tx1"/>
                </a:solidFill>
                <a:effectLst/>
                <a:latin typeface="BIZ UDPゴシック" panose="020B0400000000000000" pitchFamily="50" charset="-128"/>
                <a:ea typeface="BIZ UDPゴシック" panose="020B0400000000000000" pitchFamily="50" charset="-128"/>
                <a:cs typeface="+mn-cs"/>
              </a:rPr>
              <a:t>サンプル：</a:t>
            </a:r>
            <a:r>
              <a:rPr lang="ja-JP" altLang="en-US"/>
              <a:t>指定したスライドを削除</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a:t>
            </a:r>
            <a:r>
              <a:rPr lang="en-US" altLang="ja-JP"/>
              <a:t>pm9_delete_csl</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/build/figures/</a:t>
            </a:r>
            <a:r>
              <a:rPr lang="en-US" altLang="ja-JP"/>
              <a:t>delete_csl_</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guide_keyvisual.png/)</a:t>
            </a:r>
            <a:r>
              <a:rPr lang="en-US" altLang="ja-JP"/>
              <a:t>{ width=90% }</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a:t>
            </a:r>
            <a:r>
              <a:rPr lang="en-US" altLang="ja-JP"/>
              <a:t>pm9_delete_csl</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/README.md)</a:t>
            </a:r>
          </a:p>
          <a:p>
            <a:pPr marL="0" marR="0" lvl="0" indent="0" algn="l" defTabSz="914400" rtl="0" eaLnBrk="1" fontAlgn="auto" latinLnBrk="0" hangingPunct="1">
              <a:lnSpc>
                <a:spcPct val="100000"/>
              </a:lnSpc>
              <a:spcBef>
                <a:spcPts val="0"/>
              </a:spcBef>
              <a:spcAft>
                <a:spcPts val="0"/>
              </a:spcAft>
              <a:buClrTx/>
              <a:buSzTx/>
              <a:buFontTx/>
              <a:buNone/>
              <a:tabLst/>
              <a:defRPr/>
            </a:pPr>
            <a:b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br>
            <a:b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br>
            <a:r>
              <a:rPr lang="en-US" altLang="ja-JP"/>
              <a:t>```{=latex}</a:t>
            </a:r>
          </a:p>
          <a:p>
            <a:r>
              <a:rPr lang="en-US" altLang="ja-JP"/>
              <a:t>\par\vspace{5\baselineskip}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a:t>```</a:t>
            </a:r>
          </a:p>
          <a:p>
            <a:endParaRPr lang="en-US" altLang="ja-JP"/>
          </a:p>
          <a:p>
            <a:r>
              <a:rPr lang="en-US" altLang="ja-JP"/>
              <a:t>### </a:t>
            </a:r>
            <a:r>
              <a:rPr lang="ja-JP" altLang="en-US"/>
              <a:t>作業用のメモを書く</a:t>
            </a:r>
            <a:endParaRPr lang="en-US" altLang="ja-JP"/>
          </a:p>
          <a:p>
            <a:endParaRPr lang="ja-JP" altLang="en-US"/>
          </a:p>
          <a:p>
            <a:r>
              <a:rPr lang="ja-JP" altLang="en-US"/>
              <a:t>原稿制作中の一時的メモなど、 「後で見直す部分に貼っておく付箋紙」 のような用途に使う機能です。</a:t>
            </a:r>
          </a:p>
          <a:p>
            <a:endParaRPr lang="ja-JP" altLang="en-US"/>
          </a:p>
          <a:p>
            <a:r>
              <a:rPr lang="ja-JP" altLang="en-US"/>
              <a:t>サンプルフォルダ：　</a:t>
            </a:r>
            <a:r>
              <a:rPr lang="en-US" altLang="ja-JP"/>
              <a:t>pm10_memo_temp</a:t>
            </a:r>
          </a:p>
          <a:p>
            <a:endParaRPr lang="en-US" altLang="ja-JP"/>
          </a:p>
          <a:p>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a:t>
            </a:r>
            <a:r>
              <a:rPr kumimoji="1" lang="ja-JP" altLang="en-US" sz="1200" b="0" kern="1200">
                <a:solidFill>
                  <a:schemeClr val="tx1"/>
                </a:solidFill>
                <a:effectLst/>
                <a:latin typeface="BIZ UDPゴシック" panose="020B0400000000000000" pitchFamily="50" charset="-128"/>
                <a:ea typeface="BIZ UDPゴシック" panose="020B0400000000000000" pitchFamily="50" charset="-128"/>
                <a:cs typeface="+mn-cs"/>
              </a:rPr>
              <a:t>サンプル：</a:t>
            </a:r>
            <a:r>
              <a:rPr lang="ja-JP" altLang="en-US"/>
              <a:t>作業用のメモを書く</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a:t>
            </a:r>
            <a:r>
              <a:rPr lang="en-US" altLang="ja-JP"/>
              <a:t>pm10_memo_temp</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/build/figures/</a:t>
            </a:r>
            <a:r>
              <a:rPr lang="en-US" altLang="ja-JP"/>
              <a:t>memo_temp_</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guide_keyvisual.png/)</a:t>
            </a:r>
            <a:r>
              <a:rPr lang="en-US" altLang="ja-JP"/>
              <a:t>{ width=90% }</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a:t>
            </a:r>
            <a:r>
              <a:rPr lang="en-US" altLang="ja-JP"/>
              <a:t>pm10_memo_temp</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/README.md)</a:t>
            </a:r>
          </a:p>
          <a:p>
            <a:pPr marL="0" marR="0" lvl="0" indent="0" algn="l" defTabSz="914400" rtl="0" eaLnBrk="1" fontAlgn="auto" latinLnBrk="0" hangingPunct="1">
              <a:lnSpc>
                <a:spcPct val="100000"/>
              </a:lnSpc>
              <a:spcBef>
                <a:spcPts val="0"/>
              </a:spcBef>
              <a:spcAft>
                <a:spcPts val="0"/>
              </a:spcAft>
              <a:buClrTx/>
              <a:buSzTx/>
              <a:buFontTx/>
              <a:buNone/>
              <a:tabLst/>
              <a:defRPr/>
            </a:pPr>
            <a:b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br>
            <a:b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br>
            <a:r>
              <a:rPr lang="en-US" altLang="ja-JP"/>
              <a:t>```{=latex}</a:t>
            </a:r>
          </a:p>
          <a:p>
            <a:r>
              <a:rPr lang="en-US" altLang="ja-JP"/>
              <a:t>\vfill</a:t>
            </a:r>
          </a:p>
          <a:p>
            <a:r>
              <a:rPr lang="en-US" altLang="ja-JP"/>
              <a:t>\newpage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a:t>```</a:t>
            </a:r>
          </a:p>
          <a:p>
            <a:endParaRPr lang="en-US" altLang="ja-JP"/>
          </a:p>
          <a:p>
            <a:r>
              <a:rPr lang="en-US" altLang="ja-JP"/>
              <a:t>### </a:t>
            </a:r>
            <a:r>
              <a:rPr kumimoji="1" lang="ja-JP" altLang="en-US" sz="1200" kern="0">
                <a:latin typeface="BIZ UDPゴシック" panose="020B0400000000000000" pitchFamily="50" charset="-128"/>
                <a:ea typeface="BIZ UDPゴシック" panose="020B0400000000000000" pitchFamily="50" charset="-128"/>
              </a:rPr>
              <a:t>特殊定数を置換する</a:t>
            </a:r>
            <a:endParaRPr lang="en-US" altLang="ja-JP"/>
          </a:p>
          <a:p>
            <a:endParaRPr lang="ja-JP" altLang="en-US"/>
          </a:p>
          <a:p>
            <a:r>
              <a:rPr lang="ja-JP" altLang="en-US"/>
              <a:t>ソース</a:t>
            </a:r>
            <a:r>
              <a:rPr lang="en-US" altLang="ja-JP"/>
              <a:t>pptx</a:t>
            </a:r>
            <a:r>
              <a:rPr lang="ja-JP" altLang="en-US"/>
              <a:t>のファイル名やスライド番号、スライドタイトルに置換される特殊定数機能です。</a:t>
            </a:r>
          </a:p>
          <a:p>
            <a:endParaRPr lang="ja-JP" altLang="en-US"/>
          </a:p>
          <a:p>
            <a:r>
              <a:rPr lang="ja-JP" altLang="en-US"/>
              <a:t>サンプルフォルダ：　</a:t>
            </a:r>
            <a:r>
              <a:rPr lang="en-US" altLang="ja-JP"/>
              <a:t>pm11_title_filename</a:t>
            </a:r>
          </a:p>
          <a:p>
            <a:endParaRPr lang="en-US" altLang="ja-JP"/>
          </a:p>
          <a:p>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a:t>
            </a:r>
            <a:r>
              <a:rPr kumimoji="1" lang="ja-JP" altLang="en-US" sz="1200" b="0" kern="1200">
                <a:solidFill>
                  <a:schemeClr val="tx1"/>
                </a:solidFill>
                <a:effectLst/>
                <a:latin typeface="BIZ UDPゴシック" panose="020B0400000000000000" pitchFamily="50" charset="-128"/>
                <a:ea typeface="BIZ UDPゴシック" panose="020B0400000000000000" pitchFamily="50" charset="-128"/>
                <a:cs typeface="+mn-cs"/>
              </a:rPr>
              <a:t>サンプル：</a:t>
            </a:r>
            <a:r>
              <a:rPr kumimoji="1" lang="ja-JP" altLang="en-US" sz="1200" kern="0">
                <a:latin typeface="BIZ UDPゴシック" panose="020B0400000000000000" pitchFamily="50" charset="-128"/>
                <a:ea typeface="BIZ UDPゴシック" panose="020B0400000000000000" pitchFamily="50" charset="-128"/>
              </a:rPr>
              <a:t>特殊定数を置換する</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a:t>
            </a:r>
            <a:r>
              <a:rPr lang="en-US" altLang="ja-JP"/>
              <a:t>pm11_title_filename</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/build/figures/</a:t>
            </a:r>
            <a:r>
              <a:rPr lang="en-US" altLang="ja-JP"/>
              <a:t>title_filename_</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guide_keyvisual.png/)</a:t>
            </a:r>
            <a:r>
              <a:rPr lang="en-US" altLang="ja-JP"/>
              <a:t>{ width=90% }</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a:t>
            </a:r>
            <a:r>
              <a:rPr lang="en-US" altLang="ja-JP"/>
              <a:t>pm11_title_filename</a:t>
            </a:r>
            <a: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t>/README.md)</a:t>
            </a:r>
          </a:p>
          <a:p>
            <a:br>
              <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rPr>
            </a:br>
            <a:endParaRPr kumimoji="1" lang="en-US" altLang="ja-JP" sz="1200" b="0" kern="1200">
              <a:solidFill>
                <a:schemeClr val="tx1"/>
              </a:solidFill>
              <a:effectLst/>
              <a:latin typeface="BIZ UDPゴシック" panose="020B0400000000000000" pitchFamily="50" charset="-128"/>
              <a:ea typeface="BIZ UDPゴシック" panose="020B0400000000000000" pitchFamily="50" charset="-128"/>
              <a:cs typeface="+mn-cs"/>
            </a:endParaRPr>
          </a:p>
        </p:txBody>
      </p:sp>
      <p:sp>
        <p:nvSpPr>
          <p:cNvPr id="4" name="スライド番号プレースホルダー 3">
            <a:extLst>
              <a:ext uri="{FF2B5EF4-FFF2-40B4-BE49-F238E27FC236}">
                <a16:creationId xmlns:a16="http://schemas.microsoft.com/office/drawing/2014/main" id="{13D4CF5F-F01C-5E5C-E79B-8EDBB7E28F38}"/>
              </a:ext>
            </a:extLst>
          </p:cNvPr>
          <p:cNvSpPr>
            <a:spLocks noGrp="1"/>
          </p:cNvSpPr>
          <p:nvPr>
            <p:ph type="sldNum" sz="quarter" idx="5"/>
          </p:nvPr>
        </p:nvSpPr>
        <p:spPr/>
        <p:txBody>
          <a:bodyPr/>
          <a:lstStyle/>
          <a:p>
            <a:fld id="{BA10FDB7-3E02-4363-90B3-590B3C26A88D}" type="slidenum">
              <a:rPr kumimoji="1" lang="ja-JP" altLang="en-US" smtClean="0"/>
              <a:t>18</a:t>
            </a:fld>
            <a:endParaRPr kumimoji="1" lang="ja-JP" altLang="en-US"/>
          </a:p>
        </p:txBody>
      </p:sp>
    </p:spTree>
    <p:extLst>
      <p:ext uri="{BB962C8B-B14F-4D97-AF65-F5344CB8AC3E}">
        <p14:creationId xmlns:p14="http://schemas.microsoft.com/office/powerpoint/2010/main" val="10674745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a:xfrm>
            <a:off x="1007436" y="1524000"/>
            <a:ext cx="10164233" cy="1752600"/>
          </a:xfrm>
        </p:spPr>
        <p:txBody>
          <a:bodyPr/>
          <a:lstStyle>
            <a:lvl1pPr>
              <a:defRPr sz="4200">
                <a:solidFill>
                  <a:schemeClr val="tx2"/>
                </a:solidFill>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endParaRPr lang="en-US" altLang="ja-JP" dirty="0"/>
          </a:p>
        </p:txBody>
      </p:sp>
      <p:sp>
        <p:nvSpPr>
          <p:cNvPr id="10243" name="Rectangle 3"/>
          <p:cNvSpPr>
            <a:spLocks noGrp="1" noChangeArrowheads="1"/>
          </p:cNvSpPr>
          <p:nvPr>
            <p:ph type="subTitle" idx="1"/>
          </p:nvPr>
        </p:nvSpPr>
        <p:spPr>
          <a:xfrm>
            <a:off x="3407834" y="3962400"/>
            <a:ext cx="7971367" cy="1752600"/>
          </a:xfrm>
          <a:prstGeom prst="rect">
            <a:avLst/>
          </a:prstGeom>
        </p:spPr>
        <p:txBody>
          <a:bodyPr/>
          <a:lstStyle>
            <a:lvl1pPr marL="0" indent="0">
              <a:buFont typeface="Wingdings" pitchFamily="2" charset="2"/>
              <a:buNone/>
              <a:defRPr sz="2800">
                <a:latin typeface="BIZ UDPゴシック" panose="020B0400000000000000" pitchFamily="50" charset="-128"/>
                <a:ea typeface="BIZ UDPゴシック" panose="020B0400000000000000" pitchFamily="50" charset="-128"/>
              </a:defRPr>
            </a:lvl1pPr>
          </a:lstStyle>
          <a:p>
            <a:r>
              <a:rPr lang="ja-JP" altLang="en-US" dirty="0"/>
              <a:t>マスター サブタイトルの書式設定</a:t>
            </a:r>
            <a:endParaRPr lang="en-US" altLang="ja-JP" dirty="0"/>
          </a:p>
        </p:txBody>
      </p:sp>
      <p:sp>
        <p:nvSpPr>
          <p:cNvPr id="4" name="四角形: 角を丸くする 3">
            <a:extLst>
              <a:ext uri="{FF2B5EF4-FFF2-40B4-BE49-F238E27FC236}">
                <a16:creationId xmlns:a16="http://schemas.microsoft.com/office/drawing/2014/main" id="{8254D289-857E-022B-E722-6C7257F338BE}"/>
              </a:ext>
            </a:extLst>
          </p:cNvPr>
          <p:cNvSpPr/>
          <p:nvPr userDrawn="1"/>
        </p:nvSpPr>
        <p:spPr bwMode="auto">
          <a:xfrm>
            <a:off x="3312000" y="3666171"/>
            <a:ext cx="8328616" cy="91135"/>
          </a:xfrm>
          <a:prstGeom prst="roundRect">
            <a:avLst>
              <a:gd name="adj" fmla="val 49227"/>
            </a:avLst>
          </a:prstGeom>
          <a:solidFill>
            <a:srgbClr val="339966"/>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203523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5" name="Rectangle 5"/>
          <p:cNvSpPr>
            <a:spLocks noGrp="1" noChangeArrowheads="1"/>
          </p:cNvSpPr>
          <p:nvPr>
            <p:ph type="ftr" sz="quarter" idx="11"/>
          </p:nvPr>
        </p:nvSpPr>
        <p:spPr>
          <a:xfrm>
            <a:off x="17348" y="6640021"/>
            <a:ext cx="5048251" cy="208483"/>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
        <p:nvSpPr>
          <p:cNvPr id="2" name="タイトル 1"/>
          <p:cNvSpPr>
            <a:spLocks noGrp="1"/>
          </p:cNvSpPr>
          <p:nvPr>
            <p:ph type="title"/>
          </p:nvPr>
        </p:nvSpPr>
        <p:spPr>
          <a:xfrm>
            <a:off x="898656" y="260648"/>
            <a:ext cx="10957984" cy="648072"/>
          </a:xfrm>
        </p:spPr>
        <p:txBody>
          <a:bodyPr/>
          <a:lstStyle>
            <a:lvl1pPr>
              <a:defRPr sz="2800" b="1">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sp>
        <p:nvSpPr>
          <p:cNvPr id="3" name="コンテンツ プレースホルダ 2"/>
          <p:cNvSpPr>
            <a:spLocks noGrp="1"/>
          </p:cNvSpPr>
          <p:nvPr>
            <p:ph idx="1"/>
          </p:nvPr>
        </p:nvSpPr>
        <p:spPr>
          <a:xfrm>
            <a:off x="609600" y="980728"/>
            <a:ext cx="10972800" cy="5256584"/>
          </a:xfrm>
          <a:prstGeom prst="rect">
            <a:avLst/>
          </a:prstGeom>
        </p:spPr>
        <p:txBody>
          <a:bodyPr/>
          <a:lstStyle>
            <a:lvl1pPr marL="342900" indent="-342900">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1pPr>
            <a:lvl2pPr marL="669925" indent="-3254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2pPr>
            <a:lvl3pPr marL="1022350" indent="-3508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3pPr>
            <a:lvl4pPr marL="1339850" indent="-315913">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4pPr>
            <a:lvl5pPr marL="1681163" indent="-339725">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cxnSp>
        <p:nvCxnSpPr>
          <p:cNvPr id="7" name="直線コネクタ 6">
            <a:extLst>
              <a:ext uri="{FF2B5EF4-FFF2-40B4-BE49-F238E27FC236}">
                <a16:creationId xmlns:a16="http://schemas.microsoft.com/office/drawing/2014/main" id="{F7DC264F-9A8B-8BC9-4FFA-4238A27ED534}"/>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8" name="Rectangle 6">
            <a:extLst>
              <a:ext uri="{FF2B5EF4-FFF2-40B4-BE49-F238E27FC236}">
                <a16:creationId xmlns:a16="http://schemas.microsoft.com/office/drawing/2014/main" id="{6BB55BAD-460C-3254-9DE7-B95DC62378A8}"/>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3357564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VTWB">
    <p:spTree>
      <p:nvGrpSpPr>
        <p:cNvPr id="1" name=""/>
        <p:cNvGrpSpPr/>
        <p:nvPr/>
      </p:nvGrpSpPr>
      <p:grpSpPr>
        <a:xfrm>
          <a:off x="0" y="0"/>
          <a:ext cx="0" cy="0"/>
          <a:chOff x="0" y="0"/>
          <a:chExt cx="0" cy="0"/>
        </a:xfrm>
      </p:grpSpPr>
      <p:cxnSp>
        <p:nvCxnSpPr>
          <p:cNvPr id="7" name="直線コネクタ 6">
            <a:extLst>
              <a:ext uri="{FF2B5EF4-FFF2-40B4-BE49-F238E27FC236}">
                <a16:creationId xmlns:a16="http://schemas.microsoft.com/office/drawing/2014/main" id="{F7DC264F-9A8B-8BC9-4FFA-4238A27ED534}"/>
              </a:ext>
            </a:extLst>
          </p:cNvPr>
          <p:cNvCxnSpPr>
            <a:cxnSpLocks/>
          </p:cNvCxnSpPr>
          <p:nvPr/>
        </p:nvCxnSpPr>
        <p:spPr bwMode="auto">
          <a:xfrm>
            <a:off x="301057" y="833306"/>
            <a:ext cx="11616074"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4" name="タイトル 1">
            <a:extLst>
              <a:ext uri="{FF2B5EF4-FFF2-40B4-BE49-F238E27FC236}">
                <a16:creationId xmlns:a16="http://schemas.microsoft.com/office/drawing/2014/main" id="{5ED325D3-3CCE-5405-EA2A-09E70E70C4ED}"/>
              </a:ext>
            </a:extLst>
          </p:cNvPr>
          <p:cNvSpPr>
            <a:spLocks noGrp="1"/>
          </p:cNvSpPr>
          <p:nvPr>
            <p:ph type="title"/>
          </p:nvPr>
        </p:nvSpPr>
        <p:spPr>
          <a:xfrm>
            <a:off x="898656" y="260648"/>
            <a:ext cx="10957984" cy="501352"/>
          </a:xfrm>
        </p:spPr>
        <p:txBody>
          <a:bodyPr/>
          <a:lstStyle>
            <a:lvl1pPr>
              <a:defRPr>
                <a:latin typeface="BIZ UDPゴシック" panose="020B0400000000000000" pitchFamily="50" charset="-128"/>
                <a:ea typeface="BIZ UDPゴシック" panose="020B0400000000000000" pitchFamily="50" charset="-128"/>
              </a:defRPr>
            </a:lvl1pPr>
          </a:lstStyle>
          <a:p>
            <a:r>
              <a:rPr lang="ja-JP" altLang="en-US"/>
              <a:t>マスター タイトルの書式設定</a:t>
            </a:r>
            <a:endParaRPr lang="ja-JP" altLang="en-US" dirty="0"/>
          </a:p>
        </p:txBody>
      </p:sp>
      <p:sp>
        <p:nvSpPr>
          <p:cNvPr id="3" name="Rectangle 5">
            <a:extLst>
              <a:ext uri="{FF2B5EF4-FFF2-40B4-BE49-F238E27FC236}">
                <a16:creationId xmlns:a16="http://schemas.microsoft.com/office/drawing/2014/main" id="{62F59FD7-9291-23C8-03A9-329B4C15CFF6}"/>
              </a:ext>
            </a:extLst>
          </p:cNvPr>
          <p:cNvSpPr>
            <a:spLocks noGrp="1" noChangeArrowheads="1"/>
          </p:cNvSpPr>
          <p:nvPr>
            <p:ph type="ftr" sz="quarter" idx="11"/>
          </p:nvPr>
        </p:nvSpPr>
        <p:spPr>
          <a:xfrm>
            <a:off x="17348" y="6640021"/>
            <a:ext cx="5048251" cy="208483"/>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Tree>
    <p:extLst>
      <p:ext uri="{BB962C8B-B14F-4D97-AF65-F5344CB8AC3E}">
        <p14:creationId xmlns:p14="http://schemas.microsoft.com/office/powerpoint/2010/main" val="2191782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cxnSp>
        <p:nvCxnSpPr>
          <p:cNvPr id="5" name="直線コネクタ 4">
            <a:extLst>
              <a:ext uri="{FF2B5EF4-FFF2-40B4-BE49-F238E27FC236}">
                <a16:creationId xmlns:a16="http://schemas.microsoft.com/office/drawing/2014/main" id="{0DDA252F-B76B-2A98-8A15-68FEF4A206CF}"/>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7" name="Rectangle 5">
            <a:extLst>
              <a:ext uri="{FF2B5EF4-FFF2-40B4-BE49-F238E27FC236}">
                <a16:creationId xmlns:a16="http://schemas.microsoft.com/office/drawing/2014/main" id="{83FEA43B-F379-CB8A-0CC1-34E310D7DF90}"/>
              </a:ext>
            </a:extLst>
          </p:cNvPr>
          <p:cNvSpPr>
            <a:spLocks noGrp="1" noChangeArrowheads="1"/>
          </p:cNvSpPr>
          <p:nvPr>
            <p:ph type="ftr" sz="quarter" idx="11"/>
          </p:nvPr>
        </p:nvSpPr>
        <p:spPr>
          <a:xfrm>
            <a:off x="119336" y="6555804"/>
            <a:ext cx="5048251" cy="252264"/>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
        <p:nvSpPr>
          <p:cNvPr id="8" name="Rectangle 6">
            <a:extLst>
              <a:ext uri="{FF2B5EF4-FFF2-40B4-BE49-F238E27FC236}">
                <a16:creationId xmlns:a16="http://schemas.microsoft.com/office/drawing/2014/main" id="{27F33519-DE7B-1578-63B1-C7F9384DEEE9}"/>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250980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CCA1F410-EAC2-3B54-16CE-1F8AD3A29273}"/>
              </a:ext>
            </a:extLst>
          </p:cNvPr>
          <p:cNvSpPr>
            <a:spLocks noGrp="1" noChangeArrowheads="1"/>
          </p:cNvSpPr>
          <p:nvPr>
            <p:ph type="ftr" sz="quarter" idx="11"/>
          </p:nvPr>
        </p:nvSpPr>
        <p:spPr>
          <a:xfrm>
            <a:off x="119336" y="6555804"/>
            <a:ext cx="5048251" cy="252264"/>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
        <p:nvSpPr>
          <p:cNvPr id="6" name="Rectangle 6">
            <a:extLst>
              <a:ext uri="{FF2B5EF4-FFF2-40B4-BE49-F238E27FC236}">
                <a16:creationId xmlns:a16="http://schemas.microsoft.com/office/drawing/2014/main" id="{79E8B39C-04D2-1AF7-9927-F5F6D4CA6FEA}"/>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3908343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コンテンツ">
    <p:spTree>
      <p:nvGrpSpPr>
        <p:cNvPr id="1" name=""/>
        <p:cNvGrpSpPr/>
        <p:nvPr/>
      </p:nvGrpSpPr>
      <p:grpSpPr>
        <a:xfrm>
          <a:off x="0" y="0"/>
          <a:ext cx="0" cy="0"/>
          <a:chOff x="0" y="0"/>
          <a:chExt cx="0" cy="0"/>
        </a:xfrm>
      </p:grpSpPr>
      <p:sp>
        <p:nvSpPr>
          <p:cNvPr id="2" name="コンテンツ プレースホルダ 1"/>
          <p:cNvSpPr>
            <a:spLocks noGrp="1"/>
          </p:cNvSpPr>
          <p:nvPr>
            <p:ph/>
          </p:nvPr>
        </p:nvSpPr>
        <p:spPr>
          <a:xfrm>
            <a:off x="609600" y="277813"/>
            <a:ext cx="10972800" cy="5853112"/>
          </a:xfrm>
          <a:prstGeom prst="rect">
            <a:avLst/>
          </a:prstGeom>
        </p:spPr>
        <p:txBody>
          <a:bodyPr/>
          <a:lstStyle>
            <a:lvl1pPr>
              <a:defRPr>
                <a:latin typeface="BIZ UDPゴシック" panose="020B0400000000000000" pitchFamily="50" charset="-128"/>
                <a:ea typeface="BIZ UDPゴシック" panose="020B0400000000000000" pitchFamily="50" charset="-128"/>
              </a:defRPr>
            </a:lvl1pPr>
            <a:lvl2pPr>
              <a:defRPr>
                <a:latin typeface="BIZ UDPゴシック" panose="020B0400000000000000" pitchFamily="50" charset="-128"/>
                <a:ea typeface="BIZ UDPゴシック" panose="020B0400000000000000" pitchFamily="50" charset="-128"/>
              </a:defRPr>
            </a:lvl2pPr>
            <a:lvl3pPr>
              <a:defRPr>
                <a:latin typeface="BIZ UDPゴシック" panose="020B0400000000000000" pitchFamily="50" charset="-128"/>
                <a:ea typeface="BIZ UDPゴシック" panose="020B0400000000000000" pitchFamily="50" charset="-128"/>
              </a:defRPr>
            </a:lvl3pPr>
            <a:lvl4pPr>
              <a:defRPr>
                <a:latin typeface="BIZ UDPゴシック" panose="020B0400000000000000" pitchFamily="50" charset="-128"/>
                <a:ea typeface="BIZ UDPゴシック" panose="020B0400000000000000" pitchFamily="50" charset="-128"/>
              </a:defRPr>
            </a:lvl4pPr>
            <a:lvl5pPr>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6" name="Rectangle 6">
            <a:extLst>
              <a:ext uri="{FF2B5EF4-FFF2-40B4-BE49-F238E27FC236}">
                <a16:creationId xmlns:a16="http://schemas.microsoft.com/office/drawing/2014/main" id="{101701D8-2655-4364-A1CC-F63E88A9B833}"/>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5" name="Rectangle 5">
            <a:extLst>
              <a:ext uri="{FF2B5EF4-FFF2-40B4-BE49-F238E27FC236}">
                <a16:creationId xmlns:a16="http://schemas.microsoft.com/office/drawing/2014/main" id="{DAFE0410-6CDA-6DC1-4B56-83230C710187}"/>
              </a:ext>
            </a:extLst>
          </p:cNvPr>
          <p:cNvSpPr>
            <a:spLocks noGrp="1" noChangeArrowheads="1"/>
          </p:cNvSpPr>
          <p:nvPr>
            <p:ph type="ftr" sz="quarter" idx="11"/>
          </p:nvPr>
        </p:nvSpPr>
        <p:spPr>
          <a:xfrm>
            <a:off x="119336" y="6555804"/>
            <a:ext cx="5048251" cy="252264"/>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Tree>
    <p:extLst>
      <p:ext uri="{BB962C8B-B14F-4D97-AF65-F5344CB8AC3E}">
        <p14:creationId xmlns:p14="http://schemas.microsoft.com/office/powerpoint/2010/main" val="179546919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898656" y="260648"/>
            <a:ext cx="10957984" cy="501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ja-JP" dirty="0" err="1"/>
              <a:t>マスタ</a:t>
            </a:r>
            <a:r>
              <a:rPr lang="en-US" altLang="ja-JP" dirty="0"/>
              <a:t> </a:t>
            </a:r>
            <a:r>
              <a:rPr lang="en-US" altLang="ja-JP" dirty="0" err="1"/>
              <a:t>タイトルの書式設定</a:t>
            </a:r>
            <a:endParaRPr lang="en-US" altLang="ja-JP" dirty="0"/>
          </a:p>
        </p:txBody>
      </p:sp>
      <p:sp>
        <p:nvSpPr>
          <p:cNvPr id="2" name="Rectangle 6">
            <a:extLst>
              <a:ext uri="{FF2B5EF4-FFF2-40B4-BE49-F238E27FC236}">
                <a16:creationId xmlns:a16="http://schemas.microsoft.com/office/drawing/2014/main" id="{91A1ECCD-F85D-D247-549B-2E41B84C18AE}"/>
              </a:ext>
            </a:extLst>
          </p:cNvPr>
          <p:cNvSpPr>
            <a:spLocks noGrp="1" noChangeArrowheads="1"/>
          </p:cNvSpPr>
          <p:nvPr>
            <p:ph type="sldNum" sz="quarter" idx="4"/>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11553269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8" r:id="rId3"/>
    <p:sldLayoutId id="2147483664" r:id="rId4"/>
    <p:sldLayoutId id="2147483666" r:id="rId5"/>
    <p:sldLayoutId id="2147483667" r:id="rId6"/>
  </p:sldLayoutIdLst>
  <p:hf sldNum="0" hdr="0" dt="0"/>
  <p:txStyles>
    <p:titleStyle>
      <a:lvl1pPr algn="l" rtl="0" eaLnBrk="1" fontAlgn="base" hangingPunct="1">
        <a:spcBef>
          <a:spcPct val="0"/>
        </a:spcBef>
        <a:spcAft>
          <a:spcPct val="0"/>
        </a:spcAft>
        <a:defRPr kumimoji="1" sz="2800" b="1">
          <a:solidFill>
            <a:schemeClr val="tx2"/>
          </a:solidFill>
          <a:latin typeface="BIZ UDPゴシック" panose="020B0400000000000000" pitchFamily="50" charset="-128"/>
          <a:ea typeface="BIZ UDPゴシック" panose="020B0400000000000000" pitchFamily="50" charset="-128"/>
          <a:cs typeface="+mj-cs"/>
        </a:defRPr>
      </a:lvl1pPr>
      <a:lvl2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2pPr>
      <a:lvl3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3pPr>
      <a:lvl4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4pPr>
      <a:lvl5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5pPr>
      <a:lvl6pPr marL="4572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6pPr>
      <a:lvl7pPr marL="9144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7pPr>
      <a:lvl8pPr marL="13716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8pPr>
      <a:lvl9pPr marL="18288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9pPr>
    </p:titleStyle>
    <p:bodyStyle>
      <a:lvl1pPr marL="342900" indent="-342900"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2000" b="1">
          <a:solidFill>
            <a:schemeClr val="tx1"/>
          </a:solidFill>
          <a:latin typeface="FOT-UD丸ゴ_ラージ Pr6 M" panose="02020400000000000000" pitchFamily="18" charset="-128"/>
          <a:ea typeface="FOT-UD丸ゴ_ラージ Pr6 M" panose="02020400000000000000" pitchFamily="18" charset="-128"/>
          <a:cs typeface="+mn-cs"/>
        </a:defRPr>
      </a:lvl1pPr>
      <a:lvl2pPr marL="669925" indent="-325438" algn="l" rtl="0" eaLnBrk="1" fontAlgn="base" hangingPunct="1">
        <a:lnSpc>
          <a:spcPct val="150000"/>
        </a:lnSpc>
        <a:spcBef>
          <a:spcPct val="20000"/>
        </a:spcBef>
        <a:spcAft>
          <a:spcPct val="0"/>
        </a:spcAft>
        <a:buClr>
          <a:schemeClr val="tx1">
            <a:lumMod val="75000"/>
            <a:lumOff val="25000"/>
          </a:schemeClr>
        </a:buClr>
        <a:buSzPct val="60000"/>
        <a:buFont typeface="Wingdings" panose="05000000000000000000" pitchFamily="2" charset="2"/>
        <a:buChar char="n"/>
        <a:defRPr kumimoji="1" sz="1800" b="1">
          <a:solidFill>
            <a:schemeClr val="tx1"/>
          </a:solidFill>
          <a:latin typeface="FOT-UD丸ゴ_ラージ Pr6 M" panose="02020400000000000000" pitchFamily="18" charset="-128"/>
          <a:ea typeface="FOT-UD丸ゴ_ラージ Pr6 M" panose="02020400000000000000" pitchFamily="18" charset="-128"/>
        </a:defRPr>
      </a:lvl2pPr>
      <a:lvl3pPr marL="1022350" indent="-350838"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1600" b="1">
          <a:solidFill>
            <a:schemeClr val="tx1"/>
          </a:solidFill>
          <a:latin typeface="FOT-UD丸ゴ_ラージ Pr6 M" panose="02020400000000000000" pitchFamily="18" charset="-128"/>
          <a:ea typeface="FOT-UD丸ゴ_ラージ Pr6 M" panose="02020400000000000000" pitchFamily="18" charset="-128"/>
        </a:defRPr>
      </a:lvl3pPr>
      <a:lvl4pPr marL="1339850" indent="-315913" algn="l" rtl="0" eaLnBrk="1" fontAlgn="base" hangingPunct="1">
        <a:lnSpc>
          <a:spcPct val="150000"/>
        </a:lnSpc>
        <a:spcBef>
          <a:spcPct val="20000"/>
        </a:spcBef>
        <a:spcAft>
          <a:spcPct val="0"/>
        </a:spcAft>
        <a:buClr>
          <a:schemeClr val="tx1">
            <a:lumMod val="75000"/>
            <a:lumOff val="25000"/>
          </a:schemeClr>
        </a:buClr>
        <a:buSzPct val="70000"/>
        <a:buFont typeface="Wingdings" panose="05000000000000000000" pitchFamily="2" charset="2"/>
        <a:buChar char="n"/>
        <a:defRPr kumimoji="1" sz="1400" b="1">
          <a:solidFill>
            <a:schemeClr val="tx1"/>
          </a:solidFill>
          <a:latin typeface="FOT-UD丸ゴ_ラージ Pr6 M" panose="02020400000000000000" pitchFamily="18" charset="-128"/>
          <a:ea typeface="FOT-UD丸ゴ_ラージ Pr6 M" panose="02020400000000000000" pitchFamily="18" charset="-128"/>
        </a:defRPr>
      </a:lvl4pPr>
      <a:lvl5pPr marL="1681163" indent="-339725" algn="l" rtl="0" eaLnBrk="1" fontAlgn="base" hangingPunct="1">
        <a:lnSpc>
          <a:spcPct val="150000"/>
        </a:lnSpc>
        <a:spcBef>
          <a:spcPct val="20000"/>
        </a:spcBef>
        <a:spcAft>
          <a:spcPct val="0"/>
        </a:spcAft>
        <a:buClr>
          <a:schemeClr val="tx1">
            <a:lumMod val="75000"/>
            <a:lumOff val="25000"/>
          </a:schemeClr>
        </a:buClr>
        <a:buSzPct val="75000"/>
        <a:buFont typeface="Wingdings" panose="05000000000000000000" pitchFamily="2" charset="2"/>
        <a:buChar char="n"/>
        <a:defRPr kumimoji="1" sz="1200" b="1">
          <a:solidFill>
            <a:schemeClr val="tx1"/>
          </a:solidFill>
          <a:latin typeface="FOT-UD丸ゴ_ラージ Pr6 M" panose="02020400000000000000" pitchFamily="18" charset="-128"/>
          <a:ea typeface="FOT-UD丸ゴ_ラージ Pr6 M" panose="02020400000000000000" pitchFamily="18" charset="-128"/>
        </a:defRPr>
      </a:lvl5pPr>
      <a:lvl6pPr marL="21383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6pPr>
      <a:lvl7pPr marL="25955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7pPr>
      <a:lvl8pPr marL="30527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8pPr>
      <a:lvl9pPr marL="35099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113" name="exportrange">
            <a:extLst>
              <a:ext uri="{FF2B5EF4-FFF2-40B4-BE49-F238E27FC236}">
                <a16:creationId xmlns:a16="http://schemas.microsoft.com/office/drawing/2014/main" id="{374CEC0C-D01F-4D2D-147D-C204BC55EAAC}"/>
              </a:ext>
            </a:extLst>
          </p:cNvPr>
          <p:cNvSpPr/>
          <p:nvPr/>
        </p:nvSpPr>
        <p:spPr bwMode="auto">
          <a:xfrm>
            <a:off x="896778" y="889673"/>
            <a:ext cx="10236468" cy="5750347"/>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lang="en-US" altLang="ja-JP"/>
              <a:t>PPT &amp; MD merger </a:t>
            </a:r>
            <a:r>
              <a:rPr lang="ja-JP" altLang="en-US"/>
              <a:t>とは？</a:t>
            </a:r>
            <a:endParaRPr kumimoji="1" lang="ja-JP" altLang="en-US"/>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grpSp>
        <p:nvGrpSpPr>
          <p:cNvPr id="30" name="グループ化 29">
            <a:extLst>
              <a:ext uri="{FF2B5EF4-FFF2-40B4-BE49-F238E27FC236}">
                <a16:creationId xmlns:a16="http://schemas.microsoft.com/office/drawing/2014/main" id="{A40DD4C3-F02D-D384-326C-9365C52C729B}"/>
              </a:ext>
            </a:extLst>
          </p:cNvPr>
          <p:cNvGrpSpPr/>
          <p:nvPr/>
        </p:nvGrpSpPr>
        <p:grpSpPr>
          <a:xfrm>
            <a:off x="2303855" y="3076076"/>
            <a:ext cx="730509" cy="730509"/>
            <a:chOff x="3503712" y="3429000"/>
            <a:chExt cx="936104" cy="936104"/>
          </a:xfrm>
        </p:grpSpPr>
        <p:sp>
          <p:nvSpPr>
            <p:cNvPr id="31" name="正方形/長方形 30">
              <a:extLst>
                <a:ext uri="{FF2B5EF4-FFF2-40B4-BE49-F238E27FC236}">
                  <a16:creationId xmlns:a16="http://schemas.microsoft.com/office/drawing/2014/main" id="{33452CF4-2A28-35F8-F2FD-D9F88B0F2DFB}"/>
                </a:ext>
              </a:extLst>
            </p:cNvPr>
            <p:cNvSpPr/>
            <p:nvPr/>
          </p:nvSpPr>
          <p:spPr bwMode="auto">
            <a:xfrm>
              <a:off x="3503712" y="3429000"/>
              <a:ext cx="936104" cy="936104"/>
            </a:xfrm>
            <a:prstGeom prst="rect">
              <a:avLst/>
            </a:prstGeom>
            <a:solidFill>
              <a:schemeClr val="bg1"/>
            </a:solidFill>
            <a:ln w="12700" cap="flat" cmpd="sng" algn="ctr">
              <a:solidFill>
                <a:schemeClr val="tx1">
                  <a:lumMod val="50000"/>
                  <a:lumOff val="5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40" name="図 39">
              <a:extLst>
                <a:ext uri="{FF2B5EF4-FFF2-40B4-BE49-F238E27FC236}">
                  <a16:creationId xmlns:a16="http://schemas.microsoft.com/office/drawing/2014/main" id="{1B1FDA7D-31B5-40D5-483D-7429B726599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6066" y="3625362"/>
              <a:ext cx="571699" cy="547977"/>
            </a:xfrm>
            <a:prstGeom prst="rect">
              <a:avLst/>
            </a:prstGeom>
          </p:spPr>
        </p:pic>
      </p:grpSp>
      <p:grpSp>
        <p:nvGrpSpPr>
          <p:cNvPr id="55" name="グループ化 54">
            <a:extLst>
              <a:ext uri="{FF2B5EF4-FFF2-40B4-BE49-F238E27FC236}">
                <a16:creationId xmlns:a16="http://schemas.microsoft.com/office/drawing/2014/main" id="{881A365C-D9B8-05EE-B65D-A169D75EC842}"/>
              </a:ext>
            </a:extLst>
          </p:cNvPr>
          <p:cNvGrpSpPr/>
          <p:nvPr/>
        </p:nvGrpSpPr>
        <p:grpSpPr>
          <a:xfrm>
            <a:off x="2142112" y="2985120"/>
            <a:ext cx="730509" cy="730509"/>
            <a:chOff x="3503712" y="3429000"/>
            <a:chExt cx="936104" cy="936104"/>
          </a:xfrm>
        </p:grpSpPr>
        <p:sp>
          <p:nvSpPr>
            <p:cNvPr id="56" name="正方形/長方形 55">
              <a:extLst>
                <a:ext uri="{FF2B5EF4-FFF2-40B4-BE49-F238E27FC236}">
                  <a16:creationId xmlns:a16="http://schemas.microsoft.com/office/drawing/2014/main" id="{3AA147CD-5C56-875F-664B-BE8A0E92C9BB}"/>
                </a:ext>
              </a:extLst>
            </p:cNvPr>
            <p:cNvSpPr/>
            <p:nvPr/>
          </p:nvSpPr>
          <p:spPr bwMode="auto">
            <a:xfrm>
              <a:off x="3503712" y="3429000"/>
              <a:ext cx="936104" cy="936104"/>
            </a:xfrm>
            <a:prstGeom prst="rect">
              <a:avLst/>
            </a:prstGeom>
            <a:solidFill>
              <a:schemeClr val="bg1"/>
            </a:solidFill>
            <a:ln w="12700" cap="flat" cmpd="sng" algn="ctr">
              <a:solidFill>
                <a:schemeClr val="tx1">
                  <a:lumMod val="50000"/>
                  <a:lumOff val="5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57" name="図 56">
              <a:extLst>
                <a:ext uri="{FF2B5EF4-FFF2-40B4-BE49-F238E27FC236}">
                  <a16:creationId xmlns:a16="http://schemas.microsoft.com/office/drawing/2014/main" id="{B58EFB1E-C9F1-2F9D-0669-859C00021CD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6066" y="3625362"/>
              <a:ext cx="571699" cy="547977"/>
            </a:xfrm>
            <a:prstGeom prst="rect">
              <a:avLst/>
            </a:prstGeom>
          </p:spPr>
        </p:pic>
      </p:grpSp>
      <p:grpSp>
        <p:nvGrpSpPr>
          <p:cNvPr id="58" name="グループ化 57">
            <a:extLst>
              <a:ext uri="{FF2B5EF4-FFF2-40B4-BE49-F238E27FC236}">
                <a16:creationId xmlns:a16="http://schemas.microsoft.com/office/drawing/2014/main" id="{0C37569A-38A0-5368-608A-B79E5DB81D2C}"/>
              </a:ext>
            </a:extLst>
          </p:cNvPr>
          <p:cNvGrpSpPr/>
          <p:nvPr/>
        </p:nvGrpSpPr>
        <p:grpSpPr>
          <a:xfrm>
            <a:off x="1980368" y="2894165"/>
            <a:ext cx="730509" cy="730509"/>
            <a:chOff x="3503712" y="3429000"/>
            <a:chExt cx="936104" cy="936104"/>
          </a:xfrm>
        </p:grpSpPr>
        <p:sp>
          <p:nvSpPr>
            <p:cNvPr id="59" name="正方形/長方形 58">
              <a:extLst>
                <a:ext uri="{FF2B5EF4-FFF2-40B4-BE49-F238E27FC236}">
                  <a16:creationId xmlns:a16="http://schemas.microsoft.com/office/drawing/2014/main" id="{4BF4D749-826D-6AD5-22B3-114247CCA9D0}"/>
                </a:ext>
              </a:extLst>
            </p:cNvPr>
            <p:cNvSpPr/>
            <p:nvPr/>
          </p:nvSpPr>
          <p:spPr bwMode="auto">
            <a:xfrm>
              <a:off x="3503712" y="3429000"/>
              <a:ext cx="936104" cy="936104"/>
            </a:xfrm>
            <a:prstGeom prst="rect">
              <a:avLst/>
            </a:prstGeom>
            <a:solidFill>
              <a:schemeClr val="bg1"/>
            </a:solidFill>
            <a:ln w="12700" cap="flat" cmpd="sng" algn="ctr">
              <a:solidFill>
                <a:schemeClr val="tx1">
                  <a:lumMod val="50000"/>
                  <a:lumOff val="5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60" name="図 59">
              <a:extLst>
                <a:ext uri="{FF2B5EF4-FFF2-40B4-BE49-F238E27FC236}">
                  <a16:creationId xmlns:a16="http://schemas.microsoft.com/office/drawing/2014/main" id="{B0152A4E-09CC-359A-3549-8D7DF72BD15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6066" y="3625362"/>
              <a:ext cx="571699" cy="547977"/>
            </a:xfrm>
            <a:prstGeom prst="rect">
              <a:avLst/>
            </a:prstGeom>
          </p:spPr>
        </p:pic>
      </p:grpSp>
      <p:grpSp>
        <p:nvGrpSpPr>
          <p:cNvPr id="61" name="グループ化 60">
            <a:extLst>
              <a:ext uri="{FF2B5EF4-FFF2-40B4-BE49-F238E27FC236}">
                <a16:creationId xmlns:a16="http://schemas.microsoft.com/office/drawing/2014/main" id="{0495C077-43F8-7AA4-CA19-98F506F369EB}"/>
              </a:ext>
            </a:extLst>
          </p:cNvPr>
          <p:cNvGrpSpPr/>
          <p:nvPr/>
        </p:nvGrpSpPr>
        <p:grpSpPr>
          <a:xfrm>
            <a:off x="1818624" y="2803210"/>
            <a:ext cx="730509" cy="730509"/>
            <a:chOff x="3503712" y="3429000"/>
            <a:chExt cx="936104" cy="936104"/>
          </a:xfrm>
        </p:grpSpPr>
        <p:sp>
          <p:nvSpPr>
            <p:cNvPr id="62" name="正方形/長方形 61">
              <a:extLst>
                <a:ext uri="{FF2B5EF4-FFF2-40B4-BE49-F238E27FC236}">
                  <a16:creationId xmlns:a16="http://schemas.microsoft.com/office/drawing/2014/main" id="{C7748FB5-F691-53B4-41BE-314E1A692AF8}"/>
                </a:ext>
              </a:extLst>
            </p:cNvPr>
            <p:cNvSpPr/>
            <p:nvPr/>
          </p:nvSpPr>
          <p:spPr bwMode="auto">
            <a:xfrm>
              <a:off x="3503712" y="3429000"/>
              <a:ext cx="936104" cy="936104"/>
            </a:xfrm>
            <a:prstGeom prst="rect">
              <a:avLst/>
            </a:prstGeom>
            <a:solidFill>
              <a:schemeClr val="bg1"/>
            </a:solidFill>
            <a:ln w="12700" cap="flat" cmpd="sng" algn="ctr">
              <a:solidFill>
                <a:schemeClr val="tx1">
                  <a:lumMod val="50000"/>
                  <a:lumOff val="5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63" name="図 62">
              <a:extLst>
                <a:ext uri="{FF2B5EF4-FFF2-40B4-BE49-F238E27FC236}">
                  <a16:creationId xmlns:a16="http://schemas.microsoft.com/office/drawing/2014/main" id="{D62CA6D0-6F7A-AF66-9F74-373239ED79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6066" y="3625362"/>
              <a:ext cx="571699" cy="547977"/>
            </a:xfrm>
            <a:prstGeom prst="rect">
              <a:avLst/>
            </a:prstGeom>
          </p:spPr>
        </p:pic>
      </p:grpSp>
      <p:grpSp>
        <p:nvGrpSpPr>
          <p:cNvPr id="64" name="グループ化 63">
            <a:extLst>
              <a:ext uri="{FF2B5EF4-FFF2-40B4-BE49-F238E27FC236}">
                <a16:creationId xmlns:a16="http://schemas.microsoft.com/office/drawing/2014/main" id="{38D390B9-9E1B-6400-4D24-AA394BF871F0}"/>
              </a:ext>
            </a:extLst>
          </p:cNvPr>
          <p:cNvGrpSpPr/>
          <p:nvPr/>
        </p:nvGrpSpPr>
        <p:grpSpPr>
          <a:xfrm>
            <a:off x="1586797" y="3676635"/>
            <a:ext cx="730509" cy="730509"/>
            <a:chOff x="3503712" y="3429000"/>
            <a:chExt cx="936104" cy="936104"/>
          </a:xfrm>
        </p:grpSpPr>
        <p:sp>
          <p:nvSpPr>
            <p:cNvPr id="65" name="正方形/長方形 64">
              <a:extLst>
                <a:ext uri="{FF2B5EF4-FFF2-40B4-BE49-F238E27FC236}">
                  <a16:creationId xmlns:a16="http://schemas.microsoft.com/office/drawing/2014/main" id="{545385FD-760B-4171-E595-E9F91FB4C1B2}"/>
                </a:ext>
              </a:extLst>
            </p:cNvPr>
            <p:cNvSpPr/>
            <p:nvPr/>
          </p:nvSpPr>
          <p:spPr bwMode="auto">
            <a:xfrm>
              <a:off x="3503712" y="3429000"/>
              <a:ext cx="936104" cy="936104"/>
            </a:xfrm>
            <a:prstGeom prst="rect">
              <a:avLst/>
            </a:prstGeom>
            <a:solidFill>
              <a:schemeClr val="bg1"/>
            </a:solidFill>
            <a:ln w="12700" cap="flat" cmpd="sng" algn="ctr">
              <a:solidFill>
                <a:schemeClr val="tx1">
                  <a:lumMod val="50000"/>
                  <a:lumOff val="5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66" name="図 65">
              <a:extLst>
                <a:ext uri="{FF2B5EF4-FFF2-40B4-BE49-F238E27FC236}">
                  <a16:creationId xmlns:a16="http://schemas.microsoft.com/office/drawing/2014/main" id="{8C9AE3D6-C45C-0A04-1DFF-9C356420887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6066" y="3625362"/>
              <a:ext cx="571699" cy="547977"/>
            </a:xfrm>
            <a:prstGeom prst="rect">
              <a:avLst/>
            </a:prstGeom>
          </p:spPr>
        </p:pic>
      </p:grpSp>
      <p:grpSp>
        <p:nvGrpSpPr>
          <p:cNvPr id="67" name="グループ化 66">
            <a:extLst>
              <a:ext uri="{FF2B5EF4-FFF2-40B4-BE49-F238E27FC236}">
                <a16:creationId xmlns:a16="http://schemas.microsoft.com/office/drawing/2014/main" id="{0B1E8AFF-1107-D3D5-1985-60CADEB3E325}"/>
              </a:ext>
            </a:extLst>
          </p:cNvPr>
          <p:cNvGrpSpPr/>
          <p:nvPr/>
        </p:nvGrpSpPr>
        <p:grpSpPr>
          <a:xfrm>
            <a:off x="1425054" y="3585679"/>
            <a:ext cx="730509" cy="730509"/>
            <a:chOff x="3503712" y="3429000"/>
            <a:chExt cx="936104" cy="936104"/>
          </a:xfrm>
        </p:grpSpPr>
        <p:sp>
          <p:nvSpPr>
            <p:cNvPr id="68" name="正方形/長方形 67">
              <a:extLst>
                <a:ext uri="{FF2B5EF4-FFF2-40B4-BE49-F238E27FC236}">
                  <a16:creationId xmlns:a16="http://schemas.microsoft.com/office/drawing/2014/main" id="{A0A0AB9C-AF2D-B6E8-B6F8-B094001B37BA}"/>
                </a:ext>
              </a:extLst>
            </p:cNvPr>
            <p:cNvSpPr/>
            <p:nvPr/>
          </p:nvSpPr>
          <p:spPr bwMode="auto">
            <a:xfrm>
              <a:off x="3503712" y="3429000"/>
              <a:ext cx="936104" cy="936104"/>
            </a:xfrm>
            <a:prstGeom prst="rect">
              <a:avLst/>
            </a:prstGeom>
            <a:solidFill>
              <a:schemeClr val="bg1"/>
            </a:solidFill>
            <a:ln w="12700" cap="flat" cmpd="sng" algn="ctr">
              <a:solidFill>
                <a:schemeClr val="tx1">
                  <a:lumMod val="50000"/>
                  <a:lumOff val="5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69" name="図 68">
              <a:extLst>
                <a:ext uri="{FF2B5EF4-FFF2-40B4-BE49-F238E27FC236}">
                  <a16:creationId xmlns:a16="http://schemas.microsoft.com/office/drawing/2014/main" id="{D6F21FF1-FEA6-A537-CA37-A63858591BF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6066" y="3625362"/>
              <a:ext cx="571699" cy="547977"/>
            </a:xfrm>
            <a:prstGeom prst="rect">
              <a:avLst/>
            </a:prstGeom>
          </p:spPr>
        </p:pic>
      </p:grpSp>
      <p:grpSp>
        <p:nvGrpSpPr>
          <p:cNvPr id="70" name="グループ化 69">
            <a:extLst>
              <a:ext uri="{FF2B5EF4-FFF2-40B4-BE49-F238E27FC236}">
                <a16:creationId xmlns:a16="http://schemas.microsoft.com/office/drawing/2014/main" id="{0E09F27F-3F46-0F7A-282D-2C34B1619D9D}"/>
              </a:ext>
            </a:extLst>
          </p:cNvPr>
          <p:cNvGrpSpPr/>
          <p:nvPr/>
        </p:nvGrpSpPr>
        <p:grpSpPr>
          <a:xfrm>
            <a:off x="1263310" y="3494724"/>
            <a:ext cx="730509" cy="730509"/>
            <a:chOff x="3503712" y="3429000"/>
            <a:chExt cx="936104" cy="936104"/>
          </a:xfrm>
        </p:grpSpPr>
        <p:sp>
          <p:nvSpPr>
            <p:cNvPr id="71" name="正方形/長方形 70">
              <a:extLst>
                <a:ext uri="{FF2B5EF4-FFF2-40B4-BE49-F238E27FC236}">
                  <a16:creationId xmlns:a16="http://schemas.microsoft.com/office/drawing/2014/main" id="{7094F8A3-90F4-F0B7-0B4E-E0FA702B4E92}"/>
                </a:ext>
              </a:extLst>
            </p:cNvPr>
            <p:cNvSpPr/>
            <p:nvPr/>
          </p:nvSpPr>
          <p:spPr bwMode="auto">
            <a:xfrm>
              <a:off x="3503712" y="3429000"/>
              <a:ext cx="936104" cy="936104"/>
            </a:xfrm>
            <a:prstGeom prst="rect">
              <a:avLst/>
            </a:prstGeom>
            <a:solidFill>
              <a:schemeClr val="bg1"/>
            </a:solidFill>
            <a:ln w="12700" cap="flat" cmpd="sng" algn="ctr">
              <a:solidFill>
                <a:schemeClr val="tx1">
                  <a:lumMod val="50000"/>
                  <a:lumOff val="5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72" name="図 71">
              <a:extLst>
                <a:ext uri="{FF2B5EF4-FFF2-40B4-BE49-F238E27FC236}">
                  <a16:creationId xmlns:a16="http://schemas.microsoft.com/office/drawing/2014/main" id="{51EFBC36-76F8-8593-E2D8-F5C0B1B832A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6066" y="3625362"/>
              <a:ext cx="571699" cy="547977"/>
            </a:xfrm>
            <a:prstGeom prst="rect">
              <a:avLst/>
            </a:prstGeom>
          </p:spPr>
        </p:pic>
      </p:grpSp>
      <p:grpSp>
        <p:nvGrpSpPr>
          <p:cNvPr id="73" name="グループ化 72">
            <a:extLst>
              <a:ext uri="{FF2B5EF4-FFF2-40B4-BE49-F238E27FC236}">
                <a16:creationId xmlns:a16="http://schemas.microsoft.com/office/drawing/2014/main" id="{20B3B1D5-2FCF-BCE5-2F6F-92C44C747E3E}"/>
              </a:ext>
            </a:extLst>
          </p:cNvPr>
          <p:cNvGrpSpPr/>
          <p:nvPr/>
        </p:nvGrpSpPr>
        <p:grpSpPr>
          <a:xfrm>
            <a:off x="1101566" y="3403769"/>
            <a:ext cx="730509" cy="730509"/>
            <a:chOff x="3503712" y="3429000"/>
            <a:chExt cx="936104" cy="936104"/>
          </a:xfrm>
        </p:grpSpPr>
        <p:sp>
          <p:nvSpPr>
            <p:cNvPr id="74" name="正方形/長方形 73">
              <a:extLst>
                <a:ext uri="{FF2B5EF4-FFF2-40B4-BE49-F238E27FC236}">
                  <a16:creationId xmlns:a16="http://schemas.microsoft.com/office/drawing/2014/main" id="{2FB5C5DB-9BE5-F3A3-4487-604F78DBFBFF}"/>
                </a:ext>
              </a:extLst>
            </p:cNvPr>
            <p:cNvSpPr/>
            <p:nvPr/>
          </p:nvSpPr>
          <p:spPr bwMode="auto">
            <a:xfrm>
              <a:off x="3503712" y="3429000"/>
              <a:ext cx="936104" cy="936104"/>
            </a:xfrm>
            <a:prstGeom prst="rect">
              <a:avLst/>
            </a:prstGeom>
            <a:solidFill>
              <a:schemeClr val="bg1"/>
            </a:solidFill>
            <a:ln w="12700" cap="flat" cmpd="sng" algn="ctr">
              <a:solidFill>
                <a:schemeClr val="tx1">
                  <a:lumMod val="50000"/>
                  <a:lumOff val="5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75" name="図 74">
              <a:extLst>
                <a:ext uri="{FF2B5EF4-FFF2-40B4-BE49-F238E27FC236}">
                  <a16:creationId xmlns:a16="http://schemas.microsoft.com/office/drawing/2014/main" id="{0DEA84A5-2E5E-3E90-FBEB-0D1DC810D08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6066" y="3625362"/>
              <a:ext cx="571699" cy="547977"/>
            </a:xfrm>
            <a:prstGeom prst="rect">
              <a:avLst/>
            </a:prstGeom>
          </p:spPr>
        </p:pic>
      </p:grpSp>
      <p:grpSp>
        <p:nvGrpSpPr>
          <p:cNvPr id="76" name="グループ化 75">
            <a:extLst>
              <a:ext uri="{FF2B5EF4-FFF2-40B4-BE49-F238E27FC236}">
                <a16:creationId xmlns:a16="http://schemas.microsoft.com/office/drawing/2014/main" id="{BCE9BB16-58F8-77BA-4CA6-A8A64FC9ED67}"/>
              </a:ext>
            </a:extLst>
          </p:cNvPr>
          <p:cNvGrpSpPr/>
          <p:nvPr/>
        </p:nvGrpSpPr>
        <p:grpSpPr>
          <a:xfrm>
            <a:off x="3073457" y="3642660"/>
            <a:ext cx="730509" cy="730509"/>
            <a:chOff x="3503712" y="3429000"/>
            <a:chExt cx="936104" cy="936104"/>
          </a:xfrm>
        </p:grpSpPr>
        <p:sp>
          <p:nvSpPr>
            <p:cNvPr id="77" name="正方形/長方形 76">
              <a:extLst>
                <a:ext uri="{FF2B5EF4-FFF2-40B4-BE49-F238E27FC236}">
                  <a16:creationId xmlns:a16="http://schemas.microsoft.com/office/drawing/2014/main" id="{8963EE09-7C44-225D-70EF-564FD82243C7}"/>
                </a:ext>
              </a:extLst>
            </p:cNvPr>
            <p:cNvSpPr/>
            <p:nvPr/>
          </p:nvSpPr>
          <p:spPr bwMode="auto">
            <a:xfrm>
              <a:off x="3503712" y="3429000"/>
              <a:ext cx="936104" cy="936104"/>
            </a:xfrm>
            <a:prstGeom prst="rect">
              <a:avLst/>
            </a:prstGeom>
            <a:solidFill>
              <a:schemeClr val="bg1"/>
            </a:solidFill>
            <a:ln w="12700" cap="flat" cmpd="sng" algn="ctr">
              <a:solidFill>
                <a:schemeClr val="tx1">
                  <a:lumMod val="50000"/>
                  <a:lumOff val="5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78" name="図 77">
              <a:extLst>
                <a:ext uri="{FF2B5EF4-FFF2-40B4-BE49-F238E27FC236}">
                  <a16:creationId xmlns:a16="http://schemas.microsoft.com/office/drawing/2014/main" id="{93DC8650-9241-F661-162E-3FF8D33C789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6066" y="3625362"/>
              <a:ext cx="571699" cy="547977"/>
            </a:xfrm>
            <a:prstGeom prst="rect">
              <a:avLst/>
            </a:prstGeom>
          </p:spPr>
        </p:pic>
      </p:grpSp>
      <p:grpSp>
        <p:nvGrpSpPr>
          <p:cNvPr id="79" name="グループ化 78">
            <a:extLst>
              <a:ext uri="{FF2B5EF4-FFF2-40B4-BE49-F238E27FC236}">
                <a16:creationId xmlns:a16="http://schemas.microsoft.com/office/drawing/2014/main" id="{250229CF-1C9A-07C9-C14E-ED34E5D530A3}"/>
              </a:ext>
            </a:extLst>
          </p:cNvPr>
          <p:cNvGrpSpPr/>
          <p:nvPr/>
        </p:nvGrpSpPr>
        <p:grpSpPr>
          <a:xfrm>
            <a:off x="2911714" y="3551704"/>
            <a:ext cx="730509" cy="730509"/>
            <a:chOff x="3503712" y="3429000"/>
            <a:chExt cx="936104" cy="936104"/>
          </a:xfrm>
        </p:grpSpPr>
        <p:sp>
          <p:nvSpPr>
            <p:cNvPr id="80" name="正方形/長方形 79">
              <a:extLst>
                <a:ext uri="{FF2B5EF4-FFF2-40B4-BE49-F238E27FC236}">
                  <a16:creationId xmlns:a16="http://schemas.microsoft.com/office/drawing/2014/main" id="{9F138A41-094F-13F3-B41C-2160F6F03FC8}"/>
                </a:ext>
              </a:extLst>
            </p:cNvPr>
            <p:cNvSpPr/>
            <p:nvPr/>
          </p:nvSpPr>
          <p:spPr bwMode="auto">
            <a:xfrm>
              <a:off x="3503712" y="3429000"/>
              <a:ext cx="936104" cy="936104"/>
            </a:xfrm>
            <a:prstGeom prst="rect">
              <a:avLst/>
            </a:prstGeom>
            <a:solidFill>
              <a:schemeClr val="bg1"/>
            </a:solidFill>
            <a:ln w="12700" cap="flat" cmpd="sng" algn="ctr">
              <a:solidFill>
                <a:schemeClr val="tx1">
                  <a:lumMod val="50000"/>
                  <a:lumOff val="5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81" name="図 80">
              <a:extLst>
                <a:ext uri="{FF2B5EF4-FFF2-40B4-BE49-F238E27FC236}">
                  <a16:creationId xmlns:a16="http://schemas.microsoft.com/office/drawing/2014/main" id="{8521FAE8-543E-7A5D-0AA5-F7B7F58700C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6066" y="3625362"/>
              <a:ext cx="571699" cy="547977"/>
            </a:xfrm>
            <a:prstGeom prst="rect">
              <a:avLst/>
            </a:prstGeom>
          </p:spPr>
        </p:pic>
      </p:grpSp>
      <p:grpSp>
        <p:nvGrpSpPr>
          <p:cNvPr id="82" name="グループ化 81">
            <a:extLst>
              <a:ext uri="{FF2B5EF4-FFF2-40B4-BE49-F238E27FC236}">
                <a16:creationId xmlns:a16="http://schemas.microsoft.com/office/drawing/2014/main" id="{7BAE078B-DE6B-DF8D-A0A3-8B593F7608EF}"/>
              </a:ext>
            </a:extLst>
          </p:cNvPr>
          <p:cNvGrpSpPr/>
          <p:nvPr/>
        </p:nvGrpSpPr>
        <p:grpSpPr>
          <a:xfrm>
            <a:off x="2749970" y="3460749"/>
            <a:ext cx="730509" cy="730509"/>
            <a:chOff x="3503712" y="3429000"/>
            <a:chExt cx="936104" cy="936104"/>
          </a:xfrm>
        </p:grpSpPr>
        <p:sp>
          <p:nvSpPr>
            <p:cNvPr id="83" name="正方形/長方形 82">
              <a:extLst>
                <a:ext uri="{FF2B5EF4-FFF2-40B4-BE49-F238E27FC236}">
                  <a16:creationId xmlns:a16="http://schemas.microsoft.com/office/drawing/2014/main" id="{F2114F41-C17E-D227-8B75-FBF98E6B4334}"/>
                </a:ext>
              </a:extLst>
            </p:cNvPr>
            <p:cNvSpPr/>
            <p:nvPr/>
          </p:nvSpPr>
          <p:spPr bwMode="auto">
            <a:xfrm>
              <a:off x="3503712" y="3429000"/>
              <a:ext cx="936104" cy="936104"/>
            </a:xfrm>
            <a:prstGeom prst="rect">
              <a:avLst/>
            </a:prstGeom>
            <a:solidFill>
              <a:schemeClr val="bg1"/>
            </a:solidFill>
            <a:ln w="12700" cap="flat" cmpd="sng" algn="ctr">
              <a:solidFill>
                <a:schemeClr val="tx1">
                  <a:lumMod val="50000"/>
                  <a:lumOff val="5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84" name="図 83">
              <a:extLst>
                <a:ext uri="{FF2B5EF4-FFF2-40B4-BE49-F238E27FC236}">
                  <a16:creationId xmlns:a16="http://schemas.microsoft.com/office/drawing/2014/main" id="{A4A5556C-2697-6A58-38E2-4A4E5403967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6066" y="3625362"/>
              <a:ext cx="571699" cy="547977"/>
            </a:xfrm>
            <a:prstGeom prst="rect">
              <a:avLst/>
            </a:prstGeom>
          </p:spPr>
        </p:pic>
      </p:grpSp>
      <p:grpSp>
        <p:nvGrpSpPr>
          <p:cNvPr id="85" name="グループ化 84">
            <a:extLst>
              <a:ext uri="{FF2B5EF4-FFF2-40B4-BE49-F238E27FC236}">
                <a16:creationId xmlns:a16="http://schemas.microsoft.com/office/drawing/2014/main" id="{EFF408AD-ED66-3057-E55B-86504FB9DE91}"/>
              </a:ext>
            </a:extLst>
          </p:cNvPr>
          <p:cNvGrpSpPr/>
          <p:nvPr/>
        </p:nvGrpSpPr>
        <p:grpSpPr>
          <a:xfrm>
            <a:off x="2588226" y="3369794"/>
            <a:ext cx="730509" cy="730509"/>
            <a:chOff x="3503712" y="3429000"/>
            <a:chExt cx="936104" cy="936104"/>
          </a:xfrm>
        </p:grpSpPr>
        <p:sp>
          <p:nvSpPr>
            <p:cNvPr id="86" name="正方形/長方形 85">
              <a:extLst>
                <a:ext uri="{FF2B5EF4-FFF2-40B4-BE49-F238E27FC236}">
                  <a16:creationId xmlns:a16="http://schemas.microsoft.com/office/drawing/2014/main" id="{39046A1F-7F61-F5F7-7EE5-F2F2F979B853}"/>
                </a:ext>
              </a:extLst>
            </p:cNvPr>
            <p:cNvSpPr/>
            <p:nvPr/>
          </p:nvSpPr>
          <p:spPr bwMode="auto">
            <a:xfrm>
              <a:off x="3503712" y="3429000"/>
              <a:ext cx="936104" cy="936104"/>
            </a:xfrm>
            <a:prstGeom prst="rect">
              <a:avLst/>
            </a:prstGeom>
            <a:solidFill>
              <a:schemeClr val="bg1"/>
            </a:solidFill>
            <a:ln w="12700" cap="flat" cmpd="sng" algn="ctr">
              <a:solidFill>
                <a:schemeClr val="tx1">
                  <a:lumMod val="50000"/>
                  <a:lumOff val="5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87" name="図 86">
              <a:extLst>
                <a:ext uri="{FF2B5EF4-FFF2-40B4-BE49-F238E27FC236}">
                  <a16:creationId xmlns:a16="http://schemas.microsoft.com/office/drawing/2014/main" id="{39D48075-A7C2-F468-3D23-FF408D32EEA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6066" y="3625362"/>
              <a:ext cx="571699" cy="547977"/>
            </a:xfrm>
            <a:prstGeom prst="rect">
              <a:avLst/>
            </a:prstGeom>
          </p:spPr>
        </p:pic>
      </p:grpSp>
      <p:sp>
        <p:nvSpPr>
          <p:cNvPr id="88" name="テキスト ボックス 87">
            <a:extLst>
              <a:ext uri="{FF2B5EF4-FFF2-40B4-BE49-F238E27FC236}">
                <a16:creationId xmlns:a16="http://schemas.microsoft.com/office/drawing/2014/main" id="{C0D59CA0-7061-5D62-C404-21AE39F522BF}"/>
              </a:ext>
            </a:extLst>
          </p:cNvPr>
          <p:cNvSpPr txBox="1"/>
          <p:nvPr/>
        </p:nvSpPr>
        <p:spPr bwMode="auto">
          <a:xfrm>
            <a:off x="750411" y="2321364"/>
            <a:ext cx="328363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lang="ja-JP" altLang="en-US" kern="0">
                <a:latin typeface="BIZ UDPゴシック" panose="020B0400000000000000" pitchFamily="50" charset="-128"/>
                <a:ea typeface="BIZ UDPゴシック" panose="020B0400000000000000" pitchFamily="50" charset="-128"/>
              </a:rPr>
              <a:t>多くの </a:t>
            </a:r>
            <a:r>
              <a:rPr lang="en-US" altLang="ja-JP" kern="0">
                <a:latin typeface="BIZ UDPゴシック" panose="020B0400000000000000" pitchFamily="50" charset="-128"/>
                <a:ea typeface="BIZ UDPゴシック" panose="020B0400000000000000" pitchFamily="50" charset="-128"/>
              </a:rPr>
              <a:t>pptx </a:t>
            </a:r>
            <a:r>
              <a:rPr lang="ja-JP" altLang="en-US" kern="0">
                <a:latin typeface="BIZ UDPゴシック" panose="020B0400000000000000" pitchFamily="50" charset="-128"/>
                <a:ea typeface="BIZ UDPゴシック" panose="020B0400000000000000" pitchFamily="50" charset="-128"/>
              </a:rPr>
              <a:t>文書部品</a:t>
            </a:r>
            <a:endParaRPr kumimoji="1" lang="en-US" altLang="ja-JP" kern="0">
              <a:latin typeface="BIZ UDPゴシック" panose="020B0400000000000000" pitchFamily="50" charset="-128"/>
              <a:ea typeface="BIZ UDPゴシック" panose="020B0400000000000000" pitchFamily="50" charset="-128"/>
            </a:endParaRPr>
          </a:p>
        </p:txBody>
      </p:sp>
      <p:sp>
        <p:nvSpPr>
          <p:cNvPr id="89" name="四角形: 角を丸くする 88">
            <a:extLst>
              <a:ext uri="{FF2B5EF4-FFF2-40B4-BE49-F238E27FC236}">
                <a16:creationId xmlns:a16="http://schemas.microsoft.com/office/drawing/2014/main" id="{438EA313-2A78-3B49-7BFE-21D258E84417}"/>
              </a:ext>
            </a:extLst>
          </p:cNvPr>
          <p:cNvSpPr/>
          <p:nvPr/>
        </p:nvSpPr>
        <p:spPr bwMode="auto">
          <a:xfrm>
            <a:off x="5147523" y="3351163"/>
            <a:ext cx="1925529" cy="582994"/>
          </a:xfrm>
          <a:prstGeom prst="round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24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結合・変換</a:t>
            </a:r>
            <a:endParaRPr kumimoji="1" lang="ja-JP" altLang="en-US" sz="24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90" name="正方形/長方形 89">
            <a:extLst>
              <a:ext uri="{FF2B5EF4-FFF2-40B4-BE49-F238E27FC236}">
                <a16:creationId xmlns:a16="http://schemas.microsoft.com/office/drawing/2014/main" id="{329AC397-0A2B-84D4-456D-9ABFA5231507}"/>
              </a:ext>
            </a:extLst>
          </p:cNvPr>
          <p:cNvSpPr/>
          <p:nvPr/>
        </p:nvSpPr>
        <p:spPr bwMode="auto">
          <a:xfrm>
            <a:off x="5147523" y="2405394"/>
            <a:ext cx="1925529" cy="532104"/>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24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構成指示書</a:t>
            </a:r>
            <a:endParaRPr kumimoji="1" lang="ja-JP" altLang="en-US" sz="24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91" name="テキスト ボックス 90">
            <a:extLst>
              <a:ext uri="{FF2B5EF4-FFF2-40B4-BE49-F238E27FC236}">
                <a16:creationId xmlns:a16="http://schemas.microsoft.com/office/drawing/2014/main" id="{4DC0F981-26FE-EEA1-13BC-2A5FEE372DFF}"/>
              </a:ext>
            </a:extLst>
          </p:cNvPr>
          <p:cNvSpPr txBox="1"/>
          <p:nvPr/>
        </p:nvSpPr>
        <p:spPr bwMode="auto">
          <a:xfrm>
            <a:off x="8551778" y="2237392"/>
            <a:ext cx="246704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lang="ja-JP" altLang="en-US" kern="0">
                <a:latin typeface="BIZ UDPゴシック" panose="020B0400000000000000" pitchFamily="50" charset="-128"/>
                <a:ea typeface="BIZ UDPゴシック" panose="020B0400000000000000" pitchFamily="50" charset="-128"/>
              </a:rPr>
              <a:t>多様な文書形式</a:t>
            </a:r>
            <a:endParaRPr kumimoji="1" lang="en-US" altLang="ja-JP" kern="0">
              <a:latin typeface="BIZ UDPゴシック" panose="020B0400000000000000" pitchFamily="50" charset="-128"/>
              <a:ea typeface="BIZ UDPゴシック" panose="020B0400000000000000" pitchFamily="50" charset="-128"/>
            </a:endParaRPr>
          </a:p>
        </p:txBody>
      </p:sp>
      <p:sp>
        <p:nvSpPr>
          <p:cNvPr id="92" name="四角形: 角を丸くする 91">
            <a:extLst>
              <a:ext uri="{FF2B5EF4-FFF2-40B4-BE49-F238E27FC236}">
                <a16:creationId xmlns:a16="http://schemas.microsoft.com/office/drawing/2014/main" id="{15BBA582-C202-A665-A1B9-6F95C478E055}"/>
              </a:ext>
            </a:extLst>
          </p:cNvPr>
          <p:cNvSpPr/>
          <p:nvPr/>
        </p:nvSpPr>
        <p:spPr bwMode="auto">
          <a:xfrm>
            <a:off x="8835875" y="2676772"/>
            <a:ext cx="1913687" cy="391529"/>
          </a:xfrm>
          <a:prstGeom prst="round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a:latin typeface="BIZ UDPゴシック" panose="020B0400000000000000" pitchFamily="50" charset="-128"/>
                <a:ea typeface="BIZ UDPゴシック" panose="020B0400000000000000" pitchFamily="50" charset="-128"/>
              </a:rPr>
              <a:t>PPTX</a:t>
            </a: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93" name="四角形: 角を丸くする 92">
            <a:extLst>
              <a:ext uri="{FF2B5EF4-FFF2-40B4-BE49-F238E27FC236}">
                <a16:creationId xmlns:a16="http://schemas.microsoft.com/office/drawing/2014/main" id="{524A113C-3991-6D80-E3C0-464E1A8BBBBA}"/>
              </a:ext>
            </a:extLst>
          </p:cNvPr>
          <p:cNvSpPr/>
          <p:nvPr/>
        </p:nvSpPr>
        <p:spPr bwMode="auto">
          <a:xfrm>
            <a:off x="8835875" y="3180455"/>
            <a:ext cx="1913687" cy="391529"/>
          </a:xfrm>
          <a:prstGeom prst="round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a:latin typeface="BIZ UDPゴシック" panose="020B0400000000000000" pitchFamily="50" charset="-128"/>
                <a:ea typeface="BIZ UDPゴシック" panose="020B0400000000000000" pitchFamily="50" charset="-128"/>
              </a:rPr>
              <a:t>PDF</a:t>
            </a: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94" name="四角形: 角を丸くする 93">
            <a:extLst>
              <a:ext uri="{FF2B5EF4-FFF2-40B4-BE49-F238E27FC236}">
                <a16:creationId xmlns:a16="http://schemas.microsoft.com/office/drawing/2014/main" id="{8E336233-E77B-6A58-52FB-342BA4F7CFC5}"/>
              </a:ext>
            </a:extLst>
          </p:cNvPr>
          <p:cNvSpPr/>
          <p:nvPr/>
        </p:nvSpPr>
        <p:spPr bwMode="auto">
          <a:xfrm>
            <a:off x="8835875" y="3684138"/>
            <a:ext cx="1913687" cy="391529"/>
          </a:xfrm>
          <a:prstGeom prst="round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a:latin typeface="BIZ UDPゴシック" panose="020B0400000000000000" pitchFamily="50" charset="-128"/>
                <a:ea typeface="BIZ UDPゴシック" panose="020B0400000000000000" pitchFamily="50" charset="-128"/>
              </a:rPr>
              <a:t>Markdown</a:t>
            </a: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95" name="四角形: 角を丸くする 94">
            <a:extLst>
              <a:ext uri="{FF2B5EF4-FFF2-40B4-BE49-F238E27FC236}">
                <a16:creationId xmlns:a16="http://schemas.microsoft.com/office/drawing/2014/main" id="{3C690EB8-C3E7-D5A3-3DAF-9738CD22BE85}"/>
              </a:ext>
            </a:extLst>
          </p:cNvPr>
          <p:cNvSpPr/>
          <p:nvPr/>
        </p:nvSpPr>
        <p:spPr bwMode="auto">
          <a:xfrm>
            <a:off x="8835875" y="4187821"/>
            <a:ext cx="1913687" cy="391529"/>
          </a:xfrm>
          <a:prstGeom prst="round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a:latin typeface="BIZ UDPゴシック" panose="020B0400000000000000" pitchFamily="50" charset="-128"/>
                <a:ea typeface="BIZ UDPゴシック" panose="020B0400000000000000" pitchFamily="50" charset="-128"/>
              </a:rPr>
              <a:t>HTML</a:t>
            </a: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96" name="左中かっこ 95">
            <a:extLst>
              <a:ext uri="{FF2B5EF4-FFF2-40B4-BE49-F238E27FC236}">
                <a16:creationId xmlns:a16="http://schemas.microsoft.com/office/drawing/2014/main" id="{FF155FE9-71F8-8A0D-BF42-321BEB10F4C4}"/>
              </a:ext>
            </a:extLst>
          </p:cNvPr>
          <p:cNvSpPr/>
          <p:nvPr/>
        </p:nvSpPr>
        <p:spPr bwMode="auto">
          <a:xfrm>
            <a:off x="8112224" y="2685966"/>
            <a:ext cx="486721" cy="1913388"/>
          </a:xfrm>
          <a:prstGeom prst="leftBrace">
            <a:avLst>
              <a:gd name="adj1" fmla="val 40897"/>
              <a:gd name="adj2" fmla="val 50000"/>
            </a:avLst>
          </a:prstGeom>
          <a:noFill/>
          <a:ln w="38100" cap="flat" cmpd="sng" algn="ctr">
            <a:solidFill>
              <a:schemeClr val="tx1">
                <a:lumMod val="75000"/>
                <a:lumOff val="25000"/>
              </a:schemeClr>
            </a:solidFill>
            <a:prstDash val="solid"/>
            <a:round/>
            <a:headEnd type="none" w="med" len="med"/>
            <a:tailEnd type="none" w="med" len="med"/>
          </a:ln>
          <a:effectLst/>
        </p:spPr>
        <p:txBody>
          <a:bodyPr rtlCol="0" anchor="ctr"/>
          <a:lstStyle/>
          <a:p>
            <a:pPr algn="ctr"/>
            <a:endParaRPr kumimoji="1" lang="ja-JP" altLang="en-US"/>
          </a:p>
        </p:txBody>
      </p:sp>
      <p:sp>
        <p:nvSpPr>
          <p:cNvPr id="97" name="左中かっこ 96">
            <a:extLst>
              <a:ext uri="{FF2B5EF4-FFF2-40B4-BE49-F238E27FC236}">
                <a16:creationId xmlns:a16="http://schemas.microsoft.com/office/drawing/2014/main" id="{D4E6B443-B517-0131-4EE7-1B39CC6874BC}"/>
              </a:ext>
            </a:extLst>
          </p:cNvPr>
          <p:cNvSpPr/>
          <p:nvPr/>
        </p:nvSpPr>
        <p:spPr bwMode="auto">
          <a:xfrm flipH="1">
            <a:off x="3892026" y="2772938"/>
            <a:ext cx="486721" cy="1739444"/>
          </a:xfrm>
          <a:prstGeom prst="leftBrace">
            <a:avLst>
              <a:gd name="adj1" fmla="val 40897"/>
              <a:gd name="adj2" fmla="val 50000"/>
            </a:avLst>
          </a:prstGeom>
          <a:noFill/>
          <a:ln w="38100" cap="flat" cmpd="sng" algn="ctr">
            <a:solidFill>
              <a:schemeClr val="tx1">
                <a:lumMod val="75000"/>
                <a:lumOff val="25000"/>
              </a:schemeClr>
            </a:solidFill>
            <a:prstDash val="solid"/>
            <a:round/>
            <a:headEnd type="none" w="med" len="med"/>
            <a:tailEnd type="none" w="med" len="med"/>
          </a:ln>
          <a:effectLst/>
        </p:spPr>
        <p:txBody>
          <a:bodyPr rtlCol="0" anchor="ctr"/>
          <a:lstStyle/>
          <a:p>
            <a:pPr algn="ctr"/>
            <a:endParaRPr kumimoji="1" lang="ja-JP" altLang="en-US"/>
          </a:p>
        </p:txBody>
      </p:sp>
      <p:cxnSp>
        <p:nvCxnSpPr>
          <p:cNvPr id="99" name="直線矢印コネクタ 98">
            <a:extLst>
              <a:ext uri="{FF2B5EF4-FFF2-40B4-BE49-F238E27FC236}">
                <a16:creationId xmlns:a16="http://schemas.microsoft.com/office/drawing/2014/main" id="{FF0C7496-600E-670A-643A-6D7448B3D84A}"/>
              </a:ext>
            </a:extLst>
          </p:cNvPr>
          <p:cNvCxnSpPr>
            <a:endCxn id="89" idx="1"/>
          </p:cNvCxnSpPr>
          <p:nvPr/>
        </p:nvCxnSpPr>
        <p:spPr bwMode="auto">
          <a:xfrm>
            <a:off x="4250070" y="3642660"/>
            <a:ext cx="897453" cy="0"/>
          </a:xfrm>
          <a:prstGeom prst="straightConnector1">
            <a:avLst/>
          </a:prstGeom>
          <a:solidFill>
            <a:srgbClr val="CCFFFF"/>
          </a:solidFill>
          <a:ln w="38100" cap="flat" cmpd="sng" algn="ctr">
            <a:solidFill>
              <a:schemeClr val="tx1">
                <a:lumMod val="75000"/>
                <a:lumOff val="25000"/>
              </a:schemeClr>
            </a:solidFill>
            <a:prstDash val="solid"/>
            <a:round/>
            <a:headEnd type="none" w="med" len="med"/>
            <a:tailEnd type="triangle"/>
          </a:ln>
          <a:effectLst/>
        </p:spPr>
      </p:cxnSp>
      <p:cxnSp>
        <p:nvCxnSpPr>
          <p:cNvPr id="100" name="直線矢印コネクタ 99">
            <a:extLst>
              <a:ext uri="{FF2B5EF4-FFF2-40B4-BE49-F238E27FC236}">
                <a16:creationId xmlns:a16="http://schemas.microsoft.com/office/drawing/2014/main" id="{E5B88F4A-D713-1627-FDFA-119BE9379EF4}"/>
              </a:ext>
            </a:extLst>
          </p:cNvPr>
          <p:cNvCxnSpPr>
            <a:cxnSpLocks/>
            <a:stCxn id="89" idx="3"/>
            <a:endCxn id="96" idx="1"/>
          </p:cNvCxnSpPr>
          <p:nvPr/>
        </p:nvCxnSpPr>
        <p:spPr bwMode="auto">
          <a:xfrm>
            <a:off x="7073052" y="3642660"/>
            <a:ext cx="1039172" cy="0"/>
          </a:xfrm>
          <a:prstGeom prst="straightConnector1">
            <a:avLst/>
          </a:prstGeom>
          <a:solidFill>
            <a:srgbClr val="CCFFFF"/>
          </a:solidFill>
          <a:ln w="38100" cap="flat" cmpd="sng" algn="ctr">
            <a:solidFill>
              <a:schemeClr val="tx1">
                <a:lumMod val="75000"/>
                <a:lumOff val="25000"/>
              </a:schemeClr>
            </a:solidFill>
            <a:prstDash val="solid"/>
            <a:round/>
            <a:headEnd type="none" w="med" len="med"/>
            <a:tailEnd type="triangle"/>
          </a:ln>
          <a:effectLst/>
        </p:spPr>
      </p:cxnSp>
      <p:cxnSp>
        <p:nvCxnSpPr>
          <p:cNvPr id="103" name="直線矢印コネクタ 102">
            <a:extLst>
              <a:ext uri="{FF2B5EF4-FFF2-40B4-BE49-F238E27FC236}">
                <a16:creationId xmlns:a16="http://schemas.microsoft.com/office/drawing/2014/main" id="{8DFAA764-86AA-E4DC-00DC-9FC1616CDAAD}"/>
              </a:ext>
            </a:extLst>
          </p:cNvPr>
          <p:cNvCxnSpPr>
            <a:cxnSpLocks/>
            <a:stCxn id="90" idx="2"/>
            <a:endCxn id="89" idx="0"/>
          </p:cNvCxnSpPr>
          <p:nvPr/>
        </p:nvCxnSpPr>
        <p:spPr bwMode="auto">
          <a:xfrm>
            <a:off x="6110288" y="2937498"/>
            <a:ext cx="0" cy="413665"/>
          </a:xfrm>
          <a:prstGeom prst="straightConnector1">
            <a:avLst/>
          </a:prstGeom>
          <a:solidFill>
            <a:srgbClr val="CCFFFF"/>
          </a:solidFill>
          <a:ln w="38100" cap="flat" cmpd="sng" algn="ctr">
            <a:solidFill>
              <a:schemeClr val="tx1">
                <a:lumMod val="75000"/>
                <a:lumOff val="25000"/>
              </a:schemeClr>
            </a:solidFill>
            <a:prstDash val="solid"/>
            <a:round/>
            <a:headEnd type="none" w="med" len="med"/>
            <a:tailEnd type="triangle"/>
          </a:ln>
          <a:effectLst/>
        </p:spPr>
      </p:cxnSp>
      <p:sp>
        <p:nvSpPr>
          <p:cNvPr id="107" name="テキスト ボックス 106">
            <a:extLst>
              <a:ext uri="{FF2B5EF4-FFF2-40B4-BE49-F238E27FC236}">
                <a16:creationId xmlns:a16="http://schemas.microsoft.com/office/drawing/2014/main" id="{FD86D99C-BBD4-F288-C62B-EB85EC7B1E17}"/>
              </a:ext>
            </a:extLst>
          </p:cNvPr>
          <p:cNvSpPr txBox="1"/>
          <p:nvPr/>
        </p:nvSpPr>
        <p:spPr bwMode="auto">
          <a:xfrm>
            <a:off x="1243649" y="1677886"/>
            <a:ext cx="98166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lang="en-US" altLang="ja-JP" sz="2400" kern="0">
                <a:latin typeface="BIZ UDPゴシック" panose="020B0400000000000000" pitchFamily="50" charset="-128"/>
                <a:ea typeface="BIZ UDPゴシック" panose="020B0400000000000000" pitchFamily="50" charset="-128"/>
              </a:rPr>
              <a:t>pptx</a:t>
            </a:r>
            <a:r>
              <a:rPr lang="ja-JP" altLang="en-US" sz="2400" kern="0">
                <a:latin typeface="BIZ UDPゴシック" panose="020B0400000000000000" pitchFamily="50" charset="-128"/>
                <a:ea typeface="BIZ UDPゴシック" panose="020B0400000000000000" pitchFamily="50" charset="-128"/>
              </a:rPr>
              <a:t>を文書部品にして、多様な形式の文書を生成するジェネレーター</a:t>
            </a:r>
            <a:endParaRPr kumimoji="1" lang="en-US" altLang="ja-JP" sz="2400" kern="0">
              <a:latin typeface="BIZ UDPゴシック" panose="020B0400000000000000" pitchFamily="50" charset="-128"/>
              <a:ea typeface="BIZ UDPゴシック" panose="020B0400000000000000" pitchFamily="50" charset="-128"/>
            </a:endParaRPr>
          </a:p>
        </p:txBody>
      </p:sp>
      <p:sp>
        <p:nvSpPr>
          <p:cNvPr id="108" name="テキスト ボックス 107">
            <a:extLst>
              <a:ext uri="{FF2B5EF4-FFF2-40B4-BE49-F238E27FC236}">
                <a16:creationId xmlns:a16="http://schemas.microsoft.com/office/drawing/2014/main" id="{4B16E6D0-3412-D8AE-EDE2-1DFC810FB83F}"/>
              </a:ext>
            </a:extLst>
          </p:cNvPr>
          <p:cNvSpPr txBox="1"/>
          <p:nvPr/>
        </p:nvSpPr>
        <p:spPr bwMode="auto">
          <a:xfrm>
            <a:off x="4944472" y="3931631"/>
            <a:ext cx="255133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en-US" altLang="ja-JP" sz="1600" kern="0">
                <a:latin typeface="BIZ UDPゴシック" panose="020B0400000000000000" pitchFamily="50" charset="-128"/>
                <a:ea typeface="BIZ UDPゴシック" panose="020B0400000000000000" pitchFamily="50" charset="-128"/>
              </a:rPr>
              <a:t>Python, PowerPoint</a:t>
            </a:r>
            <a:endParaRPr kumimoji="1" lang="ja-JP" altLang="en-US" sz="1600" kern="0">
              <a:latin typeface="BIZ UDPゴシック" panose="020B0400000000000000" pitchFamily="50" charset="-128"/>
              <a:ea typeface="BIZ UDPゴシック" panose="020B0400000000000000" pitchFamily="50" charset="-128"/>
            </a:endParaRPr>
          </a:p>
        </p:txBody>
      </p:sp>
      <p:pic>
        <p:nvPicPr>
          <p:cNvPr id="109" name="図 108">
            <a:extLst>
              <a:ext uri="{FF2B5EF4-FFF2-40B4-BE49-F238E27FC236}">
                <a16:creationId xmlns:a16="http://schemas.microsoft.com/office/drawing/2014/main" id="{CD6E7349-ADFD-1657-6F71-715B2DE086E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58754" y="969071"/>
            <a:ext cx="3102359" cy="638245"/>
          </a:xfrm>
          <a:prstGeom prst="rect">
            <a:avLst/>
          </a:prstGeom>
        </p:spPr>
      </p:pic>
      <p:sp>
        <p:nvSpPr>
          <p:cNvPr id="110" name="テキスト ボックス 109">
            <a:extLst>
              <a:ext uri="{FF2B5EF4-FFF2-40B4-BE49-F238E27FC236}">
                <a16:creationId xmlns:a16="http://schemas.microsoft.com/office/drawing/2014/main" id="{E7173A1E-1605-99A1-9D40-325C0D3FF938}"/>
              </a:ext>
            </a:extLst>
          </p:cNvPr>
          <p:cNvSpPr txBox="1"/>
          <p:nvPr/>
        </p:nvSpPr>
        <p:spPr bwMode="auto">
          <a:xfrm>
            <a:off x="4335808" y="1018473"/>
            <a:ext cx="652219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en-US" altLang="ja-JP" sz="2400" kern="0">
                <a:latin typeface="BIZ UDPゴシック" panose="020B0400000000000000" pitchFamily="50" charset="-128"/>
                <a:ea typeface="BIZ UDPゴシック" panose="020B0400000000000000" pitchFamily="50" charset="-128"/>
              </a:rPr>
              <a:t>PPT &amp; MD </a:t>
            </a:r>
            <a:r>
              <a:rPr kumimoji="1" lang="ja-JP" altLang="en-US" sz="2400" kern="0">
                <a:latin typeface="BIZ UDPゴシック" panose="020B0400000000000000" pitchFamily="50" charset="-128"/>
                <a:ea typeface="BIZ UDPゴシック" panose="020B0400000000000000" pitchFamily="50" charset="-128"/>
              </a:rPr>
              <a:t>文書　構成・変換ツール</a:t>
            </a:r>
            <a:endParaRPr kumimoji="1" lang="en-US" altLang="ja-JP" sz="2400" kern="0">
              <a:latin typeface="BIZ UDPゴシック" panose="020B0400000000000000" pitchFamily="50" charset="-128"/>
              <a:ea typeface="BIZ UDPゴシック" panose="020B0400000000000000" pitchFamily="50" charset="-128"/>
            </a:endParaRPr>
          </a:p>
        </p:txBody>
      </p:sp>
      <p:cxnSp>
        <p:nvCxnSpPr>
          <p:cNvPr id="112" name="直線コネクタ 111">
            <a:extLst>
              <a:ext uri="{FF2B5EF4-FFF2-40B4-BE49-F238E27FC236}">
                <a16:creationId xmlns:a16="http://schemas.microsoft.com/office/drawing/2014/main" id="{4E6F291F-3EF9-8F1F-4BF1-D0576D264BC8}"/>
              </a:ext>
            </a:extLst>
          </p:cNvPr>
          <p:cNvCxnSpPr/>
          <p:nvPr/>
        </p:nvCxnSpPr>
        <p:spPr bwMode="auto">
          <a:xfrm>
            <a:off x="4208453" y="1526305"/>
            <a:ext cx="6640075" cy="0"/>
          </a:xfrm>
          <a:prstGeom prst="line">
            <a:avLst/>
          </a:prstGeom>
          <a:solidFill>
            <a:srgbClr val="CCFFFF"/>
          </a:solidFill>
          <a:ln w="38100" cap="flat" cmpd="sng" algn="ctr">
            <a:solidFill>
              <a:schemeClr val="tx1">
                <a:lumMod val="75000"/>
                <a:lumOff val="25000"/>
              </a:schemeClr>
            </a:solidFill>
            <a:prstDash val="solid"/>
            <a:round/>
            <a:headEnd type="none" w="med" len="med"/>
            <a:tailEnd type="none" w="med" len="med"/>
          </a:ln>
          <a:effectLst/>
        </p:spPr>
      </p:cxnSp>
      <p:sp>
        <p:nvSpPr>
          <p:cNvPr id="4" name="テキスト ボックス 3">
            <a:extLst>
              <a:ext uri="{FF2B5EF4-FFF2-40B4-BE49-F238E27FC236}">
                <a16:creationId xmlns:a16="http://schemas.microsoft.com/office/drawing/2014/main" id="{0B16BCA2-E43E-1748-5BC6-7394AB4EC0D8}"/>
              </a:ext>
            </a:extLst>
          </p:cNvPr>
          <p:cNvSpPr txBox="1"/>
          <p:nvPr/>
        </p:nvSpPr>
        <p:spPr bwMode="auto">
          <a:xfrm>
            <a:off x="1217255" y="5272882"/>
            <a:ext cx="363421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ja-JP" altLang="en-US" sz="1800" kern="0">
                <a:latin typeface="BIZ UDPゴシック" panose="020B0400000000000000" pitchFamily="50" charset="-128"/>
                <a:ea typeface="BIZ UDPゴシック" panose="020B0400000000000000" pitchFamily="50" charset="-128"/>
              </a:rPr>
              <a:t>何はともあれ使ってみたいなら　　</a:t>
            </a:r>
          </a:p>
        </p:txBody>
      </p:sp>
      <p:sp>
        <p:nvSpPr>
          <p:cNvPr id="8" name="テキスト ボックス 7">
            <a:extLst>
              <a:ext uri="{FF2B5EF4-FFF2-40B4-BE49-F238E27FC236}">
                <a16:creationId xmlns:a16="http://schemas.microsoft.com/office/drawing/2014/main" id="{EAD62757-9E7D-BA58-0794-9ACAD3FB8B76}"/>
              </a:ext>
            </a:extLst>
          </p:cNvPr>
          <p:cNvSpPr txBox="1"/>
          <p:nvPr/>
        </p:nvSpPr>
        <p:spPr bwMode="auto">
          <a:xfrm>
            <a:off x="6528048" y="5257493"/>
            <a:ext cx="47042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ja-JP" sz="1800" kern="0">
                <a:latin typeface="BIZ UDPゴシック" panose="020B0400000000000000" pitchFamily="50" charset="-128"/>
                <a:ea typeface="BIZ UDPゴシック" panose="020B0400000000000000" pitchFamily="50" charset="-128"/>
              </a:rPr>
              <a:t>5) Requirements &amp; Quick Start</a:t>
            </a:r>
            <a:endParaRPr lang="ja-JP" altLang="en-US" sz="1800"/>
          </a:p>
        </p:txBody>
      </p:sp>
      <p:cxnSp>
        <p:nvCxnSpPr>
          <p:cNvPr id="10" name="直線矢印コネクタ 9">
            <a:extLst>
              <a:ext uri="{FF2B5EF4-FFF2-40B4-BE49-F238E27FC236}">
                <a16:creationId xmlns:a16="http://schemas.microsoft.com/office/drawing/2014/main" id="{849C945A-3A57-1503-15CE-612B5DB6840C}"/>
              </a:ext>
            </a:extLst>
          </p:cNvPr>
          <p:cNvCxnSpPr>
            <a:cxnSpLocks/>
          </p:cNvCxnSpPr>
          <p:nvPr/>
        </p:nvCxnSpPr>
        <p:spPr bwMode="auto">
          <a:xfrm>
            <a:off x="4851472" y="5445224"/>
            <a:ext cx="1528186" cy="0"/>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12" name="テキスト ボックス 11">
            <a:extLst>
              <a:ext uri="{FF2B5EF4-FFF2-40B4-BE49-F238E27FC236}">
                <a16:creationId xmlns:a16="http://schemas.microsoft.com/office/drawing/2014/main" id="{5784CF47-FDC7-14ED-D75C-869E96CA9142}"/>
              </a:ext>
            </a:extLst>
          </p:cNvPr>
          <p:cNvSpPr txBox="1"/>
          <p:nvPr/>
        </p:nvSpPr>
        <p:spPr bwMode="auto">
          <a:xfrm>
            <a:off x="1217255" y="5943763"/>
            <a:ext cx="40146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ja-JP" altLang="en-US" sz="1800" kern="0">
                <a:latin typeface="BIZ UDPゴシック" panose="020B0400000000000000" pitchFamily="50" charset="-128"/>
                <a:ea typeface="BIZ UDPゴシック" panose="020B0400000000000000" pitchFamily="50" charset="-128"/>
              </a:rPr>
              <a:t>コンセプトからじっくり知りたいなら</a:t>
            </a:r>
          </a:p>
        </p:txBody>
      </p:sp>
      <p:sp>
        <p:nvSpPr>
          <p:cNvPr id="13" name="テキスト ボックス 12">
            <a:extLst>
              <a:ext uri="{FF2B5EF4-FFF2-40B4-BE49-F238E27FC236}">
                <a16:creationId xmlns:a16="http://schemas.microsoft.com/office/drawing/2014/main" id="{9A4AF289-B96D-FB77-26D0-FEE022898B28}"/>
              </a:ext>
            </a:extLst>
          </p:cNvPr>
          <p:cNvSpPr txBox="1"/>
          <p:nvPr/>
        </p:nvSpPr>
        <p:spPr bwMode="auto">
          <a:xfrm>
            <a:off x="6575344" y="5805264"/>
            <a:ext cx="439940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271463" indent="-271463"/>
            <a:r>
              <a:rPr lang="en-US" altLang="ja-JP" sz="1800" kern="0">
                <a:latin typeface="BIZ UDPゴシック" panose="020B0400000000000000" pitchFamily="50" charset="-128"/>
                <a:ea typeface="BIZ UDPゴシック" panose="020B0400000000000000" pitchFamily="50" charset="-128"/>
              </a:rPr>
              <a:t>2) </a:t>
            </a:r>
            <a:r>
              <a:rPr lang="ja-JP" altLang="en-US" sz="1800" kern="0">
                <a:latin typeface="BIZ UDPゴシック" panose="020B0400000000000000" pitchFamily="50" charset="-128"/>
                <a:ea typeface="BIZ UDPゴシック" panose="020B0400000000000000" pitchFamily="50" charset="-128"/>
              </a:rPr>
              <a:t>大きな </a:t>
            </a:r>
            <a:r>
              <a:rPr lang="en-US" altLang="ja-JP" sz="1800" kern="0">
                <a:latin typeface="BIZ UDPゴシック" panose="020B0400000000000000" pitchFamily="50" charset="-128"/>
                <a:ea typeface="BIZ UDPゴシック" panose="020B0400000000000000" pitchFamily="50" charset="-128"/>
              </a:rPr>
              <a:t>PowerPoint</a:t>
            </a:r>
            <a:r>
              <a:rPr lang="ja-JP" altLang="en-US" sz="1800" kern="0">
                <a:latin typeface="BIZ UDPゴシック" panose="020B0400000000000000" pitchFamily="50" charset="-128"/>
                <a:ea typeface="BIZ UDPゴシック" panose="020B0400000000000000" pitchFamily="50" charset="-128"/>
              </a:rPr>
              <a:t>ファイ ルを作る時の悩みとは？</a:t>
            </a:r>
            <a:endParaRPr lang="ja-JP" altLang="en-US" sz="1800"/>
          </a:p>
        </p:txBody>
      </p:sp>
      <p:cxnSp>
        <p:nvCxnSpPr>
          <p:cNvPr id="14" name="直線矢印コネクタ 13">
            <a:extLst>
              <a:ext uri="{FF2B5EF4-FFF2-40B4-BE49-F238E27FC236}">
                <a16:creationId xmlns:a16="http://schemas.microsoft.com/office/drawing/2014/main" id="{20089464-4E74-4516-91F6-CD8D148AFDC3}"/>
              </a:ext>
            </a:extLst>
          </p:cNvPr>
          <p:cNvCxnSpPr>
            <a:cxnSpLocks/>
          </p:cNvCxnSpPr>
          <p:nvPr/>
        </p:nvCxnSpPr>
        <p:spPr bwMode="auto">
          <a:xfrm>
            <a:off x="5639186" y="6128429"/>
            <a:ext cx="740472" cy="0"/>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16" name="テキスト ボックス 15">
            <a:extLst>
              <a:ext uri="{FF2B5EF4-FFF2-40B4-BE49-F238E27FC236}">
                <a16:creationId xmlns:a16="http://schemas.microsoft.com/office/drawing/2014/main" id="{4FBFD75A-EA27-5554-74F1-D3315462369E}"/>
              </a:ext>
            </a:extLst>
          </p:cNvPr>
          <p:cNvSpPr txBox="1"/>
          <p:nvPr/>
        </p:nvSpPr>
        <p:spPr bwMode="auto">
          <a:xfrm>
            <a:off x="3034363" y="6585685"/>
            <a:ext cx="183522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200" kern="0">
                <a:latin typeface="BIZ UDPゴシック" panose="020B0400000000000000" pitchFamily="50" charset="-128"/>
                <a:ea typeface="BIZ UDPゴシック" panose="020B0400000000000000" pitchFamily="50" charset="-128"/>
              </a:rPr>
              <a:t>#NONUMBERING</a:t>
            </a:r>
            <a:endParaRPr kumimoji="1" lang="ja-JP" altLang="en-US" sz="1200" ker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954630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113" name="exportrange">
            <a:extLst>
              <a:ext uri="{FF2B5EF4-FFF2-40B4-BE49-F238E27FC236}">
                <a16:creationId xmlns:a16="http://schemas.microsoft.com/office/drawing/2014/main" id="{374CEC0C-D01F-4D2D-147D-C204BC55EAAC}"/>
              </a:ext>
            </a:extLst>
          </p:cNvPr>
          <p:cNvSpPr/>
          <p:nvPr/>
        </p:nvSpPr>
        <p:spPr bwMode="auto">
          <a:xfrm>
            <a:off x="896778" y="889673"/>
            <a:ext cx="10236468" cy="5750347"/>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kumimoji="1" lang="ja-JP" altLang="en-US"/>
              <a:t>どんな人のためのツール？</a:t>
            </a:r>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7" name="テキスト ボックス 6">
            <a:extLst>
              <a:ext uri="{FF2B5EF4-FFF2-40B4-BE49-F238E27FC236}">
                <a16:creationId xmlns:a16="http://schemas.microsoft.com/office/drawing/2014/main" id="{4674ADB6-5440-C5FE-59F4-F3590F106098}"/>
              </a:ext>
            </a:extLst>
          </p:cNvPr>
          <p:cNvSpPr txBox="1"/>
          <p:nvPr/>
        </p:nvSpPr>
        <p:spPr bwMode="auto">
          <a:xfrm>
            <a:off x="4335808" y="1670363"/>
            <a:ext cx="6522198"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ja-JP" altLang="en-US" sz="2400" kern="0">
                <a:latin typeface="BIZ UDPゴシック" panose="020B0400000000000000" pitchFamily="50" charset="-128"/>
                <a:ea typeface="BIZ UDPゴシック" panose="020B0400000000000000" pitchFamily="50" charset="-128"/>
              </a:rPr>
              <a:t>研修用テキストや業務マニュアルなど、</a:t>
            </a:r>
            <a:endParaRPr lang="en-US" altLang="ja-JP" sz="2400" kern="0">
              <a:latin typeface="BIZ UDPゴシック" panose="020B0400000000000000" pitchFamily="50" charset="-128"/>
              <a:ea typeface="BIZ UDPゴシック" panose="020B0400000000000000" pitchFamily="50" charset="-128"/>
            </a:endParaRPr>
          </a:p>
          <a:p>
            <a:r>
              <a:rPr lang="ja-JP" altLang="en-US" sz="2400" kern="0">
                <a:latin typeface="BIZ UDPゴシック" panose="020B0400000000000000" pitchFamily="50" charset="-128"/>
                <a:ea typeface="BIZ UDPゴシック" panose="020B0400000000000000" pitchFamily="50" charset="-128"/>
              </a:rPr>
              <a:t>「仕事を教える、手順を決める」ための資料を </a:t>
            </a:r>
            <a:r>
              <a:rPr kumimoji="1" lang="en-US" altLang="ja-JP" sz="2400" kern="0">
                <a:latin typeface="BIZ UDPゴシック" panose="020B0400000000000000" pitchFamily="50" charset="-128"/>
                <a:ea typeface="BIZ UDPゴシック" panose="020B0400000000000000" pitchFamily="50" charset="-128"/>
              </a:rPr>
              <a:t>PowerPoint </a:t>
            </a:r>
            <a:r>
              <a:rPr kumimoji="1" lang="ja-JP" altLang="en-US" sz="2400" kern="0">
                <a:latin typeface="BIZ UDPゴシック" panose="020B0400000000000000" pitchFamily="50" charset="-128"/>
                <a:ea typeface="BIZ UDPゴシック" panose="020B0400000000000000" pitchFamily="50" charset="-128"/>
              </a:rPr>
              <a:t>で大量に作る企業</a:t>
            </a:r>
            <a:r>
              <a:rPr kumimoji="1" lang="en-US" altLang="ja-JP" sz="2400" kern="0">
                <a:latin typeface="BIZ UDPゴシック" panose="020B0400000000000000" pitchFamily="50" charset="-128"/>
                <a:ea typeface="BIZ UDPゴシック" panose="020B0400000000000000" pitchFamily="50" charset="-128"/>
              </a:rPr>
              <a:t>/</a:t>
            </a:r>
            <a:r>
              <a:rPr kumimoji="1" lang="ja-JP" altLang="en-US" sz="2400" kern="0">
                <a:latin typeface="BIZ UDPゴシック" panose="020B0400000000000000" pitchFamily="50" charset="-128"/>
                <a:ea typeface="BIZ UDPゴシック" panose="020B0400000000000000" pitchFamily="50" charset="-128"/>
              </a:rPr>
              <a:t>個人</a:t>
            </a:r>
            <a:endParaRPr kumimoji="1" lang="en-US" altLang="ja-JP" sz="2400" kern="0">
              <a:latin typeface="BIZ UDPゴシック" panose="020B0400000000000000" pitchFamily="50" charset="-128"/>
              <a:ea typeface="BIZ UDPゴシック" panose="020B0400000000000000" pitchFamily="50" charset="-128"/>
            </a:endParaRPr>
          </a:p>
        </p:txBody>
      </p:sp>
      <p:sp>
        <p:nvSpPr>
          <p:cNvPr id="5" name="テキスト ボックス 4">
            <a:extLst>
              <a:ext uri="{FF2B5EF4-FFF2-40B4-BE49-F238E27FC236}">
                <a16:creationId xmlns:a16="http://schemas.microsoft.com/office/drawing/2014/main" id="{4FD37B7E-3E43-0EE4-BA9C-AC1B09B3C429}"/>
              </a:ext>
            </a:extLst>
          </p:cNvPr>
          <p:cNvSpPr txBox="1"/>
          <p:nvPr/>
        </p:nvSpPr>
        <p:spPr bwMode="auto">
          <a:xfrm>
            <a:off x="1095320" y="1693861"/>
            <a:ext cx="2984456" cy="1200329"/>
          </a:xfrm>
          <a:prstGeom prst="rect">
            <a:avLst/>
          </a:prstGeom>
          <a:solidFill>
            <a:schemeClr val="accent1">
              <a:lumMod val="40000"/>
              <a:lumOff val="60000"/>
            </a:schemeClr>
          </a:solidFill>
          <a:ln>
            <a:noFill/>
          </a:ln>
        </p:spPr>
        <p:txBody>
          <a:bodyPr vert="horz" wrap="square" lIns="91440" tIns="45720" rIns="91440" bIns="45720" numCol="1" rtlCol="0" anchor="ctr" anchorCtr="0" compatLnSpc="1">
            <a:prstTxWarp prst="textNoShape">
              <a:avLst/>
            </a:prstTxWarp>
            <a:noAutofit/>
          </a:bodyPr>
          <a:lstStyle/>
          <a:p>
            <a:pPr algn="ctr"/>
            <a:r>
              <a:rPr lang="ja-JP" altLang="en-US" sz="2400" kern="0">
                <a:latin typeface="BIZ UDPゴシック" panose="020B0400000000000000" pitchFamily="50" charset="-128"/>
                <a:ea typeface="BIZ UDPゴシック" panose="020B0400000000000000" pitchFamily="50" charset="-128"/>
              </a:rPr>
              <a:t>想定ユーザー</a:t>
            </a:r>
            <a:endParaRPr kumimoji="1" lang="en-US" altLang="ja-JP" sz="2400" kern="0">
              <a:latin typeface="BIZ UDPゴシック" panose="020B0400000000000000" pitchFamily="50" charset="-128"/>
              <a:ea typeface="BIZ UDPゴシック" panose="020B0400000000000000" pitchFamily="50" charset="-128"/>
            </a:endParaRPr>
          </a:p>
        </p:txBody>
      </p:sp>
      <p:sp>
        <p:nvSpPr>
          <p:cNvPr id="29" name="テキスト ボックス 28">
            <a:extLst>
              <a:ext uri="{FF2B5EF4-FFF2-40B4-BE49-F238E27FC236}">
                <a16:creationId xmlns:a16="http://schemas.microsoft.com/office/drawing/2014/main" id="{978A0BE0-ED0E-EE00-58D7-691137FDC49D}"/>
              </a:ext>
            </a:extLst>
          </p:cNvPr>
          <p:cNvSpPr txBox="1"/>
          <p:nvPr/>
        </p:nvSpPr>
        <p:spPr bwMode="auto">
          <a:xfrm>
            <a:off x="1067336" y="3053938"/>
            <a:ext cx="3012439" cy="3255381"/>
          </a:xfrm>
          <a:prstGeom prst="rect">
            <a:avLst/>
          </a:prstGeom>
          <a:solidFill>
            <a:schemeClr val="accent1">
              <a:lumMod val="40000"/>
              <a:lumOff val="60000"/>
            </a:schemeClr>
          </a:solidFill>
          <a:ln>
            <a:noFill/>
          </a:ln>
        </p:spPr>
        <p:txBody>
          <a:bodyPr vert="horz" wrap="square" lIns="91440" tIns="45720" rIns="91440" bIns="45720" numCol="1" rtlCol="0" anchor="ctr" anchorCtr="0" compatLnSpc="1">
            <a:prstTxWarp prst="textNoShape">
              <a:avLst/>
            </a:prstTxWarp>
            <a:noAutofit/>
          </a:bodyPr>
          <a:lstStyle/>
          <a:p>
            <a:pPr algn="ctr"/>
            <a:r>
              <a:rPr lang="ja-JP" altLang="en-US" sz="2400" kern="0">
                <a:latin typeface="BIZ UDPゴシック" panose="020B0400000000000000" pitchFamily="50" charset="-128"/>
                <a:ea typeface="BIZ UDPゴシック" panose="020B0400000000000000" pitchFamily="50" charset="-128"/>
              </a:rPr>
              <a:t>どんな問題を</a:t>
            </a:r>
            <a:endParaRPr lang="en-US" altLang="ja-JP" sz="2400" kern="0">
              <a:latin typeface="BIZ UDPゴシック" panose="020B0400000000000000" pitchFamily="50" charset="-128"/>
              <a:ea typeface="BIZ UDPゴシック" panose="020B0400000000000000" pitchFamily="50" charset="-128"/>
            </a:endParaRPr>
          </a:p>
          <a:p>
            <a:pPr algn="ctr"/>
            <a:r>
              <a:rPr lang="ja-JP" altLang="en-US" sz="2400" kern="0">
                <a:latin typeface="BIZ UDPゴシック" panose="020B0400000000000000" pitchFamily="50" charset="-128"/>
                <a:ea typeface="BIZ UDPゴシック" panose="020B0400000000000000" pitchFamily="50" charset="-128"/>
              </a:rPr>
              <a:t>解決する？</a:t>
            </a:r>
            <a:endParaRPr kumimoji="1" lang="en-US" altLang="ja-JP" sz="2400" kern="0">
              <a:latin typeface="BIZ UDPゴシック" panose="020B0400000000000000" pitchFamily="50" charset="-128"/>
              <a:ea typeface="BIZ UDPゴシック" panose="020B0400000000000000" pitchFamily="50" charset="-128"/>
            </a:endParaRPr>
          </a:p>
        </p:txBody>
      </p:sp>
      <p:pic>
        <p:nvPicPr>
          <p:cNvPr id="109" name="図 108">
            <a:extLst>
              <a:ext uri="{FF2B5EF4-FFF2-40B4-BE49-F238E27FC236}">
                <a16:creationId xmlns:a16="http://schemas.microsoft.com/office/drawing/2014/main" id="{CD6E7349-ADFD-1657-6F71-715B2DE086E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754" y="950315"/>
            <a:ext cx="3102359" cy="638245"/>
          </a:xfrm>
          <a:prstGeom prst="rect">
            <a:avLst/>
          </a:prstGeom>
        </p:spPr>
      </p:pic>
      <p:sp>
        <p:nvSpPr>
          <p:cNvPr id="110" name="テキスト ボックス 109">
            <a:extLst>
              <a:ext uri="{FF2B5EF4-FFF2-40B4-BE49-F238E27FC236}">
                <a16:creationId xmlns:a16="http://schemas.microsoft.com/office/drawing/2014/main" id="{E7173A1E-1605-99A1-9D40-325C0D3FF938}"/>
              </a:ext>
            </a:extLst>
          </p:cNvPr>
          <p:cNvSpPr txBox="1"/>
          <p:nvPr/>
        </p:nvSpPr>
        <p:spPr bwMode="auto">
          <a:xfrm>
            <a:off x="4335808" y="999717"/>
            <a:ext cx="652219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en-US" altLang="ja-JP" sz="2400" kern="0">
                <a:latin typeface="BIZ UDPゴシック" panose="020B0400000000000000" pitchFamily="50" charset="-128"/>
                <a:ea typeface="BIZ UDPゴシック" panose="020B0400000000000000" pitchFamily="50" charset="-128"/>
              </a:rPr>
              <a:t>PPT &amp; MD </a:t>
            </a:r>
            <a:r>
              <a:rPr kumimoji="1" lang="ja-JP" altLang="en-US" sz="2400" kern="0">
                <a:latin typeface="BIZ UDPゴシック" panose="020B0400000000000000" pitchFamily="50" charset="-128"/>
                <a:ea typeface="BIZ UDPゴシック" panose="020B0400000000000000" pitchFamily="50" charset="-128"/>
              </a:rPr>
              <a:t>文書　構成・変換ツール</a:t>
            </a:r>
            <a:endParaRPr kumimoji="1" lang="en-US" altLang="ja-JP" sz="2400" kern="0">
              <a:latin typeface="BIZ UDPゴシック" panose="020B0400000000000000" pitchFamily="50" charset="-128"/>
              <a:ea typeface="BIZ UDPゴシック" panose="020B0400000000000000" pitchFamily="50" charset="-128"/>
            </a:endParaRPr>
          </a:p>
        </p:txBody>
      </p:sp>
      <p:cxnSp>
        <p:nvCxnSpPr>
          <p:cNvPr id="112" name="直線コネクタ 111">
            <a:extLst>
              <a:ext uri="{FF2B5EF4-FFF2-40B4-BE49-F238E27FC236}">
                <a16:creationId xmlns:a16="http://schemas.microsoft.com/office/drawing/2014/main" id="{4E6F291F-3EF9-8F1F-4BF1-D0576D264BC8}"/>
              </a:ext>
            </a:extLst>
          </p:cNvPr>
          <p:cNvCxnSpPr/>
          <p:nvPr/>
        </p:nvCxnSpPr>
        <p:spPr bwMode="auto">
          <a:xfrm>
            <a:off x="4208453" y="1507549"/>
            <a:ext cx="6640075" cy="0"/>
          </a:xfrm>
          <a:prstGeom prst="line">
            <a:avLst/>
          </a:prstGeom>
          <a:solidFill>
            <a:srgbClr val="CCFFFF"/>
          </a:solidFill>
          <a:ln w="38100" cap="flat" cmpd="sng" algn="ctr">
            <a:solidFill>
              <a:schemeClr val="tx1">
                <a:lumMod val="75000"/>
                <a:lumOff val="25000"/>
              </a:schemeClr>
            </a:solidFill>
            <a:prstDash val="solid"/>
            <a:round/>
            <a:headEnd type="none" w="med" len="med"/>
            <a:tailEnd type="none" w="med" len="med"/>
          </a:ln>
          <a:effectLst/>
        </p:spPr>
      </p:cxnSp>
      <p:sp>
        <p:nvSpPr>
          <p:cNvPr id="6" name="テキスト ボックス 5">
            <a:extLst>
              <a:ext uri="{FF2B5EF4-FFF2-40B4-BE49-F238E27FC236}">
                <a16:creationId xmlns:a16="http://schemas.microsoft.com/office/drawing/2014/main" id="{4CE9C490-8B7C-B293-0C09-73885509D777}"/>
              </a:ext>
            </a:extLst>
          </p:cNvPr>
          <p:cNvSpPr txBox="1"/>
          <p:nvPr/>
        </p:nvSpPr>
        <p:spPr bwMode="auto">
          <a:xfrm>
            <a:off x="4335808" y="3111967"/>
            <a:ext cx="6522198" cy="313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marL="342900" indent="-342900">
              <a:spcAft>
                <a:spcPts val="1200"/>
              </a:spcAft>
              <a:buFont typeface="Arial" panose="020B0604020202020204" pitchFamily="34" charset="0"/>
              <a:buChar char="•"/>
            </a:pPr>
            <a:r>
              <a:rPr lang="ja-JP" altLang="en-US" sz="2400" kern="0">
                <a:latin typeface="BIZ UDPゴシック" panose="020B0400000000000000" pitchFamily="50" charset="-128"/>
                <a:ea typeface="BIZ UDPゴシック" panose="020B0400000000000000" pitchFamily="50" charset="-128"/>
              </a:rPr>
              <a:t>Ａ社向け、Ｂ社向け、Ｃ社向け・・・・文書のバリエーションが増えすぎて収拾が付かない！</a:t>
            </a:r>
            <a:endParaRPr lang="en-US" altLang="ja-JP" sz="2400" kern="0">
              <a:latin typeface="BIZ UDPゴシック" panose="020B0400000000000000" pitchFamily="50" charset="-128"/>
              <a:ea typeface="BIZ UDPゴシック" panose="020B0400000000000000" pitchFamily="50" charset="-128"/>
            </a:endParaRPr>
          </a:p>
          <a:p>
            <a:pPr marL="342900" indent="-342900">
              <a:spcAft>
                <a:spcPts val="1200"/>
              </a:spcAft>
              <a:buFont typeface="Arial" panose="020B0604020202020204" pitchFamily="34" charset="0"/>
              <a:buChar char="•"/>
            </a:pPr>
            <a:r>
              <a:rPr kumimoji="1" lang="ja-JP" altLang="en-US" sz="2400" kern="0">
                <a:latin typeface="BIZ UDPゴシック" panose="020B0400000000000000" pitchFamily="50" charset="-128"/>
                <a:ea typeface="BIZ UDPゴシック" panose="020B0400000000000000" pitchFamily="50" charset="-128"/>
              </a:rPr>
              <a:t>長い</a:t>
            </a:r>
            <a:r>
              <a:rPr kumimoji="1" lang="en-US" altLang="ja-JP" sz="2400" kern="0">
                <a:latin typeface="BIZ UDPゴシック" panose="020B0400000000000000" pitchFamily="50" charset="-128"/>
                <a:ea typeface="BIZ UDPゴシック" panose="020B0400000000000000" pitchFamily="50" charset="-128"/>
              </a:rPr>
              <a:t>PowerPoint</a:t>
            </a:r>
            <a:r>
              <a:rPr kumimoji="1" lang="ja-JP" altLang="en-US" sz="2400" kern="0">
                <a:latin typeface="BIZ UDPゴシック" panose="020B0400000000000000" pitchFamily="50" charset="-128"/>
                <a:ea typeface="BIZ UDPゴシック" panose="020B0400000000000000" pitchFamily="50" charset="-128"/>
              </a:rPr>
              <a:t>に章・節番号をつけるのが面倒くさい！</a:t>
            </a:r>
            <a:endParaRPr kumimoji="1" lang="en-US" altLang="ja-JP" sz="2400" kern="0">
              <a:latin typeface="BIZ UDPゴシック" panose="020B0400000000000000" pitchFamily="50" charset="-128"/>
              <a:ea typeface="BIZ UDPゴシック" panose="020B0400000000000000" pitchFamily="50" charset="-128"/>
            </a:endParaRPr>
          </a:p>
          <a:p>
            <a:pPr marL="342900" indent="-342900">
              <a:spcAft>
                <a:spcPts val="1200"/>
              </a:spcAft>
              <a:buFont typeface="Arial" panose="020B0604020202020204" pitchFamily="34" charset="0"/>
              <a:buChar char="•"/>
            </a:pPr>
            <a:r>
              <a:rPr kumimoji="1" lang="ja-JP" altLang="en-US" sz="2400" kern="0">
                <a:latin typeface="BIZ UDPゴシック" panose="020B0400000000000000" pitchFamily="50" charset="-128"/>
                <a:ea typeface="BIZ UDPゴシック" panose="020B0400000000000000" pitchFamily="50" charset="-128"/>
              </a:rPr>
              <a:t>講師用と受講者用の</a:t>
            </a:r>
            <a:r>
              <a:rPr kumimoji="1" lang="en-US" altLang="ja-JP" sz="2400" kern="0">
                <a:latin typeface="BIZ UDPゴシック" panose="020B0400000000000000" pitchFamily="50" charset="-128"/>
                <a:ea typeface="BIZ UDPゴシック" panose="020B0400000000000000" pitchFamily="50" charset="-128"/>
              </a:rPr>
              <a:t>2</a:t>
            </a:r>
            <a:r>
              <a:rPr kumimoji="1" lang="ja-JP" altLang="en-US" sz="2400" kern="0">
                <a:latin typeface="BIZ UDPゴシック" panose="020B0400000000000000" pitchFamily="50" charset="-128"/>
                <a:ea typeface="BIZ UDPゴシック" panose="020B0400000000000000" pitchFamily="50" charset="-128"/>
              </a:rPr>
              <a:t>種類を作らなきゃいけないのが面倒くさい！</a:t>
            </a:r>
            <a:endParaRPr kumimoji="1" lang="en-US" altLang="ja-JP" sz="2400" kern="0">
              <a:latin typeface="BIZ UDPゴシック" panose="020B0400000000000000" pitchFamily="50" charset="-128"/>
              <a:ea typeface="BIZ UDPゴシック" panose="020B0400000000000000" pitchFamily="50" charset="-128"/>
            </a:endParaRPr>
          </a:p>
          <a:p>
            <a:pPr marL="342900" indent="-342900">
              <a:spcAft>
                <a:spcPts val="1200"/>
              </a:spcAft>
              <a:buFont typeface="Arial" panose="020B0604020202020204" pitchFamily="34" charset="0"/>
              <a:buChar char="•"/>
            </a:pPr>
            <a:r>
              <a:rPr kumimoji="1" lang="ja-JP" altLang="en-US" sz="2400" kern="0">
                <a:latin typeface="BIZ UDPゴシック" panose="020B0400000000000000" pitchFamily="50" charset="-128"/>
                <a:ea typeface="BIZ UDPゴシック" panose="020B0400000000000000" pitchFamily="50" charset="-128"/>
              </a:rPr>
              <a:t>印刷すると読みづらくなってしまう！</a:t>
            </a:r>
            <a:endParaRPr kumimoji="1" lang="en-US" altLang="ja-JP" sz="2400" ker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66256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4" name="exportrange">
            <a:extLst>
              <a:ext uri="{FF2B5EF4-FFF2-40B4-BE49-F238E27FC236}">
                <a16:creationId xmlns:a16="http://schemas.microsoft.com/office/drawing/2014/main" id="{963601C1-4EFE-D36E-4A7E-88ABCA2B50D9}"/>
              </a:ext>
            </a:extLst>
          </p:cNvPr>
          <p:cNvSpPr/>
          <p:nvPr/>
        </p:nvSpPr>
        <p:spPr bwMode="auto">
          <a:xfrm>
            <a:off x="767408" y="1124744"/>
            <a:ext cx="10122044" cy="4968552"/>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kumimoji="1" lang="ja-JP" altLang="en-US"/>
              <a:t>悩み１： ちょっとずつ違う</a:t>
            </a:r>
            <a:r>
              <a:rPr kumimoji="1" lang="en-US" altLang="ja-JP"/>
              <a:t>PowerPoint</a:t>
            </a:r>
            <a:r>
              <a:rPr kumimoji="1" lang="ja-JP" altLang="en-US"/>
              <a:t>のコピーが増殖</a:t>
            </a:r>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7" name="テキスト ボックス 6">
            <a:extLst>
              <a:ext uri="{FF2B5EF4-FFF2-40B4-BE49-F238E27FC236}">
                <a16:creationId xmlns:a16="http://schemas.microsoft.com/office/drawing/2014/main" id="{4674ADB6-5440-C5FE-59F4-F3590F106098}"/>
              </a:ext>
            </a:extLst>
          </p:cNvPr>
          <p:cNvSpPr txBox="1"/>
          <p:nvPr/>
        </p:nvSpPr>
        <p:spPr bwMode="auto">
          <a:xfrm>
            <a:off x="916919" y="1244991"/>
            <a:ext cx="97930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2400" kern="0">
                <a:latin typeface="BIZ UDPゴシック" panose="020B0400000000000000" pitchFamily="50" charset="-128"/>
                <a:ea typeface="BIZ UDPゴシック" panose="020B0400000000000000" pitchFamily="50" charset="-128"/>
              </a:rPr>
              <a:t>PowerPoint </a:t>
            </a:r>
            <a:r>
              <a:rPr kumimoji="1" lang="ja-JP" altLang="en-US" sz="2400" kern="0">
                <a:latin typeface="BIZ UDPゴシック" panose="020B0400000000000000" pitchFamily="50" charset="-128"/>
                <a:ea typeface="BIZ UDPゴシック" panose="020B0400000000000000" pitchFamily="50" charset="-128"/>
              </a:rPr>
              <a:t>で企業研修用のテキストを作る時によくある悩み</a:t>
            </a:r>
            <a:endParaRPr kumimoji="1" lang="en-US" altLang="ja-JP" sz="2400" kern="0">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6B276A24-0587-8E2A-E039-B8DE7CEB0843}"/>
              </a:ext>
            </a:extLst>
          </p:cNvPr>
          <p:cNvSpPr txBox="1"/>
          <p:nvPr/>
        </p:nvSpPr>
        <p:spPr bwMode="auto">
          <a:xfrm>
            <a:off x="1055440" y="1989592"/>
            <a:ext cx="159575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ja-JP" altLang="en-US" kern="0">
                <a:latin typeface="BIZ UDPゴシック" panose="020B0400000000000000" pitchFamily="50" charset="-128"/>
                <a:ea typeface="BIZ UDPゴシック" panose="020B0400000000000000" pitchFamily="50" charset="-128"/>
              </a:rPr>
              <a:t>Ａ社向け</a:t>
            </a:r>
          </a:p>
        </p:txBody>
      </p:sp>
      <p:grpSp>
        <p:nvGrpSpPr>
          <p:cNvPr id="26" name="グループ化 25">
            <a:extLst>
              <a:ext uri="{FF2B5EF4-FFF2-40B4-BE49-F238E27FC236}">
                <a16:creationId xmlns:a16="http://schemas.microsoft.com/office/drawing/2014/main" id="{DEA8CDBB-355A-4570-C728-3C019CD67D34}"/>
              </a:ext>
            </a:extLst>
          </p:cNvPr>
          <p:cNvGrpSpPr/>
          <p:nvPr/>
        </p:nvGrpSpPr>
        <p:grpSpPr>
          <a:xfrm>
            <a:off x="1385266" y="2479955"/>
            <a:ext cx="936104" cy="936104"/>
            <a:chOff x="3503712" y="3429000"/>
            <a:chExt cx="936104" cy="936104"/>
          </a:xfrm>
        </p:grpSpPr>
        <p:sp>
          <p:nvSpPr>
            <p:cNvPr id="15" name="正方形/長方形 14">
              <a:extLst>
                <a:ext uri="{FF2B5EF4-FFF2-40B4-BE49-F238E27FC236}">
                  <a16:creationId xmlns:a16="http://schemas.microsoft.com/office/drawing/2014/main" id="{F1BFEC84-EF24-0EA8-73FD-CAA0536D4B7A}"/>
                </a:ext>
              </a:extLst>
            </p:cNvPr>
            <p:cNvSpPr/>
            <p:nvPr/>
          </p:nvSpPr>
          <p:spPr bwMode="auto">
            <a:xfrm>
              <a:off x="3503712" y="3429000"/>
              <a:ext cx="936104" cy="936104"/>
            </a:xfrm>
            <a:prstGeom prst="rect">
              <a:avLst/>
            </a:prstGeom>
            <a:solidFill>
              <a:schemeClr val="bg1"/>
            </a:solidFill>
            <a:ln w="12700" cap="flat" cmpd="sng" algn="ctr">
              <a:solidFill>
                <a:schemeClr val="tx1">
                  <a:lumMod val="50000"/>
                  <a:lumOff val="5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11" name="図 10">
              <a:extLst>
                <a:ext uri="{FF2B5EF4-FFF2-40B4-BE49-F238E27FC236}">
                  <a16:creationId xmlns:a16="http://schemas.microsoft.com/office/drawing/2014/main" id="{F9C6AAAD-35B5-CA1B-9510-25B154CC94A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6066" y="3625362"/>
              <a:ext cx="571699" cy="547977"/>
            </a:xfrm>
            <a:prstGeom prst="rect">
              <a:avLst/>
            </a:prstGeom>
          </p:spPr>
        </p:pic>
      </p:grpSp>
      <p:sp>
        <p:nvSpPr>
          <p:cNvPr id="32" name="テキスト ボックス 31">
            <a:extLst>
              <a:ext uri="{FF2B5EF4-FFF2-40B4-BE49-F238E27FC236}">
                <a16:creationId xmlns:a16="http://schemas.microsoft.com/office/drawing/2014/main" id="{9C2702E1-69DA-6875-965B-73357A67BE5C}"/>
              </a:ext>
            </a:extLst>
          </p:cNvPr>
          <p:cNvSpPr txBox="1"/>
          <p:nvPr/>
        </p:nvSpPr>
        <p:spPr bwMode="auto">
          <a:xfrm>
            <a:off x="5107393" y="1989592"/>
            <a:ext cx="159575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ja-JP" altLang="en-US" kern="0">
                <a:latin typeface="BIZ UDPゴシック" panose="020B0400000000000000" pitchFamily="50" charset="-128"/>
                <a:ea typeface="BIZ UDPゴシック" panose="020B0400000000000000" pitchFamily="50" charset="-128"/>
              </a:rPr>
              <a:t>Ｂ社向け</a:t>
            </a:r>
          </a:p>
        </p:txBody>
      </p:sp>
      <p:grpSp>
        <p:nvGrpSpPr>
          <p:cNvPr id="33" name="グループ化 32">
            <a:extLst>
              <a:ext uri="{FF2B5EF4-FFF2-40B4-BE49-F238E27FC236}">
                <a16:creationId xmlns:a16="http://schemas.microsoft.com/office/drawing/2014/main" id="{816F10D2-9440-B7D4-795E-49BE9D55B3B6}"/>
              </a:ext>
            </a:extLst>
          </p:cNvPr>
          <p:cNvGrpSpPr/>
          <p:nvPr/>
        </p:nvGrpSpPr>
        <p:grpSpPr>
          <a:xfrm>
            <a:off x="5437219" y="2479955"/>
            <a:ext cx="936104" cy="936104"/>
            <a:chOff x="3503712" y="3429000"/>
            <a:chExt cx="936104" cy="936104"/>
          </a:xfrm>
        </p:grpSpPr>
        <p:sp>
          <p:nvSpPr>
            <p:cNvPr id="34" name="正方形/長方形 33">
              <a:extLst>
                <a:ext uri="{FF2B5EF4-FFF2-40B4-BE49-F238E27FC236}">
                  <a16:creationId xmlns:a16="http://schemas.microsoft.com/office/drawing/2014/main" id="{37E3C40A-40CF-A334-0463-4FA57DDE9FE2}"/>
                </a:ext>
              </a:extLst>
            </p:cNvPr>
            <p:cNvSpPr/>
            <p:nvPr/>
          </p:nvSpPr>
          <p:spPr bwMode="auto">
            <a:xfrm>
              <a:off x="3503712" y="3429000"/>
              <a:ext cx="936104" cy="936104"/>
            </a:xfrm>
            <a:prstGeom prst="rect">
              <a:avLst/>
            </a:prstGeom>
            <a:solidFill>
              <a:schemeClr val="bg1"/>
            </a:solidFill>
            <a:ln w="12700" cap="flat" cmpd="sng" algn="ctr">
              <a:solidFill>
                <a:schemeClr val="tx1">
                  <a:lumMod val="50000"/>
                  <a:lumOff val="5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35" name="図 34">
              <a:extLst>
                <a:ext uri="{FF2B5EF4-FFF2-40B4-BE49-F238E27FC236}">
                  <a16:creationId xmlns:a16="http://schemas.microsoft.com/office/drawing/2014/main" id="{8BCF777F-6EDA-B2FF-3999-44140F5A268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6066" y="3625362"/>
              <a:ext cx="571699" cy="547977"/>
            </a:xfrm>
            <a:prstGeom prst="rect">
              <a:avLst/>
            </a:prstGeom>
          </p:spPr>
        </p:pic>
      </p:grpSp>
      <p:sp>
        <p:nvSpPr>
          <p:cNvPr id="36" name="テキスト ボックス 35">
            <a:extLst>
              <a:ext uri="{FF2B5EF4-FFF2-40B4-BE49-F238E27FC236}">
                <a16:creationId xmlns:a16="http://schemas.microsoft.com/office/drawing/2014/main" id="{C9734052-12D9-683D-8E54-894F09874E7C}"/>
              </a:ext>
            </a:extLst>
          </p:cNvPr>
          <p:cNvSpPr txBox="1"/>
          <p:nvPr/>
        </p:nvSpPr>
        <p:spPr bwMode="auto">
          <a:xfrm>
            <a:off x="9203891" y="1989592"/>
            <a:ext cx="159575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ja-JP" altLang="en-US" kern="0">
                <a:latin typeface="BIZ UDPゴシック" panose="020B0400000000000000" pitchFamily="50" charset="-128"/>
                <a:ea typeface="BIZ UDPゴシック" panose="020B0400000000000000" pitchFamily="50" charset="-128"/>
              </a:rPr>
              <a:t>Ｃ社向け</a:t>
            </a:r>
          </a:p>
        </p:txBody>
      </p:sp>
      <p:grpSp>
        <p:nvGrpSpPr>
          <p:cNvPr id="37" name="グループ化 36">
            <a:extLst>
              <a:ext uri="{FF2B5EF4-FFF2-40B4-BE49-F238E27FC236}">
                <a16:creationId xmlns:a16="http://schemas.microsoft.com/office/drawing/2014/main" id="{ADF2AA35-6992-258E-F273-A4424273E182}"/>
              </a:ext>
            </a:extLst>
          </p:cNvPr>
          <p:cNvGrpSpPr/>
          <p:nvPr/>
        </p:nvGrpSpPr>
        <p:grpSpPr>
          <a:xfrm>
            <a:off x="9533717" y="2479955"/>
            <a:ext cx="936104" cy="936104"/>
            <a:chOff x="3503712" y="3429000"/>
            <a:chExt cx="936104" cy="936104"/>
          </a:xfrm>
        </p:grpSpPr>
        <p:sp>
          <p:nvSpPr>
            <p:cNvPr id="38" name="正方形/長方形 37">
              <a:extLst>
                <a:ext uri="{FF2B5EF4-FFF2-40B4-BE49-F238E27FC236}">
                  <a16:creationId xmlns:a16="http://schemas.microsoft.com/office/drawing/2014/main" id="{31F63922-3F3E-7B2F-34A7-083EFDE7E311}"/>
                </a:ext>
              </a:extLst>
            </p:cNvPr>
            <p:cNvSpPr/>
            <p:nvPr/>
          </p:nvSpPr>
          <p:spPr bwMode="auto">
            <a:xfrm>
              <a:off x="3503712" y="3429000"/>
              <a:ext cx="936104" cy="936104"/>
            </a:xfrm>
            <a:prstGeom prst="rect">
              <a:avLst/>
            </a:prstGeom>
            <a:solidFill>
              <a:schemeClr val="bg1"/>
            </a:solidFill>
            <a:ln w="12700" cap="flat" cmpd="sng" algn="ctr">
              <a:solidFill>
                <a:schemeClr val="tx1">
                  <a:lumMod val="50000"/>
                  <a:lumOff val="5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39" name="図 38">
              <a:extLst>
                <a:ext uri="{FF2B5EF4-FFF2-40B4-BE49-F238E27FC236}">
                  <a16:creationId xmlns:a16="http://schemas.microsoft.com/office/drawing/2014/main" id="{B8B4056F-A1B1-9ED7-54BF-2A1E41CED56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6066" y="3625362"/>
              <a:ext cx="571699" cy="547977"/>
            </a:xfrm>
            <a:prstGeom prst="rect">
              <a:avLst/>
            </a:prstGeom>
          </p:spPr>
        </p:pic>
      </p:grpSp>
      <p:cxnSp>
        <p:nvCxnSpPr>
          <p:cNvPr id="41" name="直線矢印コネクタ 40">
            <a:extLst>
              <a:ext uri="{FF2B5EF4-FFF2-40B4-BE49-F238E27FC236}">
                <a16:creationId xmlns:a16="http://schemas.microsoft.com/office/drawing/2014/main" id="{735C203F-32D5-24ED-2A36-DA790F13BC10}"/>
              </a:ext>
            </a:extLst>
          </p:cNvPr>
          <p:cNvCxnSpPr>
            <a:cxnSpLocks/>
          </p:cNvCxnSpPr>
          <p:nvPr/>
        </p:nvCxnSpPr>
        <p:spPr bwMode="auto">
          <a:xfrm>
            <a:off x="2651195" y="3012921"/>
            <a:ext cx="2550495" cy="0"/>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42" name="テキスト ボックス 41">
            <a:extLst>
              <a:ext uri="{FF2B5EF4-FFF2-40B4-BE49-F238E27FC236}">
                <a16:creationId xmlns:a16="http://schemas.microsoft.com/office/drawing/2014/main" id="{350E3D7F-296F-5367-30BD-08809089A337}"/>
              </a:ext>
            </a:extLst>
          </p:cNvPr>
          <p:cNvSpPr txBox="1"/>
          <p:nvPr/>
        </p:nvSpPr>
        <p:spPr bwMode="auto">
          <a:xfrm>
            <a:off x="3155569" y="2516646"/>
            <a:ext cx="16140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コピー＋修正</a:t>
            </a:r>
          </a:p>
        </p:txBody>
      </p:sp>
      <p:cxnSp>
        <p:nvCxnSpPr>
          <p:cNvPr id="44" name="直線矢印コネクタ 43">
            <a:extLst>
              <a:ext uri="{FF2B5EF4-FFF2-40B4-BE49-F238E27FC236}">
                <a16:creationId xmlns:a16="http://schemas.microsoft.com/office/drawing/2014/main" id="{ADF254D0-46C2-6AA1-4704-C1E21AB35EAF}"/>
              </a:ext>
            </a:extLst>
          </p:cNvPr>
          <p:cNvCxnSpPr>
            <a:cxnSpLocks/>
          </p:cNvCxnSpPr>
          <p:nvPr/>
        </p:nvCxnSpPr>
        <p:spPr bwMode="auto">
          <a:xfrm>
            <a:off x="6703148" y="3012921"/>
            <a:ext cx="2550495" cy="0"/>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45" name="テキスト ボックス 44">
            <a:extLst>
              <a:ext uri="{FF2B5EF4-FFF2-40B4-BE49-F238E27FC236}">
                <a16:creationId xmlns:a16="http://schemas.microsoft.com/office/drawing/2014/main" id="{0035FD0D-15CF-40C4-04D6-0CBFF1611663}"/>
              </a:ext>
            </a:extLst>
          </p:cNvPr>
          <p:cNvSpPr txBox="1"/>
          <p:nvPr/>
        </p:nvSpPr>
        <p:spPr bwMode="auto">
          <a:xfrm>
            <a:off x="7207522" y="2516646"/>
            <a:ext cx="16140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コピー＋修正</a:t>
            </a:r>
          </a:p>
        </p:txBody>
      </p:sp>
      <p:sp>
        <p:nvSpPr>
          <p:cNvPr id="46" name="テキスト ボックス 45">
            <a:extLst>
              <a:ext uri="{FF2B5EF4-FFF2-40B4-BE49-F238E27FC236}">
                <a16:creationId xmlns:a16="http://schemas.microsoft.com/office/drawing/2014/main" id="{4F2732AD-83B2-A3F8-92A8-33576BE21741}"/>
              </a:ext>
            </a:extLst>
          </p:cNvPr>
          <p:cNvSpPr txBox="1"/>
          <p:nvPr/>
        </p:nvSpPr>
        <p:spPr bwMode="auto">
          <a:xfrm>
            <a:off x="1703512" y="3930745"/>
            <a:ext cx="9185940" cy="18605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marL="342900" indent="-342900">
              <a:lnSpc>
                <a:spcPct val="150000"/>
              </a:lnSpc>
              <a:buFont typeface="Arial" panose="020B0604020202020204" pitchFamily="34" charset="0"/>
              <a:buChar char="•"/>
            </a:pPr>
            <a:r>
              <a:rPr lang="ja-JP" altLang="en-US" kern="0">
                <a:latin typeface="BIZ UDPゴシック" panose="020B0400000000000000" pitchFamily="50" charset="-128"/>
                <a:ea typeface="BIZ UDPゴシック" panose="020B0400000000000000" pitchFamily="50" charset="-128"/>
              </a:rPr>
              <a:t>「コピーしてちょっと修正」 を繰り返す</a:t>
            </a:r>
          </a:p>
          <a:p>
            <a:pPr marL="342900" indent="-342900" algn="l">
              <a:lnSpc>
                <a:spcPct val="150000"/>
              </a:lnSpc>
              <a:buFont typeface="Arial" panose="020B0604020202020204" pitchFamily="34" charset="0"/>
              <a:buChar char="•"/>
            </a:pPr>
            <a:r>
              <a:rPr kumimoji="1" lang="ja-JP" altLang="en-US" kern="0">
                <a:latin typeface="BIZ UDPゴシック" panose="020B0400000000000000" pitchFamily="50" charset="-128"/>
                <a:ea typeface="BIZ UDPゴシック" panose="020B0400000000000000" pitchFamily="50" charset="-128"/>
              </a:rPr>
              <a:t>ちょっとずつ違うバージョンが無数に増える</a:t>
            </a:r>
            <a:endParaRPr kumimoji="1" lang="en-US" altLang="ja-JP" kern="0">
              <a:latin typeface="BIZ UDPゴシック" panose="020B0400000000000000" pitchFamily="50" charset="-128"/>
              <a:ea typeface="BIZ UDPゴシック" panose="020B0400000000000000" pitchFamily="50" charset="-128"/>
            </a:endParaRPr>
          </a:p>
          <a:p>
            <a:pPr marL="342900" indent="-342900" algn="l">
              <a:lnSpc>
                <a:spcPct val="150000"/>
              </a:lnSpc>
              <a:buFont typeface="Arial" panose="020B0604020202020204" pitchFamily="34" charset="0"/>
              <a:buChar char="•"/>
            </a:pPr>
            <a:r>
              <a:rPr kumimoji="1" lang="ja-JP" altLang="en-US" kern="0">
                <a:latin typeface="BIZ UDPゴシック" panose="020B0400000000000000" pitchFamily="50" charset="-128"/>
                <a:ea typeface="BIZ UDPゴシック" panose="020B0400000000000000" pitchFamily="50" charset="-128"/>
              </a:rPr>
              <a:t>どれを</a:t>
            </a:r>
            <a:r>
              <a:rPr kumimoji="1" lang="ja-JP" altLang="en-US" kern="0">
                <a:solidFill>
                  <a:srgbClr val="FF0000"/>
                </a:solidFill>
                <a:latin typeface="BIZ UDPゴシック" panose="020B0400000000000000" pitchFamily="50" charset="-128"/>
                <a:ea typeface="BIZ UDPゴシック" panose="020B0400000000000000" pitchFamily="50" charset="-128"/>
              </a:rPr>
              <a:t>マスター原本</a:t>
            </a:r>
            <a:r>
              <a:rPr kumimoji="1" lang="ja-JP" altLang="en-US" kern="0">
                <a:latin typeface="BIZ UDPゴシック" panose="020B0400000000000000" pitchFamily="50" charset="-128"/>
                <a:ea typeface="BIZ UDPゴシック" panose="020B0400000000000000" pitchFamily="50" charset="-128"/>
              </a:rPr>
              <a:t>にしたら良いのか分からなくなる</a:t>
            </a:r>
            <a:endParaRPr kumimoji="1" lang="en-US" altLang="ja-JP" kern="0">
              <a:latin typeface="BIZ UDPゴシック" panose="020B0400000000000000" pitchFamily="50" charset="-128"/>
              <a:ea typeface="BIZ UDPゴシック" panose="020B0400000000000000" pitchFamily="50" charset="-128"/>
            </a:endParaRPr>
          </a:p>
          <a:p>
            <a:pPr marL="342900" indent="-342900" algn="l">
              <a:lnSpc>
                <a:spcPct val="150000"/>
              </a:lnSpc>
              <a:buFont typeface="Arial" panose="020B0604020202020204" pitchFamily="34" charset="0"/>
              <a:buChar char="•"/>
            </a:pPr>
            <a:r>
              <a:rPr kumimoji="1" lang="ja-JP" altLang="en-US" kern="0">
                <a:latin typeface="BIZ UDPゴシック" panose="020B0400000000000000" pitchFamily="50" charset="-128"/>
                <a:ea typeface="BIZ UDPゴシック" panose="020B0400000000000000" pitchFamily="50" charset="-128"/>
              </a:rPr>
              <a:t>内容の更新が必要なときに</a:t>
            </a:r>
            <a:r>
              <a:rPr kumimoji="1" lang="ja-JP" altLang="en-US" kern="0">
                <a:solidFill>
                  <a:srgbClr val="FF0000"/>
                </a:solidFill>
                <a:latin typeface="BIZ UDPゴシック" panose="020B0400000000000000" pitchFamily="50" charset="-128"/>
                <a:ea typeface="BIZ UDPゴシック" panose="020B0400000000000000" pitchFamily="50" charset="-128"/>
              </a:rPr>
              <a:t>すべてを修正するのが面倒</a:t>
            </a:r>
            <a:endParaRPr kumimoji="1" lang="en-US" altLang="ja-JP" ker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492974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6" name="exportrange">
            <a:extLst>
              <a:ext uri="{FF2B5EF4-FFF2-40B4-BE49-F238E27FC236}">
                <a16:creationId xmlns:a16="http://schemas.microsoft.com/office/drawing/2014/main" id="{BFF1820B-D575-AB84-7096-F9D00E1EBDA1}"/>
              </a:ext>
            </a:extLst>
          </p:cNvPr>
          <p:cNvSpPr/>
          <p:nvPr/>
        </p:nvSpPr>
        <p:spPr bwMode="auto">
          <a:xfrm>
            <a:off x="767408" y="1124744"/>
            <a:ext cx="10441160" cy="4968552"/>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kumimoji="1" lang="ja-JP" altLang="en-US"/>
              <a:t>悩み２： 章・節番号をつけるのが面倒くさい</a:t>
            </a:r>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7" name="テキスト ボックス 6">
            <a:extLst>
              <a:ext uri="{FF2B5EF4-FFF2-40B4-BE49-F238E27FC236}">
                <a16:creationId xmlns:a16="http://schemas.microsoft.com/office/drawing/2014/main" id="{4674ADB6-5440-C5FE-59F4-F3590F106098}"/>
              </a:ext>
            </a:extLst>
          </p:cNvPr>
          <p:cNvSpPr txBox="1"/>
          <p:nvPr/>
        </p:nvSpPr>
        <p:spPr bwMode="auto">
          <a:xfrm>
            <a:off x="916919" y="1244991"/>
            <a:ext cx="979308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2400" kern="0">
                <a:latin typeface="BIZ UDPゴシック" panose="020B0400000000000000" pitchFamily="50" charset="-128"/>
                <a:ea typeface="BIZ UDPゴシック" panose="020B0400000000000000" pitchFamily="50" charset="-128"/>
              </a:rPr>
              <a:t>研修用テキストはページ数が多いので章・節番号をつけたくなる。</a:t>
            </a:r>
            <a:endParaRPr kumimoji="1" lang="en-US" altLang="ja-JP" sz="2400" kern="0">
              <a:latin typeface="BIZ UDPゴシック" panose="020B0400000000000000" pitchFamily="50" charset="-128"/>
              <a:ea typeface="BIZ UDPゴシック" panose="020B0400000000000000" pitchFamily="50" charset="-128"/>
            </a:endParaRPr>
          </a:p>
          <a:p>
            <a:pPr algn="l"/>
            <a:r>
              <a:rPr kumimoji="1" lang="ja-JP" altLang="en-US" sz="2400" kern="0">
                <a:latin typeface="BIZ UDPゴシック" panose="020B0400000000000000" pitchFamily="50" charset="-128"/>
                <a:ea typeface="BIZ UDPゴシック" panose="020B0400000000000000" pitchFamily="50" charset="-128"/>
              </a:rPr>
              <a:t>しかし自動付番機能がないので手作業でやらなければならない。</a:t>
            </a:r>
            <a:endParaRPr kumimoji="1" lang="en-US" altLang="ja-JP" sz="2400" kern="0">
              <a:latin typeface="BIZ UDPゴシック" panose="020B0400000000000000" pitchFamily="50" charset="-128"/>
              <a:ea typeface="BIZ UDPゴシック" panose="020B0400000000000000" pitchFamily="50" charset="-128"/>
            </a:endParaRPr>
          </a:p>
        </p:txBody>
      </p:sp>
      <p:sp>
        <p:nvSpPr>
          <p:cNvPr id="45" name="テキスト ボックス 44">
            <a:extLst>
              <a:ext uri="{FF2B5EF4-FFF2-40B4-BE49-F238E27FC236}">
                <a16:creationId xmlns:a16="http://schemas.microsoft.com/office/drawing/2014/main" id="{0035FD0D-15CF-40C4-04D6-0CBFF1611663}"/>
              </a:ext>
            </a:extLst>
          </p:cNvPr>
          <p:cNvSpPr txBox="1"/>
          <p:nvPr/>
        </p:nvSpPr>
        <p:spPr bwMode="auto">
          <a:xfrm>
            <a:off x="7655416" y="2816785"/>
            <a:ext cx="2672234" cy="20313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1</a:t>
            </a:r>
            <a:r>
              <a:rPr kumimoji="1" lang="ja-JP" altLang="en-US" sz="1800" kern="0">
                <a:latin typeface="BIZ UDPゴシック" panose="020B0400000000000000" pitchFamily="50" charset="-128"/>
                <a:ea typeface="BIZ UDPゴシック" panose="020B0400000000000000" pitchFamily="50" charset="-128"/>
              </a:rPr>
              <a:t>章 ・・・・・</a:t>
            </a:r>
            <a:endParaRPr kumimoji="1" lang="en-US" altLang="ja-JP" sz="1800" kern="0">
              <a:latin typeface="BIZ UDPゴシック" panose="020B0400000000000000" pitchFamily="50" charset="-128"/>
              <a:ea typeface="BIZ UDPゴシック" panose="020B0400000000000000" pitchFamily="50" charset="-128"/>
            </a:endParaRPr>
          </a:p>
          <a:p>
            <a:r>
              <a:rPr lang="ja-JP" altLang="en-US" sz="1800" kern="0">
                <a:latin typeface="BIZ UDPゴシック" panose="020B0400000000000000" pitchFamily="50" charset="-128"/>
                <a:ea typeface="BIZ UDPゴシック" panose="020B0400000000000000" pitchFamily="50" charset="-128"/>
              </a:rPr>
              <a:t>　</a:t>
            </a:r>
            <a:r>
              <a:rPr lang="en-US" altLang="ja-JP" sz="1800" kern="0">
                <a:latin typeface="BIZ UDPゴシック" panose="020B0400000000000000" pitchFamily="50" charset="-128"/>
                <a:ea typeface="BIZ UDPゴシック" panose="020B0400000000000000" pitchFamily="50" charset="-128"/>
              </a:rPr>
              <a:t>1.1</a:t>
            </a:r>
            <a:r>
              <a:rPr lang="ja-JP" altLang="en-US" sz="1800" kern="0">
                <a:latin typeface="BIZ UDPゴシック" panose="020B0400000000000000" pitchFamily="50" charset="-128"/>
                <a:ea typeface="BIZ UDPゴシック" panose="020B0400000000000000" pitchFamily="50" charset="-128"/>
              </a:rPr>
              <a:t>節　・・・・・</a:t>
            </a:r>
            <a:endParaRPr lang="en-US" altLang="ja-JP" sz="1800" kern="0">
              <a:latin typeface="BIZ UDPゴシック" panose="020B0400000000000000" pitchFamily="50" charset="-128"/>
              <a:ea typeface="BIZ UDPゴシック" panose="020B0400000000000000" pitchFamily="50" charset="-128"/>
            </a:endParaRPr>
          </a:p>
          <a:p>
            <a:r>
              <a:rPr lang="ja-JP" altLang="en-US" sz="1800" kern="0">
                <a:latin typeface="BIZ UDPゴシック" panose="020B0400000000000000" pitchFamily="50" charset="-128"/>
                <a:ea typeface="BIZ UDPゴシック" panose="020B0400000000000000" pitchFamily="50" charset="-128"/>
              </a:rPr>
              <a:t>　</a:t>
            </a:r>
            <a:r>
              <a:rPr lang="en-US" altLang="ja-JP" sz="1800" kern="0">
                <a:latin typeface="BIZ UDPゴシック" panose="020B0400000000000000" pitchFamily="50" charset="-128"/>
                <a:ea typeface="BIZ UDPゴシック" panose="020B0400000000000000" pitchFamily="50" charset="-128"/>
              </a:rPr>
              <a:t>1.2</a:t>
            </a:r>
            <a:r>
              <a:rPr lang="ja-JP" altLang="en-US" sz="1800" kern="0">
                <a:latin typeface="BIZ UDPゴシック" panose="020B0400000000000000" pitchFamily="50" charset="-128"/>
                <a:ea typeface="BIZ UDPゴシック" panose="020B0400000000000000" pitchFamily="50" charset="-128"/>
              </a:rPr>
              <a:t>節　・・・・・</a:t>
            </a:r>
            <a:endParaRPr lang="en-US" altLang="ja-JP" sz="1800" kern="0">
              <a:latin typeface="BIZ UDPゴシック" panose="020B0400000000000000" pitchFamily="50" charset="-128"/>
              <a:ea typeface="BIZ UDPゴシック" panose="020B0400000000000000" pitchFamily="50" charset="-128"/>
            </a:endParaRPr>
          </a:p>
          <a:p>
            <a:pPr algn="l"/>
            <a:endParaRPr kumimoji="1" lang="en-US" altLang="ja-JP" sz="1800" kern="0">
              <a:latin typeface="BIZ UDPゴシック" panose="020B0400000000000000" pitchFamily="50" charset="-128"/>
              <a:ea typeface="BIZ UDPゴシック" panose="020B0400000000000000" pitchFamily="50" charset="-128"/>
            </a:endParaRPr>
          </a:p>
          <a:p>
            <a:r>
              <a:rPr lang="en-US" altLang="ja-JP" sz="1800" kern="0">
                <a:latin typeface="BIZ UDPゴシック" panose="020B0400000000000000" pitchFamily="50" charset="-128"/>
                <a:ea typeface="BIZ UDPゴシック" panose="020B0400000000000000" pitchFamily="50" charset="-128"/>
              </a:rPr>
              <a:t>2</a:t>
            </a:r>
            <a:r>
              <a:rPr lang="ja-JP" altLang="en-US" sz="1800" kern="0">
                <a:latin typeface="BIZ UDPゴシック" panose="020B0400000000000000" pitchFamily="50" charset="-128"/>
                <a:ea typeface="BIZ UDPゴシック" panose="020B0400000000000000" pitchFamily="50" charset="-128"/>
              </a:rPr>
              <a:t>章 ・・・・・</a:t>
            </a:r>
            <a:endParaRPr lang="en-US" altLang="ja-JP" sz="1800" kern="0">
              <a:latin typeface="BIZ UDPゴシック" panose="020B0400000000000000" pitchFamily="50" charset="-128"/>
              <a:ea typeface="BIZ UDPゴシック" panose="020B0400000000000000" pitchFamily="50" charset="-128"/>
            </a:endParaRPr>
          </a:p>
          <a:p>
            <a:r>
              <a:rPr lang="ja-JP" altLang="en-US" sz="1800" kern="0">
                <a:latin typeface="BIZ UDPゴシック" panose="020B0400000000000000" pitchFamily="50" charset="-128"/>
                <a:ea typeface="BIZ UDPゴシック" panose="020B0400000000000000" pitchFamily="50" charset="-128"/>
              </a:rPr>
              <a:t>　</a:t>
            </a:r>
            <a:r>
              <a:rPr lang="en-US" altLang="ja-JP" sz="1800" kern="0">
                <a:latin typeface="BIZ UDPゴシック" panose="020B0400000000000000" pitchFamily="50" charset="-128"/>
                <a:ea typeface="BIZ UDPゴシック" panose="020B0400000000000000" pitchFamily="50" charset="-128"/>
              </a:rPr>
              <a:t>2.1</a:t>
            </a:r>
            <a:r>
              <a:rPr lang="ja-JP" altLang="en-US" sz="1800" kern="0">
                <a:latin typeface="BIZ UDPゴシック" panose="020B0400000000000000" pitchFamily="50" charset="-128"/>
                <a:ea typeface="BIZ UDPゴシック" panose="020B0400000000000000" pitchFamily="50" charset="-128"/>
              </a:rPr>
              <a:t>節　・・・・・</a:t>
            </a:r>
            <a:endParaRPr lang="en-US" altLang="ja-JP" sz="1800" kern="0">
              <a:latin typeface="BIZ UDPゴシック" panose="020B0400000000000000" pitchFamily="50" charset="-128"/>
              <a:ea typeface="BIZ UDPゴシック" panose="020B0400000000000000" pitchFamily="50" charset="-128"/>
            </a:endParaRPr>
          </a:p>
          <a:p>
            <a:r>
              <a:rPr lang="ja-JP" altLang="en-US" sz="1800" kern="0">
                <a:latin typeface="BIZ UDPゴシック" panose="020B0400000000000000" pitchFamily="50" charset="-128"/>
                <a:ea typeface="BIZ UDPゴシック" panose="020B0400000000000000" pitchFamily="50" charset="-128"/>
              </a:rPr>
              <a:t>　</a:t>
            </a:r>
            <a:r>
              <a:rPr lang="en-US" altLang="ja-JP" sz="1800" kern="0">
                <a:latin typeface="BIZ UDPゴシック" panose="020B0400000000000000" pitchFamily="50" charset="-128"/>
                <a:ea typeface="BIZ UDPゴシック" panose="020B0400000000000000" pitchFamily="50" charset="-128"/>
              </a:rPr>
              <a:t>2.2</a:t>
            </a:r>
            <a:r>
              <a:rPr lang="ja-JP" altLang="en-US" sz="1800" kern="0">
                <a:latin typeface="BIZ UDPゴシック" panose="020B0400000000000000" pitchFamily="50" charset="-128"/>
                <a:ea typeface="BIZ UDPゴシック" panose="020B0400000000000000" pitchFamily="50" charset="-128"/>
              </a:rPr>
              <a:t>節　・・・・・</a:t>
            </a:r>
            <a:endParaRPr lang="en-US" altLang="ja-JP" sz="1800" kern="0">
              <a:latin typeface="BIZ UDPゴシック" panose="020B0400000000000000" pitchFamily="50" charset="-128"/>
              <a:ea typeface="BIZ UDPゴシック" panose="020B0400000000000000" pitchFamily="50" charset="-128"/>
            </a:endParaRPr>
          </a:p>
        </p:txBody>
      </p:sp>
      <p:sp>
        <p:nvSpPr>
          <p:cNvPr id="47" name="正方形/長方形 46">
            <a:extLst>
              <a:ext uri="{FF2B5EF4-FFF2-40B4-BE49-F238E27FC236}">
                <a16:creationId xmlns:a16="http://schemas.microsoft.com/office/drawing/2014/main" id="{A73B2376-19E8-FC8F-7252-F0A8E934ED8D}"/>
              </a:ext>
            </a:extLst>
          </p:cNvPr>
          <p:cNvSpPr/>
          <p:nvPr/>
        </p:nvSpPr>
        <p:spPr bwMode="auto">
          <a:xfrm>
            <a:off x="2251452" y="3649974"/>
            <a:ext cx="784167" cy="1054270"/>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48" name="正方形/長方形 47">
            <a:extLst>
              <a:ext uri="{FF2B5EF4-FFF2-40B4-BE49-F238E27FC236}">
                <a16:creationId xmlns:a16="http://schemas.microsoft.com/office/drawing/2014/main" id="{E4A18546-8D3F-2C89-5B9D-D02DA5F70E3A}"/>
              </a:ext>
            </a:extLst>
          </p:cNvPr>
          <p:cNvSpPr/>
          <p:nvPr/>
        </p:nvSpPr>
        <p:spPr bwMode="auto">
          <a:xfrm>
            <a:off x="2190250" y="3581041"/>
            <a:ext cx="784167" cy="1054270"/>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49" name="正方形/長方形 48">
            <a:extLst>
              <a:ext uri="{FF2B5EF4-FFF2-40B4-BE49-F238E27FC236}">
                <a16:creationId xmlns:a16="http://schemas.microsoft.com/office/drawing/2014/main" id="{E2A0C2B5-9B3B-2024-A020-9A746105FA09}"/>
              </a:ext>
            </a:extLst>
          </p:cNvPr>
          <p:cNvSpPr/>
          <p:nvPr/>
        </p:nvSpPr>
        <p:spPr bwMode="auto">
          <a:xfrm>
            <a:off x="2129046" y="3512109"/>
            <a:ext cx="784167" cy="1054270"/>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50" name="正方形/長方形 49">
            <a:extLst>
              <a:ext uri="{FF2B5EF4-FFF2-40B4-BE49-F238E27FC236}">
                <a16:creationId xmlns:a16="http://schemas.microsoft.com/office/drawing/2014/main" id="{DF941AB9-050E-C43F-9A02-C67B278EB9A6}"/>
              </a:ext>
            </a:extLst>
          </p:cNvPr>
          <p:cNvSpPr/>
          <p:nvPr/>
        </p:nvSpPr>
        <p:spPr bwMode="auto">
          <a:xfrm>
            <a:off x="2067842" y="3443177"/>
            <a:ext cx="784167" cy="1054270"/>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51" name="正方形/長方形 50">
            <a:extLst>
              <a:ext uri="{FF2B5EF4-FFF2-40B4-BE49-F238E27FC236}">
                <a16:creationId xmlns:a16="http://schemas.microsoft.com/office/drawing/2014/main" id="{4C7AB1AC-DFD5-E6AC-D845-987C5231DE03}"/>
              </a:ext>
            </a:extLst>
          </p:cNvPr>
          <p:cNvSpPr/>
          <p:nvPr/>
        </p:nvSpPr>
        <p:spPr bwMode="auto">
          <a:xfrm>
            <a:off x="2006638" y="3374245"/>
            <a:ext cx="784167" cy="1054270"/>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52" name="正方形/長方形 51">
            <a:extLst>
              <a:ext uri="{FF2B5EF4-FFF2-40B4-BE49-F238E27FC236}">
                <a16:creationId xmlns:a16="http://schemas.microsoft.com/office/drawing/2014/main" id="{BFD7D91B-EA6F-98CD-937F-34402509830F}"/>
              </a:ext>
            </a:extLst>
          </p:cNvPr>
          <p:cNvSpPr/>
          <p:nvPr/>
        </p:nvSpPr>
        <p:spPr bwMode="auto">
          <a:xfrm>
            <a:off x="1945434" y="3305313"/>
            <a:ext cx="784167" cy="1054270"/>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53" name="正方形/長方形 52">
            <a:extLst>
              <a:ext uri="{FF2B5EF4-FFF2-40B4-BE49-F238E27FC236}">
                <a16:creationId xmlns:a16="http://schemas.microsoft.com/office/drawing/2014/main" id="{339DE2FD-2A88-AC64-3703-4634BC9A4A29}"/>
              </a:ext>
            </a:extLst>
          </p:cNvPr>
          <p:cNvSpPr/>
          <p:nvPr/>
        </p:nvSpPr>
        <p:spPr bwMode="auto">
          <a:xfrm>
            <a:off x="1884230" y="3236381"/>
            <a:ext cx="784167" cy="1054270"/>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54" name="図 53">
            <a:extLst>
              <a:ext uri="{FF2B5EF4-FFF2-40B4-BE49-F238E27FC236}">
                <a16:creationId xmlns:a16="http://schemas.microsoft.com/office/drawing/2014/main" id="{9D2EE2A0-F58F-B56F-0BDD-66FB9078245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65602" y="3454097"/>
            <a:ext cx="571699" cy="547977"/>
          </a:xfrm>
          <a:prstGeom prst="rect">
            <a:avLst/>
          </a:prstGeom>
        </p:spPr>
      </p:pic>
      <p:sp>
        <p:nvSpPr>
          <p:cNvPr id="55" name="テキスト ボックス 54">
            <a:extLst>
              <a:ext uri="{FF2B5EF4-FFF2-40B4-BE49-F238E27FC236}">
                <a16:creationId xmlns:a16="http://schemas.microsoft.com/office/drawing/2014/main" id="{67B52A22-B6DC-D533-BB9C-F65C2D695BFD}"/>
              </a:ext>
            </a:extLst>
          </p:cNvPr>
          <p:cNvSpPr txBox="1"/>
          <p:nvPr/>
        </p:nvSpPr>
        <p:spPr bwMode="auto">
          <a:xfrm>
            <a:off x="1307085" y="2764808"/>
            <a:ext cx="255049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大きな </a:t>
            </a:r>
            <a:r>
              <a:rPr kumimoji="1" lang="en-US" altLang="ja-JP" sz="1800" kern="0">
                <a:latin typeface="BIZ UDPゴシック" panose="020B0400000000000000" pitchFamily="50" charset="-128"/>
                <a:ea typeface="BIZ UDPゴシック" panose="020B0400000000000000" pitchFamily="50" charset="-128"/>
              </a:rPr>
              <a:t>pptx</a:t>
            </a:r>
            <a:r>
              <a:rPr kumimoji="1" lang="ja-JP" altLang="en-US" sz="1800" kern="0">
                <a:latin typeface="BIZ UDPゴシック" panose="020B0400000000000000" pitchFamily="50" charset="-128"/>
                <a:ea typeface="BIZ UDPゴシック" panose="020B0400000000000000" pitchFamily="50" charset="-128"/>
              </a:rPr>
              <a:t>ファイル</a:t>
            </a:r>
          </a:p>
        </p:txBody>
      </p:sp>
      <p:cxnSp>
        <p:nvCxnSpPr>
          <p:cNvPr id="57" name="直線矢印コネクタ 56">
            <a:extLst>
              <a:ext uri="{FF2B5EF4-FFF2-40B4-BE49-F238E27FC236}">
                <a16:creationId xmlns:a16="http://schemas.microsoft.com/office/drawing/2014/main" id="{C54D028C-9A6E-8D77-079A-DF486B841B0E}"/>
              </a:ext>
            </a:extLst>
          </p:cNvPr>
          <p:cNvCxnSpPr>
            <a:cxnSpLocks/>
          </p:cNvCxnSpPr>
          <p:nvPr/>
        </p:nvCxnSpPr>
        <p:spPr bwMode="auto">
          <a:xfrm>
            <a:off x="3335405" y="3901380"/>
            <a:ext cx="3888432" cy="0"/>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58" name="テキスト ボックス 57">
            <a:extLst>
              <a:ext uri="{FF2B5EF4-FFF2-40B4-BE49-F238E27FC236}">
                <a16:creationId xmlns:a16="http://schemas.microsoft.com/office/drawing/2014/main" id="{38161F5C-1662-B3FB-2B29-3C417AB637B3}"/>
              </a:ext>
            </a:extLst>
          </p:cNvPr>
          <p:cNvSpPr txBox="1"/>
          <p:nvPr/>
        </p:nvSpPr>
        <p:spPr bwMode="auto">
          <a:xfrm>
            <a:off x="3692206" y="3292556"/>
            <a:ext cx="34081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こんなナンバリングをしたい</a:t>
            </a:r>
          </a:p>
        </p:txBody>
      </p:sp>
      <p:sp>
        <p:nvSpPr>
          <p:cNvPr id="60" name="テキスト ボックス 59">
            <a:extLst>
              <a:ext uri="{FF2B5EF4-FFF2-40B4-BE49-F238E27FC236}">
                <a16:creationId xmlns:a16="http://schemas.microsoft.com/office/drawing/2014/main" id="{255CF21E-F34D-2855-9B9A-C9BABF118E7C}"/>
              </a:ext>
            </a:extLst>
          </p:cNvPr>
          <p:cNvSpPr txBox="1"/>
          <p:nvPr/>
        </p:nvSpPr>
        <p:spPr bwMode="auto">
          <a:xfrm>
            <a:off x="7392144" y="5013176"/>
            <a:ext cx="396044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Ｗｏｒｄなら簡単にできるのに、</a:t>
            </a:r>
            <a:endParaRPr kumimoji="1" lang="en-US" altLang="ja-JP" sz="1800" kern="0">
              <a:latin typeface="BIZ UDPゴシック" panose="020B0400000000000000" pitchFamily="50" charset="-128"/>
              <a:ea typeface="BIZ UDPゴシック" panose="020B0400000000000000" pitchFamily="50" charset="-128"/>
            </a:endParaRPr>
          </a:p>
          <a:p>
            <a:pPr algn="l"/>
            <a:r>
              <a:rPr lang="en-US" altLang="ja-JP" sz="1800" kern="0">
                <a:latin typeface="BIZ UDPゴシック" panose="020B0400000000000000" pitchFamily="50" charset="-128"/>
                <a:ea typeface="BIZ UDPゴシック" panose="020B0400000000000000" pitchFamily="50" charset="-128"/>
              </a:rPr>
              <a:t>PowerPoint </a:t>
            </a:r>
            <a:r>
              <a:rPr lang="ja-JP" altLang="en-US" sz="1800" kern="0">
                <a:latin typeface="BIZ UDPゴシック" panose="020B0400000000000000" pitchFamily="50" charset="-128"/>
                <a:ea typeface="BIZ UDPゴシック" panose="020B0400000000000000" pitchFamily="50" charset="-128"/>
              </a:rPr>
              <a:t>にはその機能がない</a:t>
            </a:r>
            <a:endParaRPr kumimoji="1" lang="ja-JP" altLang="en-US" sz="1800" ker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960891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4" name="exportrange">
            <a:extLst>
              <a:ext uri="{FF2B5EF4-FFF2-40B4-BE49-F238E27FC236}">
                <a16:creationId xmlns:a16="http://schemas.microsoft.com/office/drawing/2014/main" id="{4363A519-4846-A46A-55C2-3F881FF7C9B3}"/>
              </a:ext>
            </a:extLst>
          </p:cNvPr>
          <p:cNvSpPr/>
          <p:nvPr/>
        </p:nvSpPr>
        <p:spPr bwMode="auto">
          <a:xfrm>
            <a:off x="898656" y="1124744"/>
            <a:ext cx="10525935" cy="4968552"/>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kumimoji="1" lang="ja-JP" altLang="en-US"/>
              <a:t>なんとかこの悩みを解決できないか？</a:t>
            </a:r>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7" name="テキスト ボックス 6">
            <a:extLst>
              <a:ext uri="{FF2B5EF4-FFF2-40B4-BE49-F238E27FC236}">
                <a16:creationId xmlns:a16="http://schemas.microsoft.com/office/drawing/2014/main" id="{4674ADB6-5440-C5FE-59F4-F3590F106098}"/>
              </a:ext>
            </a:extLst>
          </p:cNvPr>
          <p:cNvSpPr txBox="1"/>
          <p:nvPr/>
        </p:nvSpPr>
        <p:spPr bwMode="auto">
          <a:xfrm>
            <a:off x="916919" y="1244991"/>
            <a:ext cx="97930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2400" kern="0">
                <a:latin typeface="BIZ UDPゴシック" panose="020B0400000000000000" pitchFamily="50" charset="-128"/>
                <a:ea typeface="BIZ UDPゴシック" panose="020B0400000000000000" pitchFamily="50" charset="-128"/>
              </a:rPr>
              <a:t>つまり悩みは大まかにこの二つ</a:t>
            </a:r>
            <a:endParaRPr kumimoji="1" lang="en-US" altLang="ja-JP" sz="2400" kern="0">
              <a:latin typeface="BIZ UDPゴシック" panose="020B0400000000000000" pitchFamily="50" charset="-128"/>
              <a:ea typeface="BIZ UDPゴシック" panose="020B0400000000000000" pitchFamily="50" charset="-128"/>
            </a:endParaRPr>
          </a:p>
        </p:txBody>
      </p:sp>
      <p:sp>
        <p:nvSpPr>
          <p:cNvPr id="61" name="テキスト ボックス 60">
            <a:extLst>
              <a:ext uri="{FF2B5EF4-FFF2-40B4-BE49-F238E27FC236}">
                <a16:creationId xmlns:a16="http://schemas.microsoft.com/office/drawing/2014/main" id="{7A5E077F-0C16-18B5-B6B2-049A18CFCFED}"/>
              </a:ext>
            </a:extLst>
          </p:cNvPr>
          <p:cNvSpPr txBox="1"/>
          <p:nvPr/>
        </p:nvSpPr>
        <p:spPr bwMode="auto">
          <a:xfrm>
            <a:off x="1244610" y="2206220"/>
            <a:ext cx="396044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2400" kern="0">
                <a:latin typeface="BIZ UDPゴシック" panose="020B0400000000000000" pitchFamily="50" charset="-128"/>
                <a:ea typeface="BIZ UDPゴシック" panose="020B0400000000000000" pitchFamily="50" charset="-128"/>
              </a:rPr>
              <a:t>悩み１：　コピー増殖問題</a:t>
            </a:r>
          </a:p>
        </p:txBody>
      </p:sp>
      <p:sp>
        <p:nvSpPr>
          <p:cNvPr id="62" name="テキスト ボックス 61">
            <a:extLst>
              <a:ext uri="{FF2B5EF4-FFF2-40B4-BE49-F238E27FC236}">
                <a16:creationId xmlns:a16="http://schemas.microsoft.com/office/drawing/2014/main" id="{DDE890EB-4571-2A30-8D4E-B66861819361}"/>
              </a:ext>
            </a:extLst>
          </p:cNvPr>
          <p:cNvSpPr txBox="1"/>
          <p:nvPr/>
        </p:nvSpPr>
        <p:spPr bwMode="auto">
          <a:xfrm>
            <a:off x="1244610" y="2901631"/>
            <a:ext cx="396044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2400" kern="0">
                <a:latin typeface="BIZ UDPゴシック" panose="020B0400000000000000" pitchFamily="50" charset="-128"/>
                <a:ea typeface="BIZ UDPゴシック" panose="020B0400000000000000" pitchFamily="50" charset="-128"/>
              </a:rPr>
              <a:t>悩み２：　章節番号問題</a:t>
            </a:r>
          </a:p>
        </p:txBody>
      </p:sp>
      <p:sp>
        <p:nvSpPr>
          <p:cNvPr id="66" name="二等辺三角形 65">
            <a:extLst>
              <a:ext uri="{FF2B5EF4-FFF2-40B4-BE49-F238E27FC236}">
                <a16:creationId xmlns:a16="http://schemas.microsoft.com/office/drawing/2014/main" id="{39790FE5-F4D9-C042-4749-E6EAFE690CAA}"/>
              </a:ext>
            </a:extLst>
          </p:cNvPr>
          <p:cNvSpPr/>
          <p:nvPr/>
        </p:nvSpPr>
        <p:spPr bwMode="auto">
          <a:xfrm rot="6096295">
            <a:off x="4529819" y="3980400"/>
            <a:ext cx="264728" cy="746367"/>
          </a:xfrm>
          <a:prstGeom prst="triangle">
            <a:avLst>
              <a:gd name="adj" fmla="val 100000"/>
            </a:avLst>
          </a:prstGeom>
          <a:solidFill>
            <a:schemeClr val="accent1">
              <a:lumMod val="40000"/>
              <a:lumOff val="60000"/>
            </a:schemeClr>
          </a:solidFill>
          <a:ln w="19050" cap="flat" cmpd="sng" algn="ctr">
            <a:noFill/>
            <a:prstDash val="solid"/>
            <a:round/>
            <a:headEnd type="none" w="med" len="med"/>
            <a:tailEnd type="none" w="med" len="med"/>
          </a:ln>
          <a:effectLst/>
        </p:spPr>
        <p:txBody>
          <a:bodyPr rtlCol="0" anchor="ctr"/>
          <a:lstStyle/>
          <a:p>
            <a:pPr algn="ctr"/>
            <a:endParaRPr lang="ja-JP" altLang="en-US" sz="1600" dirty="0">
              <a:latin typeface="BIZ UDPゴシック" panose="020B0400000000000000" pitchFamily="50" charset="-128"/>
              <a:ea typeface="BIZ UDPゴシック" panose="020B0400000000000000" pitchFamily="50" charset="-128"/>
            </a:endParaRPr>
          </a:p>
        </p:txBody>
      </p:sp>
      <p:sp>
        <p:nvSpPr>
          <p:cNvPr id="67" name="四角形: 角を丸くする 66">
            <a:extLst>
              <a:ext uri="{FF2B5EF4-FFF2-40B4-BE49-F238E27FC236}">
                <a16:creationId xmlns:a16="http://schemas.microsoft.com/office/drawing/2014/main" id="{E80A46C1-788A-3E17-0ABB-DEBF088E6039}"/>
              </a:ext>
            </a:extLst>
          </p:cNvPr>
          <p:cNvSpPr/>
          <p:nvPr/>
        </p:nvSpPr>
        <p:spPr bwMode="auto">
          <a:xfrm>
            <a:off x="1423815" y="3967560"/>
            <a:ext cx="2920005" cy="817870"/>
          </a:xfrm>
          <a:prstGeom prst="roundRect">
            <a:avLst>
              <a:gd name="adj" fmla="val 26232"/>
            </a:avLst>
          </a:prstGeom>
          <a:solidFill>
            <a:schemeClr val="accent1">
              <a:lumMod val="40000"/>
              <a:lumOff val="60000"/>
            </a:schemeClr>
          </a:solidFill>
          <a:ln w="19050" cap="flat" cmpd="sng" algn="ctr">
            <a:noFill/>
            <a:prstDash val="solid"/>
            <a:round/>
            <a:headEnd type="none" w="med" len="med"/>
            <a:tailEnd type="none" w="med" len="med"/>
          </a:ln>
          <a:effectLst/>
        </p:spPr>
        <p:txBody>
          <a:bodyPr rtlCol="0" anchor="ctr"/>
          <a:lstStyle/>
          <a:p>
            <a:pPr algn="ctr"/>
            <a:endParaRPr kumimoji="1" lang="ja-JP" altLang="en-US" sz="1200" dirty="0">
              <a:latin typeface="BIZ UDPゴシック" panose="020B0400000000000000" pitchFamily="50" charset="-128"/>
              <a:ea typeface="BIZ UDPゴシック" panose="020B0400000000000000" pitchFamily="50" charset="-128"/>
            </a:endParaRPr>
          </a:p>
        </p:txBody>
      </p:sp>
      <p:sp>
        <p:nvSpPr>
          <p:cNvPr id="68" name="テキスト ボックス 67">
            <a:extLst>
              <a:ext uri="{FF2B5EF4-FFF2-40B4-BE49-F238E27FC236}">
                <a16:creationId xmlns:a16="http://schemas.microsoft.com/office/drawing/2014/main" id="{5B3D577D-9AD5-8921-33EC-108F8AE64228}"/>
              </a:ext>
            </a:extLst>
          </p:cNvPr>
          <p:cNvSpPr txBox="1"/>
          <p:nvPr/>
        </p:nvSpPr>
        <p:spPr bwMode="auto">
          <a:xfrm>
            <a:off x="1516078" y="3998244"/>
            <a:ext cx="288009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ja-JP" altLang="en-US" kern="0">
                <a:latin typeface="BIZ UDPゴシック" panose="020B0400000000000000" pitchFamily="50" charset="-128"/>
                <a:ea typeface="BIZ UDPゴシック" panose="020B0400000000000000" pitchFamily="50" charset="-128"/>
              </a:rPr>
              <a:t>これを解決するために</a:t>
            </a:r>
            <a:endParaRPr kumimoji="1" lang="en-US" altLang="ja-JP" kern="0">
              <a:latin typeface="BIZ UDPゴシック" panose="020B0400000000000000" pitchFamily="50" charset="-128"/>
              <a:ea typeface="BIZ UDPゴシック" panose="020B0400000000000000" pitchFamily="50" charset="-128"/>
            </a:endParaRPr>
          </a:p>
          <a:p>
            <a:r>
              <a:rPr kumimoji="1" lang="ja-JP" altLang="en-US" kern="0">
                <a:latin typeface="BIZ UDPゴシック" panose="020B0400000000000000" pitchFamily="50" charset="-128"/>
                <a:ea typeface="BIZ UDPゴシック" panose="020B0400000000000000" pitchFamily="50" charset="-128"/>
              </a:rPr>
              <a:t>作りました！</a:t>
            </a:r>
            <a:endParaRPr kumimoji="1" lang="ja-JP" altLang="en-US" kern="0" dirty="0">
              <a:latin typeface="BIZ UDPゴシック" panose="020B0400000000000000" pitchFamily="50" charset="-128"/>
              <a:ea typeface="BIZ UDPゴシック" panose="020B0400000000000000" pitchFamily="50" charset="-128"/>
            </a:endParaRPr>
          </a:p>
        </p:txBody>
      </p:sp>
      <p:sp>
        <p:nvSpPr>
          <p:cNvPr id="69" name="テキスト ボックス 68">
            <a:extLst>
              <a:ext uri="{FF2B5EF4-FFF2-40B4-BE49-F238E27FC236}">
                <a16:creationId xmlns:a16="http://schemas.microsoft.com/office/drawing/2014/main" id="{A7E3871E-9EAB-7440-EC41-6681159E8106}"/>
              </a:ext>
            </a:extLst>
          </p:cNvPr>
          <p:cNvSpPr txBox="1"/>
          <p:nvPr/>
        </p:nvSpPr>
        <p:spPr bwMode="auto">
          <a:xfrm>
            <a:off x="6426293" y="4052751"/>
            <a:ext cx="479213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2400" kern="0">
                <a:latin typeface="BIZ UDPゴシック" panose="020B0400000000000000" pitchFamily="50" charset="-128"/>
                <a:ea typeface="BIZ UDPゴシック" panose="020B0400000000000000" pitchFamily="50" charset="-128"/>
              </a:rPr>
              <a:t>PowerPoint</a:t>
            </a:r>
            <a:r>
              <a:rPr kumimoji="1" lang="ja-JP" altLang="en-US" sz="2400" kern="0">
                <a:latin typeface="BIZ UDPゴシック" panose="020B0400000000000000" pitchFamily="50" charset="-128"/>
                <a:ea typeface="BIZ UDPゴシック" panose="020B0400000000000000" pitchFamily="50" charset="-128"/>
              </a:rPr>
              <a:t>部品マージツール</a:t>
            </a:r>
          </a:p>
        </p:txBody>
      </p:sp>
      <p:pic>
        <p:nvPicPr>
          <p:cNvPr id="71" name="図 70">
            <a:extLst>
              <a:ext uri="{FF2B5EF4-FFF2-40B4-BE49-F238E27FC236}">
                <a16:creationId xmlns:a16="http://schemas.microsoft.com/office/drawing/2014/main" id="{070E56B7-2AC2-B4AF-FF1D-7484B1206376}"/>
              </a:ext>
            </a:extLst>
          </p:cNvPr>
          <p:cNvPicPr>
            <a:picLocks noChangeAspect="1"/>
          </p:cNvPicPr>
          <p:nvPr/>
        </p:nvPicPr>
        <p:blipFill>
          <a:blip r:embed="rId3" cstate="print">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4309358" y="4049697"/>
            <a:ext cx="1911012" cy="1911012"/>
          </a:xfrm>
          <a:prstGeom prst="rect">
            <a:avLst/>
          </a:prstGeom>
        </p:spPr>
      </p:pic>
      <p:pic>
        <p:nvPicPr>
          <p:cNvPr id="74" name="図 73">
            <a:extLst>
              <a:ext uri="{FF2B5EF4-FFF2-40B4-BE49-F238E27FC236}">
                <a16:creationId xmlns:a16="http://schemas.microsoft.com/office/drawing/2014/main" id="{3F82866E-EF45-D603-0A09-DAA6A56C41B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20370" y="4645466"/>
            <a:ext cx="4996380" cy="1027901"/>
          </a:xfrm>
          <a:prstGeom prst="rect">
            <a:avLst/>
          </a:prstGeom>
        </p:spPr>
      </p:pic>
    </p:spTree>
    <p:extLst>
      <p:ext uri="{BB962C8B-B14F-4D97-AF65-F5344CB8AC3E}">
        <p14:creationId xmlns:p14="http://schemas.microsoft.com/office/powerpoint/2010/main" val="936270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1" presetClass="entr" presetSubtype="0" fill="hold" grpId="0" nodeType="withEffect">
                                  <p:stCondLst>
                                    <p:cond delay="0"/>
                                  </p:stCondLst>
                                  <p:childTnLst>
                                    <p:set>
                                      <p:cBhvr>
                                        <p:cTn id="9" dur="1" fill="hold">
                                          <p:stCondLst>
                                            <p:cond delay="0"/>
                                          </p:stCondLst>
                                        </p:cTn>
                                        <p:tgtEl>
                                          <p:spTgt spid="66"/>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67"/>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6" grpId="0" animBg="1"/>
      <p:bldP spid="67" grpId="0" animBg="1"/>
      <p:bldP spid="6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4" name="exportrange">
            <a:extLst>
              <a:ext uri="{FF2B5EF4-FFF2-40B4-BE49-F238E27FC236}">
                <a16:creationId xmlns:a16="http://schemas.microsoft.com/office/drawing/2014/main" id="{96559039-C5CB-5CDC-E242-86F2425DC80D}"/>
              </a:ext>
            </a:extLst>
          </p:cNvPr>
          <p:cNvSpPr/>
          <p:nvPr/>
        </p:nvSpPr>
        <p:spPr bwMode="auto">
          <a:xfrm>
            <a:off x="767408" y="1124744"/>
            <a:ext cx="9289032" cy="4968552"/>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kumimoji="1" lang="ja-JP" altLang="en-US"/>
              <a:t>まずは問題の構造を整理すると・・・</a:t>
            </a:r>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7" name="テキスト ボックス 6">
            <a:extLst>
              <a:ext uri="{FF2B5EF4-FFF2-40B4-BE49-F238E27FC236}">
                <a16:creationId xmlns:a16="http://schemas.microsoft.com/office/drawing/2014/main" id="{4674ADB6-5440-C5FE-59F4-F3590F106098}"/>
              </a:ext>
            </a:extLst>
          </p:cNvPr>
          <p:cNvSpPr txBox="1"/>
          <p:nvPr/>
        </p:nvSpPr>
        <p:spPr bwMode="auto">
          <a:xfrm>
            <a:off x="916919" y="1244991"/>
            <a:ext cx="97930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2400" kern="0">
                <a:latin typeface="BIZ UDPゴシック" panose="020B0400000000000000" pitchFamily="50" charset="-128"/>
                <a:ea typeface="BIZ UDPゴシック" panose="020B0400000000000000" pitchFamily="50" charset="-128"/>
              </a:rPr>
              <a:t>大きな</a:t>
            </a:r>
            <a:r>
              <a:rPr kumimoji="1" lang="en-US" altLang="ja-JP" sz="2400" kern="0">
                <a:latin typeface="BIZ UDPゴシック" panose="020B0400000000000000" pitchFamily="50" charset="-128"/>
                <a:ea typeface="BIZ UDPゴシック" panose="020B0400000000000000" pitchFamily="50" charset="-128"/>
              </a:rPr>
              <a:t>PowerPoint</a:t>
            </a:r>
            <a:r>
              <a:rPr kumimoji="1" lang="ja-JP" altLang="en-US" sz="2400" kern="0">
                <a:latin typeface="BIZ UDPゴシック" panose="020B0400000000000000" pitchFamily="50" charset="-128"/>
                <a:ea typeface="BIZ UDPゴシック" panose="020B0400000000000000" pitchFamily="50" charset="-128"/>
              </a:rPr>
              <a:t>も実際は小さな部品の集合体</a:t>
            </a:r>
          </a:p>
        </p:txBody>
      </p:sp>
      <p:sp>
        <p:nvSpPr>
          <p:cNvPr id="8" name="正方形/長方形 7">
            <a:extLst>
              <a:ext uri="{FF2B5EF4-FFF2-40B4-BE49-F238E27FC236}">
                <a16:creationId xmlns:a16="http://schemas.microsoft.com/office/drawing/2014/main" id="{9559A3E1-87A8-F96E-0159-96C0D9FC7719}"/>
              </a:ext>
            </a:extLst>
          </p:cNvPr>
          <p:cNvSpPr/>
          <p:nvPr/>
        </p:nvSpPr>
        <p:spPr bwMode="auto">
          <a:xfrm>
            <a:off x="1154675" y="2701379"/>
            <a:ext cx="1595755" cy="3312368"/>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9" name="正方形/長方形 8">
            <a:extLst>
              <a:ext uri="{FF2B5EF4-FFF2-40B4-BE49-F238E27FC236}">
                <a16:creationId xmlns:a16="http://schemas.microsoft.com/office/drawing/2014/main" id="{5AB062B0-46B4-FCBB-36F9-3C9F845EE581}"/>
              </a:ext>
            </a:extLst>
          </p:cNvPr>
          <p:cNvSpPr/>
          <p:nvPr/>
        </p:nvSpPr>
        <p:spPr bwMode="auto">
          <a:xfrm>
            <a:off x="3512213" y="2701379"/>
            <a:ext cx="1595755" cy="3312368"/>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0" name="正方形/長方形 9">
            <a:extLst>
              <a:ext uri="{FF2B5EF4-FFF2-40B4-BE49-F238E27FC236}">
                <a16:creationId xmlns:a16="http://schemas.microsoft.com/office/drawing/2014/main" id="{47366BF3-B927-3C16-A121-A47CCB8E2F8E}"/>
              </a:ext>
            </a:extLst>
          </p:cNvPr>
          <p:cNvSpPr/>
          <p:nvPr/>
        </p:nvSpPr>
        <p:spPr bwMode="auto">
          <a:xfrm>
            <a:off x="5879976" y="2701379"/>
            <a:ext cx="1595755" cy="3312368"/>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6B276A24-0587-8E2A-E039-B8DE7CEB0843}"/>
              </a:ext>
            </a:extLst>
          </p:cNvPr>
          <p:cNvSpPr txBox="1"/>
          <p:nvPr/>
        </p:nvSpPr>
        <p:spPr bwMode="auto">
          <a:xfrm>
            <a:off x="1154675" y="1988840"/>
            <a:ext cx="159575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ja-JP" altLang="en-US" kern="0">
                <a:latin typeface="BIZ UDPゴシック" panose="020B0400000000000000" pitchFamily="50" charset="-128"/>
                <a:ea typeface="BIZ UDPゴシック" panose="020B0400000000000000" pitchFamily="50" charset="-128"/>
              </a:rPr>
              <a:t>Ａ社向け</a:t>
            </a:r>
            <a:endParaRPr kumimoji="1" lang="en-US" altLang="ja-JP" kern="0">
              <a:latin typeface="BIZ UDPゴシック" panose="020B0400000000000000" pitchFamily="50" charset="-128"/>
              <a:ea typeface="BIZ UDPゴシック" panose="020B0400000000000000" pitchFamily="50" charset="-128"/>
            </a:endParaRPr>
          </a:p>
          <a:p>
            <a:pPr algn="ctr"/>
            <a:r>
              <a:rPr lang="en-US" altLang="ja-JP" kern="0">
                <a:latin typeface="BIZ UDPゴシック" panose="020B0400000000000000" pitchFamily="50" charset="-128"/>
                <a:ea typeface="BIZ UDPゴシック" panose="020B0400000000000000" pitchFamily="50" charset="-128"/>
              </a:rPr>
              <a:t>.pptx</a:t>
            </a:r>
            <a:endParaRPr kumimoji="1" lang="en-US" altLang="ja-JP" kern="0">
              <a:latin typeface="BIZ UDPゴシック" panose="020B0400000000000000" pitchFamily="50" charset="-128"/>
              <a:ea typeface="BIZ UDPゴシック" panose="020B0400000000000000" pitchFamily="50" charset="-128"/>
            </a:endParaRPr>
          </a:p>
        </p:txBody>
      </p:sp>
      <p:sp>
        <p:nvSpPr>
          <p:cNvPr id="13" name="テキスト ボックス 12">
            <a:extLst>
              <a:ext uri="{FF2B5EF4-FFF2-40B4-BE49-F238E27FC236}">
                <a16:creationId xmlns:a16="http://schemas.microsoft.com/office/drawing/2014/main" id="{EB72E80E-A0CC-F847-536A-EA47F42C4E48}"/>
              </a:ext>
            </a:extLst>
          </p:cNvPr>
          <p:cNvSpPr txBox="1"/>
          <p:nvPr/>
        </p:nvSpPr>
        <p:spPr bwMode="auto">
          <a:xfrm>
            <a:off x="3512213" y="1988840"/>
            <a:ext cx="159575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ja-JP" altLang="en-US" kern="0">
                <a:latin typeface="BIZ UDPゴシック" panose="020B0400000000000000" pitchFamily="50" charset="-128"/>
                <a:ea typeface="BIZ UDPゴシック" panose="020B0400000000000000" pitchFamily="50" charset="-128"/>
              </a:rPr>
              <a:t>Ｂ社向け</a:t>
            </a:r>
            <a:endParaRPr kumimoji="1" lang="en-US" altLang="ja-JP" kern="0">
              <a:latin typeface="BIZ UDPゴシック" panose="020B0400000000000000" pitchFamily="50" charset="-128"/>
              <a:ea typeface="BIZ UDPゴシック" panose="020B0400000000000000" pitchFamily="50" charset="-128"/>
            </a:endParaRPr>
          </a:p>
          <a:p>
            <a:pPr algn="ctr"/>
            <a:r>
              <a:rPr lang="en-US" altLang="ja-JP" kern="0">
                <a:latin typeface="BIZ UDPゴシック" panose="020B0400000000000000" pitchFamily="50" charset="-128"/>
                <a:ea typeface="BIZ UDPゴシック" panose="020B0400000000000000" pitchFamily="50" charset="-128"/>
              </a:rPr>
              <a:t>.pptx</a:t>
            </a:r>
          </a:p>
        </p:txBody>
      </p:sp>
      <p:sp>
        <p:nvSpPr>
          <p:cNvPr id="14" name="テキスト ボックス 13">
            <a:extLst>
              <a:ext uri="{FF2B5EF4-FFF2-40B4-BE49-F238E27FC236}">
                <a16:creationId xmlns:a16="http://schemas.microsoft.com/office/drawing/2014/main" id="{EC4F2AB7-E906-0251-919B-D53C48823ADB}"/>
              </a:ext>
            </a:extLst>
          </p:cNvPr>
          <p:cNvSpPr txBox="1"/>
          <p:nvPr/>
        </p:nvSpPr>
        <p:spPr bwMode="auto">
          <a:xfrm>
            <a:off x="5879976" y="1988840"/>
            <a:ext cx="159575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ja-JP" altLang="en-US" kern="0">
                <a:latin typeface="BIZ UDPゴシック" panose="020B0400000000000000" pitchFamily="50" charset="-128"/>
                <a:ea typeface="BIZ UDPゴシック" panose="020B0400000000000000" pitchFamily="50" charset="-128"/>
              </a:rPr>
              <a:t>Ｃ社向け</a:t>
            </a:r>
            <a:endParaRPr kumimoji="1" lang="en-US" altLang="ja-JP" kern="0">
              <a:latin typeface="BIZ UDPゴシック" panose="020B0400000000000000" pitchFamily="50" charset="-128"/>
              <a:ea typeface="BIZ UDPゴシック" panose="020B0400000000000000" pitchFamily="50" charset="-128"/>
            </a:endParaRPr>
          </a:p>
          <a:p>
            <a:pPr algn="ctr"/>
            <a:r>
              <a:rPr lang="en-US" altLang="ja-JP" kern="0">
                <a:latin typeface="BIZ UDPゴシック" panose="020B0400000000000000" pitchFamily="50" charset="-128"/>
                <a:ea typeface="BIZ UDPゴシック" panose="020B0400000000000000" pitchFamily="50" charset="-128"/>
              </a:rPr>
              <a:t>.pptx</a:t>
            </a:r>
          </a:p>
        </p:txBody>
      </p:sp>
      <p:sp>
        <p:nvSpPr>
          <p:cNvPr id="16" name="正方形/長方形 15">
            <a:extLst>
              <a:ext uri="{FF2B5EF4-FFF2-40B4-BE49-F238E27FC236}">
                <a16:creationId xmlns:a16="http://schemas.microsoft.com/office/drawing/2014/main" id="{5AA271D1-A2A5-607D-7D91-5FE90CAC1B77}"/>
              </a:ext>
            </a:extLst>
          </p:cNvPr>
          <p:cNvSpPr/>
          <p:nvPr/>
        </p:nvSpPr>
        <p:spPr bwMode="auto">
          <a:xfrm>
            <a:off x="1287655" y="3706339"/>
            <a:ext cx="1329796" cy="654618"/>
          </a:xfrm>
          <a:prstGeom prst="rect">
            <a:avLst/>
          </a:prstGeom>
          <a:solidFill>
            <a:srgbClr val="CCECFF"/>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7" name="正方形/長方形 16">
            <a:extLst>
              <a:ext uri="{FF2B5EF4-FFF2-40B4-BE49-F238E27FC236}">
                <a16:creationId xmlns:a16="http://schemas.microsoft.com/office/drawing/2014/main" id="{AA83E1CB-04AF-F3AF-2169-B8AAD3B2D295}"/>
              </a:ext>
            </a:extLst>
          </p:cNvPr>
          <p:cNvSpPr/>
          <p:nvPr/>
        </p:nvSpPr>
        <p:spPr bwMode="auto">
          <a:xfrm>
            <a:off x="3655221" y="3706339"/>
            <a:ext cx="1329796" cy="654618"/>
          </a:xfrm>
          <a:prstGeom prst="rect">
            <a:avLst/>
          </a:prstGeom>
          <a:solidFill>
            <a:srgbClr val="CCECFF"/>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8" name="正方形/長方形 17">
            <a:extLst>
              <a:ext uri="{FF2B5EF4-FFF2-40B4-BE49-F238E27FC236}">
                <a16:creationId xmlns:a16="http://schemas.microsoft.com/office/drawing/2014/main" id="{C529E1B0-1520-F73F-28CC-A0BC734CEDAC}"/>
              </a:ext>
            </a:extLst>
          </p:cNvPr>
          <p:cNvSpPr/>
          <p:nvPr/>
        </p:nvSpPr>
        <p:spPr bwMode="auto">
          <a:xfrm>
            <a:off x="3655221" y="4496556"/>
            <a:ext cx="1329796" cy="654618"/>
          </a:xfrm>
          <a:prstGeom prst="rect">
            <a:avLst/>
          </a:prstGeom>
          <a:solidFill>
            <a:srgbClr val="FFCCFF"/>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9" name="正方形/長方形 18">
            <a:extLst>
              <a:ext uri="{FF2B5EF4-FFF2-40B4-BE49-F238E27FC236}">
                <a16:creationId xmlns:a16="http://schemas.microsoft.com/office/drawing/2014/main" id="{8DD23D76-F0AB-8E06-A9AB-C1666979CDE1}"/>
              </a:ext>
            </a:extLst>
          </p:cNvPr>
          <p:cNvSpPr/>
          <p:nvPr/>
        </p:nvSpPr>
        <p:spPr bwMode="auto">
          <a:xfrm>
            <a:off x="6012955" y="4496556"/>
            <a:ext cx="1329796" cy="654618"/>
          </a:xfrm>
          <a:prstGeom prst="rect">
            <a:avLst/>
          </a:prstGeom>
          <a:solidFill>
            <a:srgbClr val="FFCCFF"/>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0" name="正方形/長方形 19">
            <a:extLst>
              <a:ext uri="{FF2B5EF4-FFF2-40B4-BE49-F238E27FC236}">
                <a16:creationId xmlns:a16="http://schemas.microsoft.com/office/drawing/2014/main" id="{9B8B2D08-BF19-0BA3-F3FE-5AD244C7C5B3}"/>
              </a:ext>
            </a:extLst>
          </p:cNvPr>
          <p:cNvSpPr/>
          <p:nvPr/>
        </p:nvSpPr>
        <p:spPr bwMode="auto">
          <a:xfrm>
            <a:off x="1287655" y="3080065"/>
            <a:ext cx="1329796" cy="492951"/>
          </a:xfrm>
          <a:prstGeom prst="rect">
            <a:avLst/>
          </a:prstGeom>
          <a:solidFill>
            <a:srgbClr val="99FFCC"/>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1" name="正方形/長方形 20">
            <a:extLst>
              <a:ext uri="{FF2B5EF4-FFF2-40B4-BE49-F238E27FC236}">
                <a16:creationId xmlns:a16="http://schemas.microsoft.com/office/drawing/2014/main" id="{AA881836-C44D-DF9B-A6F2-85FD511906EA}"/>
              </a:ext>
            </a:extLst>
          </p:cNvPr>
          <p:cNvSpPr/>
          <p:nvPr/>
        </p:nvSpPr>
        <p:spPr bwMode="auto">
          <a:xfrm>
            <a:off x="3655221" y="3080065"/>
            <a:ext cx="1329796" cy="492951"/>
          </a:xfrm>
          <a:prstGeom prst="rect">
            <a:avLst/>
          </a:prstGeom>
          <a:solidFill>
            <a:srgbClr val="99FFCC"/>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2" name="正方形/長方形 21">
            <a:extLst>
              <a:ext uri="{FF2B5EF4-FFF2-40B4-BE49-F238E27FC236}">
                <a16:creationId xmlns:a16="http://schemas.microsoft.com/office/drawing/2014/main" id="{2ACCC61F-208D-56E3-F22E-178EF5556A8C}"/>
              </a:ext>
            </a:extLst>
          </p:cNvPr>
          <p:cNvSpPr/>
          <p:nvPr/>
        </p:nvSpPr>
        <p:spPr bwMode="auto">
          <a:xfrm>
            <a:off x="6012955" y="3080065"/>
            <a:ext cx="1329796" cy="492951"/>
          </a:xfrm>
          <a:prstGeom prst="rect">
            <a:avLst/>
          </a:prstGeom>
          <a:solidFill>
            <a:srgbClr val="99FFCC"/>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3" name="正方形/長方形 22">
            <a:extLst>
              <a:ext uri="{FF2B5EF4-FFF2-40B4-BE49-F238E27FC236}">
                <a16:creationId xmlns:a16="http://schemas.microsoft.com/office/drawing/2014/main" id="{766BDABA-8005-7794-4BF8-EB5E368E68D2}"/>
              </a:ext>
            </a:extLst>
          </p:cNvPr>
          <p:cNvSpPr/>
          <p:nvPr/>
        </p:nvSpPr>
        <p:spPr bwMode="auto">
          <a:xfrm>
            <a:off x="1287655" y="5334265"/>
            <a:ext cx="1329796" cy="492951"/>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4" name="正方形/長方形 23">
            <a:extLst>
              <a:ext uri="{FF2B5EF4-FFF2-40B4-BE49-F238E27FC236}">
                <a16:creationId xmlns:a16="http://schemas.microsoft.com/office/drawing/2014/main" id="{F42F48BF-EA3D-1F3C-A845-1C5D86ACFAF4}"/>
              </a:ext>
            </a:extLst>
          </p:cNvPr>
          <p:cNvSpPr/>
          <p:nvPr/>
        </p:nvSpPr>
        <p:spPr bwMode="auto">
          <a:xfrm>
            <a:off x="3655221" y="5334265"/>
            <a:ext cx="1329796" cy="492951"/>
          </a:xfrm>
          <a:prstGeom prst="rect">
            <a:avLst/>
          </a:prstGeom>
          <a:solidFill>
            <a:schemeClr val="tx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5" name="正方形/長方形 24">
            <a:extLst>
              <a:ext uri="{FF2B5EF4-FFF2-40B4-BE49-F238E27FC236}">
                <a16:creationId xmlns:a16="http://schemas.microsoft.com/office/drawing/2014/main" id="{3DD50E33-B9D9-F7F2-C137-06AE6B971AA4}"/>
              </a:ext>
            </a:extLst>
          </p:cNvPr>
          <p:cNvSpPr/>
          <p:nvPr/>
        </p:nvSpPr>
        <p:spPr bwMode="auto">
          <a:xfrm>
            <a:off x="6012955" y="5334265"/>
            <a:ext cx="1329796" cy="492951"/>
          </a:xfrm>
          <a:prstGeom prst="rect">
            <a:avLst/>
          </a:prstGeom>
          <a:solidFill>
            <a:srgbClr val="FFC0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7" name="テキスト ボックス 26">
            <a:extLst>
              <a:ext uri="{FF2B5EF4-FFF2-40B4-BE49-F238E27FC236}">
                <a16:creationId xmlns:a16="http://schemas.microsoft.com/office/drawing/2014/main" id="{CA2E9035-0400-4398-C3FB-16E01295C7FF}"/>
              </a:ext>
            </a:extLst>
          </p:cNvPr>
          <p:cNvSpPr txBox="1"/>
          <p:nvPr/>
        </p:nvSpPr>
        <p:spPr bwMode="auto">
          <a:xfrm>
            <a:off x="8081755" y="3126485"/>
            <a:ext cx="214777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ja-JP" altLang="en-US" kern="0">
                <a:latin typeface="BIZ UDPゴシック" panose="020B0400000000000000" pitchFamily="50" charset="-128"/>
                <a:ea typeface="BIZ UDPゴシック" panose="020B0400000000000000" pitchFamily="50" charset="-128"/>
              </a:rPr>
              <a:t>３社共通</a:t>
            </a:r>
          </a:p>
        </p:txBody>
      </p:sp>
      <p:sp>
        <p:nvSpPr>
          <p:cNvPr id="28" name="テキスト ボックス 27">
            <a:extLst>
              <a:ext uri="{FF2B5EF4-FFF2-40B4-BE49-F238E27FC236}">
                <a16:creationId xmlns:a16="http://schemas.microsoft.com/office/drawing/2014/main" id="{781173B7-A0C8-323F-4D97-F08043EDD41A}"/>
              </a:ext>
            </a:extLst>
          </p:cNvPr>
          <p:cNvSpPr txBox="1"/>
          <p:nvPr/>
        </p:nvSpPr>
        <p:spPr bwMode="auto">
          <a:xfrm>
            <a:off x="8081755" y="3833593"/>
            <a:ext cx="214777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ja-JP" altLang="en-US" kern="0">
                <a:latin typeface="BIZ UDPゴシック" panose="020B0400000000000000" pitchFamily="50" charset="-128"/>
                <a:ea typeface="BIZ UDPゴシック" panose="020B0400000000000000" pitchFamily="50" charset="-128"/>
              </a:rPr>
              <a:t>２社共通</a:t>
            </a:r>
          </a:p>
        </p:txBody>
      </p:sp>
      <p:sp>
        <p:nvSpPr>
          <p:cNvPr id="29" name="テキスト ボックス 28">
            <a:extLst>
              <a:ext uri="{FF2B5EF4-FFF2-40B4-BE49-F238E27FC236}">
                <a16:creationId xmlns:a16="http://schemas.microsoft.com/office/drawing/2014/main" id="{B2B1D752-25C5-4405-2B72-7DEAD42D667A}"/>
              </a:ext>
            </a:extLst>
          </p:cNvPr>
          <p:cNvSpPr txBox="1"/>
          <p:nvPr/>
        </p:nvSpPr>
        <p:spPr bwMode="auto">
          <a:xfrm>
            <a:off x="8081755" y="4623810"/>
            <a:ext cx="214777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ja-JP" altLang="en-US" kern="0">
                <a:latin typeface="BIZ UDPゴシック" panose="020B0400000000000000" pitchFamily="50" charset="-128"/>
                <a:ea typeface="BIZ UDPゴシック" panose="020B0400000000000000" pitchFamily="50" charset="-128"/>
              </a:rPr>
              <a:t>２社共通</a:t>
            </a:r>
          </a:p>
        </p:txBody>
      </p:sp>
      <p:sp>
        <p:nvSpPr>
          <p:cNvPr id="30" name="テキスト ボックス 29">
            <a:extLst>
              <a:ext uri="{FF2B5EF4-FFF2-40B4-BE49-F238E27FC236}">
                <a16:creationId xmlns:a16="http://schemas.microsoft.com/office/drawing/2014/main" id="{79903DB0-50A0-2DA1-3A11-ADF407EE65D6}"/>
              </a:ext>
            </a:extLst>
          </p:cNvPr>
          <p:cNvSpPr txBox="1"/>
          <p:nvPr/>
        </p:nvSpPr>
        <p:spPr bwMode="auto">
          <a:xfrm>
            <a:off x="8081755" y="5380685"/>
            <a:ext cx="214777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ja-JP" altLang="en-US" kern="0">
                <a:latin typeface="BIZ UDPゴシック" panose="020B0400000000000000" pitchFamily="50" charset="-128"/>
                <a:ea typeface="BIZ UDPゴシック" panose="020B0400000000000000" pitchFamily="50" charset="-128"/>
              </a:rPr>
              <a:t>各社専用</a:t>
            </a:r>
          </a:p>
        </p:txBody>
      </p:sp>
      <p:cxnSp>
        <p:nvCxnSpPr>
          <p:cNvPr id="33" name="直線矢印コネクタ 32">
            <a:extLst>
              <a:ext uri="{FF2B5EF4-FFF2-40B4-BE49-F238E27FC236}">
                <a16:creationId xmlns:a16="http://schemas.microsoft.com/office/drawing/2014/main" id="{5568D6E5-2E37-AF88-BBBC-992AF62F1050}"/>
              </a:ext>
            </a:extLst>
          </p:cNvPr>
          <p:cNvCxnSpPr/>
          <p:nvPr/>
        </p:nvCxnSpPr>
        <p:spPr bwMode="auto">
          <a:xfrm flipH="1">
            <a:off x="7865731" y="3356992"/>
            <a:ext cx="432048" cy="0"/>
          </a:xfrm>
          <a:prstGeom prst="straightConnector1">
            <a:avLst/>
          </a:prstGeom>
          <a:solidFill>
            <a:srgbClr val="CCFFFF"/>
          </a:solidFill>
          <a:ln w="57150" cap="flat" cmpd="sng" algn="ctr">
            <a:solidFill>
              <a:schemeClr val="tx1">
                <a:lumMod val="75000"/>
                <a:lumOff val="25000"/>
              </a:schemeClr>
            </a:solidFill>
            <a:prstDash val="solid"/>
            <a:round/>
            <a:headEnd type="none" w="med" len="med"/>
            <a:tailEnd type="triangle"/>
          </a:ln>
          <a:effectLst/>
        </p:spPr>
      </p:cxnSp>
      <p:cxnSp>
        <p:nvCxnSpPr>
          <p:cNvPr id="34" name="直線矢印コネクタ 33">
            <a:extLst>
              <a:ext uri="{FF2B5EF4-FFF2-40B4-BE49-F238E27FC236}">
                <a16:creationId xmlns:a16="http://schemas.microsoft.com/office/drawing/2014/main" id="{5476950D-93E8-61CF-BF8E-30B1A65813FA}"/>
              </a:ext>
            </a:extLst>
          </p:cNvPr>
          <p:cNvCxnSpPr/>
          <p:nvPr/>
        </p:nvCxnSpPr>
        <p:spPr bwMode="auto">
          <a:xfrm flipH="1">
            <a:off x="7865731" y="4077072"/>
            <a:ext cx="432048" cy="0"/>
          </a:xfrm>
          <a:prstGeom prst="straightConnector1">
            <a:avLst/>
          </a:prstGeom>
          <a:solidFill>
            <a:srgbClr val="CCFFFF"/>
          </a:solidFill>
          <a:ln w="57150" cap="flat" cmpd="sng" algn="ctr">
            <a:solidFill>
              <a:schemeClr val="tx1">
                <a:lumMod val="75000"/>
                <a:lumOff val="25000"/>
              </a:schemeClr>
            </a:solidFill>
            <a:prstDash val="solid"/>
            <a:round/>
            <a:headEnd type="none" w="med" len="med"/>
            <a:tailEnd type="triangle"/>
          </a:ln>
          <a:effectLst/>
        </p:spPr>
      </p:cxnSp>
      <p:cxnSp>
        <p:nvCxnSpPr>
          <p:cNvPr id="35" name="直線矢印コネクタ 34">
            <a:extLst>
              <a:ext uri="{FF2B5EF4-FFF2-40B4-BE49-F238E27FC236}">
                <a16:creationId xmlns:a16="http://schemas.microsoft.com/office/drawing/2014/main" id="{8A83D686-203E-96CB-5720-97A3562EEB13}"/>
              </a:ext>
            </a:extLst>
          </p:cNvPr>
          <p:cNvCxnSpPr/>
          <p:nvPr/>
        </p:nvCxnSpPr>
        <p:spPr bwMode="auto">
          <a:xfrm flipH="1">
            <a:off x="7865731" y="4869160"/>
            <a:ext cx="432048" cy="0"/>
          </a:xfrm>
          <a:prstGeom prst="straightConnector1">
            <a:avLst/>
          </a:prstGeom>
          <a:solidFill>
            <a:srgbClr val="CCFFFF"/>
          </a:solidFill>
          <a:ln w="57150" cap="flat" cmpd="sng" algn="ctr">
            <a:solidFill>
              <a:schemeClr val="tx1">
                <a:lumMod val="75000"/>
                <a:lumOff val="25000"/>
              </a:schemeClr>
            </a:solidFill>
            <a:prstDash val="solid"/>
            <a:round/>
            <a:headEnd type="none" w="med" len="med"/>
            <a:tailEnd type="triangle"/>
          </a:ln>
          <a:effectLst/>
        </p:spPr>
      </p:cxnSp>
      <p:cxnSp>
        <p:nvCxnSpPr>
          <p:cNvPr id="36" name="直線矢印コネクタ 35">
            <a:extLst>
              <a:ext uri="{FF2B5EF4-FFF2-40B4-BE49-F238E27FC236}">
                <a16:creationId xmlns:a16="http://schemas.microsoft.com/office/drawing/2014/main" id="{F8379F68-6E8A-1491-36BA-554E7CDFB5E5}"/>
              </a:ext>
            </a:extLst>
          </p:cNvPr>
          <p:cNvCxnSpPr/>
          <p:nvPr/>
        </p:nvCxnSpPr>
        <p:spPr bwMode="auto">
          <a:xfrm flipH="1">
            <a:off x="7865731" y="5589240"/>
            <a:ext cx="432048" cy="0"/>
          </a:xfrm>
          <a:prstGeom prst="straightConnector1">
            <a:avLst/>
          </a:prstGeom>
          <a:solidFill>
            <a:srgbClr val="CCFFFF"/>
          </a:solidFill>
          <a:ln w="57150" cap="flat" cmpd="sng" algn="ctr">
            <a:solidFill>
              <a:schemeClr val="tx1">
                <a:lumMod val="75000"/>
                <a:lumOff val="25000"/>
              </a:schemeClr>
            </a:solidFill>
            <a:prstDash val="solid"/>
            <a:round/>
            <a:headEnd type="none" w="med" len="med"/>
            <a:tailEnd type="triangle"/>
          </a:ln>
          <a:effectLst/>
        </p:spPr>
      </p:cxnSp>
    </p:spTree>
    <p:extLst>
      <p:ext uri="{BB962C8B-B14F-4D97-AF65-F5344CB8AC3E}">
        <p14:creationId xmlns:p14="http://schemas.microsoft.com/office/powerpoint/2010/main" val="347063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10" name="exportrange">
            <a:extLst>
              <a:ext uri="{FF2B5EF4-FFF2-40B4-BE49-F238E27FC236}">
                <a16:creationId xmlns:a16="http://schemas.microsoft.com/office/drawing/2014/main" id="{3CCB5A9E-7873-E67D-6354-CE1EE8E271CA}"/>
              </a:ext>
            </a:extLst>
          </p:cNvPr>
          <p:cNvSpPr/>
          <p:nvPr/>
        </p:nvSpPr>
        <p:spPr bwMode="auto">
          <a:xfrm>
            <a:off x="767408" y="1060833"/>
            <a:ext cx="10507674" cy="5464511"/>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kumimoji="1" lang="ja-JP" altLang="en-US"/>
              <a:t>部品を組み合わせて完成</a:t>
            </a:r>
            <a:r>
              <a:rPr lang="ja-JP" altLang="en-US"/>
              <a:t>版</a:t>
            </a:r>
            <a:r>
              <a:rPr kumimoji="1" lang="ja-JP" altLang="en-US"/>
              <a:t>を構成する仕組みを作る</a:t>
            </a:r>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grpSp>
        <p:nvGrpSpPr>
          <p:cNvPr id="9" name="グループ化 8">
            <a:extLst>
              <a:ext uri="{FF2B5EF4-FFF2-40B4-BE49-F238E27FC236}">
                <a16:creationId xmlns:a16="http://schemas.microsoft.com/office/drawing/2014/main" id="{74A93DEB-A83F-19EB-654B-43CC9B41AA88}"/>
              </a:ext>
            </a:extLst>
          </p:cNvPr>
          <p:cNvGrpSpPr/>
          <p:nvPr/>
        </p:nvGrpSpPr>
        <p:grpSpPr>
          <a:xfrm>
            <a:off x="1498523" y="3058449"/>
            <a:ext cx="1595755" cy="2450827"/>
            <a:chOff x="1498523" y="3058449"/>
            <a:chExt cx="1595755" cy="2756048"/>
          </a:xfrm>
        </p:grpSpPr>
        <p:sp>
          <p:nvSpPr>
            <p:cNvPr id="42" name="正方形/長方形 41">
              <a:extLst>
                <a:ext uri="{FF2B5EF4-FFF2-40B4-BE49-F238E27FC236}">
                  <a16:creationId xmlns:a16="http://schemas.microsoft.com/office/drawing/2014/main" id="{EA429F61-C407-CDE7-8053-C253DF01AB6D}"/>
                </a:ext>
              </a:extLst>
            </p:cNvPr>
            <p:cNvSpPr/>
            <p:nvPr/>
          </p:nvSpPr>
          <p:spPr bwMode="auto">
            <a:xfrm>
              <a:off x="1498523" y="3058449"/>
              <a:ext cx="1595755" cy="2756048"/>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6" name="正方形/長方形 15">
              <a:extLst>
                <a:ext uri="{FF2B5EF4-FFF2-40B4-BE49-F238E27FC236}">
                  <a16:creationId xmlns:a16="http://schemas.microsoft.com/office/drawing/2014/main" id="{5AA271D1-A2A5-607D-7D91-5FE90CAC1B77}"/>
                </a:ext>
              </a:extLst>
            </p:cNvPr>
            <p:cNvSpPr/>
            <p:nvPr/>
          </p:nvSpPr>
          <p:spPr bwMode="auto">
            <a:xfrm>
              <a:off x="1631504" y="3651968"/>
              <a:ext cx="1329796" cy="491824"/>
            </a:xfrm>
            <a:prstGeom prst="rect">
              <a:avLst/>
            </a:prstGeom>
            <a:solidFill>
              <a:srgbClr val="CCECFF"/>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8" name="正方形/長方形 17">
              <a:extLst>
                <a:ext uri="{FF2B5EF4-FFF2-40B4-BE49-F238E27FC236}">
                  <a16:creationId xmlns:a16="http://schemas.microsoft.com/office/drawing/2014/main" id="{C529E1B0-1520-F73F-28CC-A0BC734CEDAC}"/>
                </a:ext>
              </a:extLst>
            </p:cNvPr>
            <p:cNvSpPr/>
            <p:nvPr/>
          </p:nvSpPr>
          <p:spPr bwMode="auto">
            <a:xfrm>
              <a:off x="1631503" y="4263510"/>
              <a:ext cx="1329796" cy="491824"/>
            </a:xfrm>
            <a:prstGeom prst="rect">
              <a:avLst/>
            </a:prstGeom>
            <a:solidFill>
              <a:srgbClr val="FFCCFF"/>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0" name="正方形/長方形 19">
              <a:extLst>
                <a:ext uri="{FF2B5EF4-FFF2-40B4-BE49-F238E27FC236}">
                  <a16:creationId xmlns:a16="http://schemas.microsoft.com/office/drawing/2014/main" id="{9B8B2D08-BF19-0BA3-F3FE-5AD244C7C5B3}"/>
                </a:ext>
              </a:extLst>
            </p:cNvPr>
            <p:cNvSpPr/>
            <p:nvPr/>
          </p:nvSpPr>
          <p:spPr bwMode="auto">
            <a:xfrm>
              <a:off x="1631504" y="3181439"/>
              <a:ext cx="1329796" cy="370361"/>
            </a:xfrm>
            <a:prstGeom prst="rect">
              <a:avLst/>
            </a:prstGeom>
            <a:solidFill>
              <a:srgbClr val="99FFCC"/>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3" name="正方形/長方形 22">
              <a:extLst>
                <a:ext uri="{FF2B5EF4-FFF2-40B4-BE49-F238E27FC236}">
                  <a16:creationId xmlns:a16="http://schemas.microsoft.com/office/drawing/2014/main" id="{766BDABA-8005-7794-4BF8-EB5E368E68D2}"/>
                </a:ext>
              </a:extLst>
            </p:cNvPr>
            <p:cNvSpPr/>
            <p:nvPr/>
          </p:nvSpPr>
          <p:spPr bwMode="auto">
            <a:xfrm>
              <a:off x="1631504" y="4875053"/>
              <a:ext cx="1329796" cy="370361"/>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5" name="正方形/長方形 24">
              <a:extLst>
                <a:ext uri="{FF2B5EF4-FFF2-40B4-BE49-F238E27FC236}">
                  <a16:creationId xmlns:a16="http://schemas.microsoft.com/office/drawing/2014/main" id="{3DD50E33-B9D9-F7F2-C137-06AE6B971AA4}"/>
                </a:ext>
              </a:extLst>
            </p:cNvPr>
            <p:cNvSpPr/>
            <p:nvPr/>
          </p:nvSpPr>
          <p:spPr bwMode="auto">
            <a:xfrm>
              <a:off x="1635654" y="5321104"/>
              <a:ext cx="1329796" cy="370361"/>
            </a:xfrm>
            <a:prstGeom prst="rect">
              <a:avLst/>
            </a:prstGeom>
            <a:solidFill>
              <a:srgbClr val="FFC0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grpSp>
      <p:sp>
        <p:nvSpPr>
          <p:cNvPr id="4" name="正方形/長方形 3">
            <a:extLst>
              <a:ext uri="{FF2B5EF4-FFF2-40B4-BE49-F238E27FC236}">
                <a16:creationId xmlns:a16="http://schemas.microsoft.com/office/drawing/2014/main" id="{2C4888BB-B62B-EF45-4AE1-132112A9B4CA}"/>
              </a:ext>
            </a:extLst>
          </p:cNvPr>
          <p:cNvSpPr/>
          <p:nvPr/>
        </p:nvSpPr>
        <p:spPr bwMode="auto">
          <a:xfrm>
            <a:off x="4555667" y="2869498"/>
            <a:ext cx="1872208" cy="55143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Ａ社向け構成</a:t>
            </a: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5" name="正方形/長方形 4">
            <a:extLst>
              <a:ext uri="{FF2B5EF4-FFF2-40B4-BE49-F238E27FC236}">
                <a16:creationId xmlns:a16="http://schemas.microsoft.com/office/drawing/2014/main" id="{FB9E7DE1-6C6D-D2DE-6A03-D5233744CA21}"/>
              </a:ext>
            </a:extLst>
          </p:cNvPr>
          <p:cNvSpPr/>
          <p:nvPr/>
        </p:nvSpPr>
        <p:spPr bwMode="auto">
          <a:xfrm>
            <a:off x="4555667" y="3920657"/>
            <a:ext cx="1872208" cy="55143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Ｂ社向け構成</a:t>
            </a: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6" name="正方形/長方形 5">
            <a:extLst>
              <a:ext uri="{FF2B5EF4-FFF2-40B4-BE49-F238E27FC236}">
                <a16:creationId xmlns:a16="http://schemas.microsoft.com/office/drawing/2014/main" id="{5793CC7D-D304-21FE-5672-9D9F2C88A28C}"/>
              </a:ext>
            </a:extLst>
          </p:cNvPr>
          <p:cNvSpPr/>
          <p:nvPr/>
        </p:nvSpPr>
        <p:spPr bwMode="auto">
          <a:xfrm>
            <a:off x="4555667" y="4913873"/>
            <a:ext cx="1872208" cy="55143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Ｃ社向け構成</a:t>
            </a: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grpSp>
        <p:nvGrpSpPr>
          <p:cNvPr id="11" name="グループ化 10">
            <a:extLst>
              <a:ext uri="{FF2B5EF4-FFF2-40B4-BE49-F238E27FC236}">
                <a16:creationId xmlns:a16="http://schemas.microsoft.com/office/drawing/2014/main" id="{CC6F7636-2E68-1650-49B6-071DFC74DC7C}"/>
              </a:ext>
            </a:extLst>
          </p:cNvPr>
          <p:cNvGrpSpPr/>
          <p:nvPr/>
        </p:nvGrpSpPr>
        <p:grpSpPr>
          <a:xfrm>
            <a:off x="8462523" y="2825529"/>
            <a:ext cx="639372" cy="639372"/>
            <a:chOff x="3503712" y="3429000"/>
            <a:chExt cx="936104" cy="936104"/>
          </a:xfrm>
        </p:grpSpPr>
        <p:sp>
          <p:nvSpPr>
            <p:cNvPr id="15" name="正方形/長方形 14">
              <a:extLst>
                <a:ext uri="{FF2B5EF4-FFF2-40B4-BE49-F238E27FC236}">
                  <a16:creationId xmlns:a16="http://schemas.microsoft.com/office/drawing/2014/main" id="{77A9C718-37F2-48E3-48ED-E73E7B94EFD0}"/>
                </a:ext>
              </a:extLst>
            </p:cNvPr>
            <p:cNvSpPr/>
            <p:nvPr/>
          </p:nvSpPr>
          <p:spPr bwMode="auto">
            <a:xfrm>
              <a:off x="3503712" y="3429000"/>
              <a:ext cx="936104" cy="936104"/>
            </a:xfrm>
            <a:prstGeom prst="rect">
              <a:avLst/>
            </a:prstGeom>
            <a:solidFill>
              <a:schemeClr val="bg1"/>
            </a:solidFill>
            <a:ln w="12700" cap="flat" cmpd="sng" algn="ctr">
              <a:solidFill>
                <a:schemeClr val="tx1">
                  <a:lumMod val="50000"/>
                  <a:lumOff val="5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26" name="図 25">
              <a:extLst>
                <a:ext uri="{FF2B5EF4-FFF2-40B4-BE49-F238E27FC236}">
                  <a16:creationId xmlns:a16="http://schemas.microsoft.com/office/drawing/2014/main" id="{A2A0A557-02B6-2D38-56B4-21B2FC2A9C9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6066" y="3625362"/>
              <a:ext cx="571699" cy="547977"/>
            </a:xfrm>
            <a:prstGeom prst="rect">
              <a:avLst/>
            </a:prstGeom>
          </p:spPr>
        </p:pic>
      </p:grpSp>
      <p:grpSp>
        <p:nvGrpSpPr>
          <p:cNvPr id="31" name="グループ化 30">
            <a:extLst>
              <a:ext uri="{FF2B5EF4-FFF2-40B4-BE49-F238E27FC236}">
                <a16:creationId xmlns:a16="http://schemas.microsoft.com/office/drawing/2014/main" id="{DDCC4BEC-AC9E-EA38-DB72-5C2352DB9300}"/>
              </a:ext>
            </a:extLst>
          </p:cNvPr>
          <p:cNvGrpSpPr/>
          <p:nvPr/>
        </p:nvGrpSpPr>
        <p:grpSpPr>
          <a:xfrm>
            <a:off x="8462523" y="3876688"/>
            <a:ext cx="639372" cy="639372"/>
            <a:chOff x="3503712" y="3429000"/>
            <a:chExt cx="936104" cy="936104"/>
          </a:xfrm>
        </p:grpSpPr>
        <p:sp>
          <p:nvSpPr>
            <p:cNvPr id="32" name="正方形/長方形 31">
              <a:extLst>
                <a:ext uri="{FF2B5EF4-FFF2-40B4-BE49-F238E27FC236}">
                  <a16:creationId xmlns:a16="http://schemas.microsoft.com/office/drawing/2014/main" id="{96F8D83B-77A1-8DC1-B46A-E3A6EDDA66E4}"/>
                </a:ext>
              </a:extLst>
            </p:cNvPr>
            <p:cNvSpPr/>
            <p:nvPr/>
          </p:nvSpPr>
          <p:spPr bwMode="auto">
            <a:xfrm>
              <a:off x="3503712" y="3429000"/>
              <a:ext cx="936104" cy="936104"/>
            </a:xfrm>
            <a:prstGeom prst="rect">
              <a:avLst/>
            </a:prstGeom>
            <a:solidFill>
              <a:schemeClr val="bg1"/>
            </a:solidFill>
            <a:ln w="12700" cap="flat" cmpd="sng" algn="ctr">
              <a:solidFill>
                <a:schemeClr val="tx1">
                  <a:lumMod val="50000"/>
                  <a:lumOff val="5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37" name="図 36">
              <a:extLst>
                <a:ext uri="{FF2B5EF4-FFF2-40B4-BE49-F238E27FC236}">
                  <a16:creationId xmlns:a16="http://schemas.microsoft.com/office/drawing/2014/main" id="{B79FDF42-3592-05C0-CA28-D809C8F5FBB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6066" y="3625362"/>
              <a:ext cx="571699" cy="547977"/>
            </a:xfrm>
            <a:prstGeom prst="rect">
              <a:avLst/>
            </a:prstGeom>
          </p:spPr>
        </p:pic>
      </p:grpSp>
      <p:grpSp>
        <p:nvGrpSpPr>
          <p:cNvPr id="38" name="グループ化 37">
            <a:extLst>
              <a:ext uri="{FF2B5EF4-FFF2-40B4-BE49-F238E27FC236}">
                <a16:creationId xmlns:a16="http://schemas.microsoft.com/office/drawing/2014/main" id="{F38B3DF5-9C4F-5F76-171E-584E82F8D34B}"/>
              </a:ext>
            </a:extLst>
          </p:cNvPr>
          <p:cNvGrpSpPr/>
          <p:nvPr/>
        </p:nvGrpSpPr>
        <p:grpSpPr>
          <a:xfrm>
            <a:off x="8462523" y="4869904"/>
            <a:ext cx="639372" cy="639372"/>
            <a:chOff x="3503712" y="3429000"/>
            <a:chExt cx="936104" cy="936104"/>
          </a:xfrm>
        </p:grpSpPr>
        <p:sp>
          <p:nvSpPr>
            <p:cNvPr id="39" name="正方形/長方形 38">
              <a:extLst>
                <a:ext uri="{FF2B5EF4-FFF2-40B4-BE49-F238E27FC236}">
                  <a16:creationId xmlns:a16="http://schemas.microsoft.com/office/drawing/2014/main" id="{F78B70D7-F24A-C0F8-4F2C-129A876FE58B}"/>
                </a:ext>
              </a:extLst>
            </p:cNvPr>
            <p:cNvSpPr/>
            <p:nvPr/>
          </p:nvSpPr>
          <p:spPr bwMode="auto">
            <a:xfrm>
              <a:off x="3503712" y="3429000"/>
              <a:ext cx="936104" cy="936104"/>
            </a:xfrm>
            <a:prstGeom prst="rect">
              <a:avLst/>
            </a:prstGeom>
            <a:solidFill>
              <a:schemeClr val="bg1"/>
            </a:solidFill>
            <a:ln w="12700" cap="flat" cmpd="sng" algn="ctr">
              <a:solidFill>
                <a:schemeClr val="tx1">
                  <a:lumMod val="50000"/>
                  <a:lumOff val="5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40" name="図 39">
              <a:extLst>
                <a:ext uri="{FF2B5EF4-FFF2-40B4-BE49-F238E27FC236}">
                  <a16:creationId xmlns:a16="http://schemas.microsoft.com/office/drawing/2014/main" id="{41374998-C031-824B-A7A5-66D3163CE34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6066" y="3625362"/>
              <a:ext cx="571699" cy="547977"/>
            </a:xfrm>
            <a:prstGeom prst="rect">
              <a:avLst/>
            </a:prstGeom>
          </p:spPr>
        </p:pic>
      </p:grpSp>
      <p:cxnSp>
        <p:nvCxnSpPr>
          <p:cNvPr id="44" name="直線矢印コネクタ 43">
            <a:extLst>
              <a:ext uri="{FF2B5EF4-FFF2-40B4-BE49-F238E27FC236}">
                <a16:creationId xmlns:a16="http://schemas.microsoft.com/office/drawing/2014/main" id="{85F7FCE7-2796-E34F-A961-6FDEED087D6D}"/>
              </a:ext>
            </a:extLst>
          </p:cNvPr>
          <p:cNvCxnSpPr>
            <a:endCxn id="4" idx="1"/>
          </p:cNvCxnSpPr>
          <p:nvPr/>
        </p:nvCxnSpPr>
        <p:spPr bwMode="auto">
          <a:xfrm flipV="1">
            <a:off x="3094278" y="3145216"/>
            <a:ext cx="1461389" cy="777329"/>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cxnSp>
        <p:nvCxnSpPr>
          <p:cNvPr id="45" name="直線矢印コネクタ 44">
            <a:extLst>
              <a:ext uri="{FF2B5EF4-FFF2-40B4-BE49-F238E27FC236}">
                <a16:creationId xmlns:a16="http://schemas.microsoft.com/office/drawing/2014/main" id="{6C6F9090-5DC0-9A07-1750-22650D820377}"/>
              </a:ext>
            </a:extLst>
          </p:cNvPr>
          <p:cNvCxnSpPr>
            <a:cxnSpLocks/>
            <a:endCxn id="5" idx="1"/>
          </p:cNvCxnSpPr>
          <p:nvPr/>
        </p:nvCxnSpPr>
        <p:spPr bwMode="auto">
          <a:xfrm flipV="1">
            <a:off x="3094278" y="4196375"/>
            <a:ext cx="1461389" cy="25475"/>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cxnSp>
        <p:nvCxnSpPr>
          <p:cNvPr id="48" name="直線矢印コネクタ 47">
            <a:extLst>
              <a:ext uri="{FF2B5EF4-FFF2-40B4-BE49-F238E27FC236}">
                <a16:creationId xmlns:a16="http://schemas.microsoft.com/office/drawing/2014/main" id="{70853D89-B5D7-F979-D433-AF19207871C2}"/>
              </a:ext>
            </a:extLst>
          </p:cNvPr>
          <p:cNvCxnSpPr>
            <a:cxnSpLocks/>
            <a:endCxn id="6" idx="1"/>
          </p:cNvCxnSpPr>
          <p:nvPr/>
        </p:nvCxnSpPr>
        <p:spPr bwMode="auto">
          <a:xfrm>
            <a:off x="3102581" y="4462773"/>
            <a:ext cx="1453086" cy="726818"/>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cxnSp>
        <p:nvCxnSpPr>
          <p:cNvPr id="52" name="直線矢印コネクタ 51">
            <a:extLst>
              <a:ext uri="{FF2B5EF4-FFF2-40B4-BE49-F238E27FC236}">
                <a16:creationId xmlns:a16="http://schemas.microsoft.com/office/drawing/2014/main" id="{2A99007D-900E-1010-CE3F-E02DDB9E7EF6}"/>
              </a:ext>
            </a:extLst>
          </p:cNvPr>
          <p:cNvCxnSpPr>
            <a:cxnSpLocks/>
            <a:stCxn id="4" idx="3"/>
            <a:endCxn id="15" idx="1"/>
          </p:cNvCxnSpPr>
          <p:nvPr/>
        </p:nvCxnSpPr>
        <p:spPr bwMode="auto">
          <a:xfrm flipV="1">
            <a:off x="6427875" y="3145215"/>
            <a:ext cx="2034648" cy="1"/>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cxnSp>
        <p:nvCxnSpPr>
          <p:cNvPr id="55" name="直線矢印コネクタ 54">
            <a:extLst>
              <a:ext uri="{FF2B5EF4-FFF2-40B4-BE49-F238E27FC236}">
                <a16:creationId xmlns:a16="http://schemas.microsoft.com/office/drawing/2014/main" id="{44D2952D-05D1-576D-8792-D4B4972FE101}"/>
              </a:ext>
            </a:extLst>
          </p:cNvPr>
          <p:cNvCxnSpPr>
            <a:cxnSpLocks/>
            <a:stCxn id="5" idx="3"/>
            <a:endCxn id="32" idx="1"/>
          </p:cNvCxnSpPr>
          <p:nvPr/>
        </p:nvCxnSpPr>
        <p:spPr bwMode="auto">
          <a:xfrm flipV="1">
            <a:off x="6427875" y="4196374"/>
            <a:ext cx="2034648" cy="1"/>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cxnSp>
        <p:nvCxnSpPr>
          <p:cNvPr id="58" name="直線矢印コネクタ 57">
            <a:extLst>
              <a:ext uri="{FF2B5EF4-FFF2-40B4-BE49-F238E27FC236}">
                <a16:creationId xmlns:a16="http://schemas.microsoft.com/office/drawing/2014/main" id="{36CF1339-93FC-E770-3815-288B4FC8A994}"/>
              </a:ext>
            </a:extLst>
          </p:cNvPr>
          <p:cNvCxnSpPr>
            <a:cxnSpLocks/>
            <a:stCxn id="6" idx="3"/>
            <a:endCxn id="39" idx="1"/>
          </p:cNvCxnSpPr>
          <p:nvPr/>
        </p:nvCxnSpPr>
        <p:spPr bwMode="auto">
          <a:xfrm flipV="1">
            <a:off x="6427875" y="5189590"/>
            <a:ext cx="2034648" cy="1"/>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63" name="テキスト ボックス 62">
            <a:extLst>
              <a:ext uri="{FF2B5EF4-FFF2-40B4-BE49-F238E27FC236}">
                <a16:creationId xmlns:a16="http://schemas.microsoft.com/office/drawing/2014/main" id="{279F1780-6812-585A-F4D4-6BAD2694A19F}"/>
              </a:ext>
            </a:extLst>
          </p:cNvPr>
          <p:cNvSpPr txBox="1"/>
          <p:nvPr/>
        </p:nvSpPr>
        <p:spPr bwMode="auto">
          <a:xfrm>
            <a:off x="9316369" y="2824137"/>
            <a:ext cx="176141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Ａ社向け</a:t>
            </a:r>
            <a:r>
              <a:rPr kumimoji="1" lang="en-US" altLang="ja-JP" sz="1800" kern="0">
                <a:latin typeface="BIZ UDPゴシック" panose="020B0400000000000000" pitchFamily="50" charset="-128"/>
                <a:ea typeface="BIZ UDPゴシック" panose="020B0400000000000000" pitchFamily="50" charset="-128"/>
              </a:rPr>
              <a:t>pptx</a:t>
            </a:r>
          </a:p>
          <a:p>
            <a:pPr algn="l"/>
            <a:r>
              <a:rPr kumimoji="1" lang="ja-JP" altLang="en-US" sz="1800" kern="0">
                <a:latin typeface="BIZ UDPゴシック" panose="020B0400000000000000" pitchFamily="50" charset="-128"/>
                <a:ea typeface="BIZ UDPゴシック" panose="020B0400000000000000" pitchFamily="50" charset="-128"/>
              </a:rPr>
              <a:t>完成版</a:t>
            </a:r>
          </a:p>
        </p:txBody>
      </p:sp>
      <p:sp>
        <p:nvSpPr>
          <p:cNvPr id="64" name="テキスト ボックス 63">
            <a:extLst>
              <a:ext uri="{FF2B5EF4-FFF2-40B4-BE49-F238E27FC236}">
                <a16:creationId xmlns:a16="http://schemas.microsoft.com/office/drawing/2014/main" id="{D4CA9888-4F6E-67EA-2B2F-2B3A7C748A9B}"/>
              </a:ext>
            </a:extLst>
          </p:cNvPr>
          <p:cNvSpPr txBox="1"/>
          <p:nvPr/>
        </p:nvSpPr>
        <p:spPr bwMode="auto">
          <a:xfrm>
            <a:off x="9316369" y="3876784"/>
            <a:ext cx="176141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Ｂ社向け</a:t>
            </a:r>
            <a:r>
              <a:rPr kumimoji="1" lang="en-US" altLang="ja-JP" sz="1800" kern="0">
                <a:latin typeface="BIZ UDPゴシック" panose="020B0400000000000000" pitchFamily="50" charset="-128"/>
                <a:ea typeface="BIZ UDPゴシック" panose="020B0400000000000000" pitchFamily="50" charset="-128"/>
              </a:rPr>
              <a:t>pptx</a:t>
            </a:r>
          </a:p>
          <a:p>
            <a:r>
              <a:rPr lang="ja-JP" altLang="en-US" sz="1800" kern="0">
                <a:latin typeface="BIZ UDPゴシック" panose="020B0400000000000000" pitchFamily="50" charset="-128"/>
                <a:ea typeface="BIZ UDPゴシック" panose="020B0400000000000000" pitchFamily="50" charset="-128"/>
              </a:rPr>
              <a:t>完成版</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65" name="テキスト ボックス 64">
            <a:extLst>
              <a:ext uri="{FF2B5EF4-FFF2-40B4-BE49-F238E27FC236}">
                <a16:creationId xmlns:a16="http://schemas.microsoft.com/office/drawing/2014/main" id="{8CA67E14-1704-EAC7-8A84-689A3C21028D}"/>
              </a:ext>
            </a:extLst>
          </p:cNvPr>
          <p:cNvSpPr txBox="1"/>
          <p:nvPr/>
        </p:nvSpPr>
        <p:spPr bwMode="auto">
          <a:xfrm>
            <a:off x="9316369" y="4863273"/>
            <a:ext cx="176141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Ｃ社向け</a:t>
            </a:r>
            <a:r>
              <a:rPr kumimoji="1" lang="en-US" altLang="ja-JP" sz="1800" kern="0">
                <a:latin typeface="BIZ UDPゴシック" panose="020B0400000000000000" pitchFamily="50" charset="-128"/>
                <a:ea typeface="BIZ UDPゴシック" panose="020B0400000000000000" pitchFamily="50" charset="-128"/>
              </a:rPr>
              <a:t>pptx</a:t>
            </a:r>
          </a:p>
          <a:p>
            <a:r>
              <a:rPr lang="ja-JP" altLang="en-US" sz="1800" kern="0">
                <a:latin typeface="BIZ UDPゴシック" panose="020B0400000000000000" pitchFamily="50" charset="-128"/>
                <a:ea typeface="BIZ UDPゴシック" panose="020B0400000000000000" pitchFamily="50" charset="-128"/>
              </a:rPr>
              <a:t>完成版</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66" name="テキスト ボックス 65">
            <a:extLst>
              <a:ext uri="{FF2B5EF4-FFF2-40B4-BE49-F238E27FC236}">
                <a16:creationId xmlns:a16="http://schemas.microsoft.com/office/drawing/2014/main" id="{F565810B-C38A-7C5C-DF4A-3AA5A17ACAD9}"/>
              </a:ext>
            </a:extLst>
          </p:cNvPr>
          <p:cNvSpPr txBox="1"/>
          <p:nvPr/>
        </p:nvSpPr>
        <p:spPr bwMode="auto">
          <a:xfrm>
            <a:off x="6756645" y="2666755"/>
            <a:ext cx="13771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自動マージ</a:t>
            </a:r>
          </a:p>
        </p:txBody>
      </p:sp>
      <p:sp>
        <p:nvSpPr>
          <p:cNvPr id="67" name="テキスト ボックス 66">
            <a:extLst>
              <a:ext uri="{FF2B5EF4-FFF2-40B4-BE49-F238E27FC236}">
                <a16:creationId xmlns:a16="http://schemas.microsoft.com/office/drawing/2014/main" id="{7444C727-3B0F-1E73-1876-7055097D5159}"/>
              </a:ext>
            </a:extLst>
          </p:cNvPr>
          <p:cNvSpPr txBox="1"/>
          <p:nvPr/>
        </p:nvSpPr>
        <p:spPr bwMode="auto">
          <a:xfrm>
            <a:off x="6756645" y="3717914"/>
            <a:ext cx="13771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自動マージ</a:t>
            </a:r>
          </a:p>
        </p:txBody>
      </p:sp>
      <p:sp>
        <p:nvSpPr>
          <p:cNvPr id="68" name="テキスト ボックス 67">
            <a:extLst>
              <a:ext uri="{FF2B5EF4-FFF2-40B4-BE49-F238E27FC236}">
                <a16:creationId xmlns:a16="http://schemas.microsoft.com/office/drawing/2014/main" id="{AB53A389-031B-EF30-4701-8C4A503B9138}"/>
              </a:ext>
            </a:extLst>
          </p:cNvPr>
          <p:cNvSpPr txBox="1"/>
          <p:nvPr/>
        </p:nvSpPr>
        <p:spPr bwMode="auto">
          <a:xfrm>
            <a:off x="6756645" y="4760776"/>
            <a:ext cx="13771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自動マージ</a:t>
            </a:r>
          </a:p>
        </p:txBody>
      </p:sp>
      <p:sp>
        <p:nvSpPr>
          <p:cNvPr id="69" name="テキスト ボックス 68">
            <a:extLst>
              <a:ext uri="{FF2B5EF4-FFF2-40B4-BE49-F238E27FC236}">
                <a16:creationId xmlns:a16="http://schemas.microsoft.com/office/drawing/2014/main" id="{3ED2D831-6256-6272-378F-71BB32597F50}"/>
              </a:ext>
            </a:extLst>
          </p:cNvPr>
          <p:cNvSpPr txBox="1"/>
          <p:nvPr/>
        </p:nvSpPr>
        <p:spPr bwMode="auto">
          <a:xfrm>
            <a:off x="1277930" y="2253585"/>
            <a:ext cx="226041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pptx</a:t>
            </a:r>
            <a:r>
              <a:rPr kumimoji="1" lang="ja-JP" altLang="en-US" sz="1800" kern="0">
                <a:latin typeface="BIZ UDPゴシック" panose="020B0400000000000000" pitchFamily="50" charset="-128"/>
                <a:ea typeface="BIZ UDPゴシック" panose="020B0400000000000000" pitchFamily="50" charset="-128"/>
              </a:rPr>
              <a:t>部品単位で</a:t>
            </a:r>
            <a:endParaRPr kumimoji="1" lang="en-US" altLang="ja-JP" sz="1800" kern="0">
              <a:latin typeface="BIZ UDPゴシック" panose="020B0400000000000000" pitchFamily="50" charset="-128"/>
              <a:ea typeface="BIZ UDPゴシック" panose="020B0400000000000000" pitchFamily="50" charset="-128"/>
            </a:endParaRPr>
          </a:p>
          <a:p>
            <a:pPr algn="l"/>
            <a:r>
              <a:rPr kumimoji="1" lang="ja-JP" altLang="en-US" sz="1800" kern="0">
                <a:latin typeface="BIZ UDPゴシック" panose="020B0400000000000000" pitchFamily="50" charset="-128"/>
                <a:ea typeface="BIZ UDPゴシック" panose="020B0400000000000000" pitchFamily="50" charset="-128"/>
              </a:rPr>
              <a:t>マスターとして管理</a:t>
            </a:r>
          </a:p>
        </p:txBody>
      </p:sp>
      <p:sp>
        <p:nvSpPr>
          <p:cNvPr id="71" name="テキスト ボックス 70">
            <a:extLst>
              <a:ext uri="{FF2B5EF4-FFF2-40B4-BE49-F238E27FC236}">
                <a16:creationId xmlns:a16="http://schemas.microsoft.com/office/drawing/2014/main" id="{404903E5-E380-9E48-1334-72DAF0242FF0}"/>
              </a:ext>
            </a:extLst>
          </p:cNvPr>
          <p:cNvSpPr txBox="1"/>
          <p:nvPr/>
        </p:nvSpPr>
        <p:spPr bwMode="auto">
          <a:xfrm>
            <a:off x="916918" y="1090464"/>
            <a:ext cx="1036365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marL="342900" indent="-342900" algn="l">
              <a:buFont typeface="Arial" panose="020B0604020202020204" pitchFamily="34" charset="0"/>
              <a:buChar char="•"/>
            </a:pPr>
            <a:r>
              <a:rPr kumimoji="1" lang="ja-JP" altLang="en-US" sz="2400" kern="0">
                <a:latin typeface="BIZ UDPゴシック" panose="020B0400000000000000" pitchFamily="50" charset="-128"/>
                <a:ea typeface="BIZ UDPゴシック" panose="020B0400000000000000" pitchFamily="50" charset="-128"/>
              </a:rPr>
              <a:t>部品を組み合わせて（マージして）自動的に完成版として構成する仕組み</a:t>
            </a:r>
            <a:endParaRPr kumimoji="1" lang="en-US" altLang="ja-JP" sz="2400" kern="0">
              <a:latin typeface="BIZ UDPゴシック" panose="020B0400000000000000" pitchFamily="50" charset="-128"/>
              <a:ea typeface="BIZ UDPゴシック" panose="020B0400000000000000" pitchFamily="50" charset="-128"/>
            </a:endParaRPr>
          </a:p>
          <a:p>
            <a:pPr marL="342900" indent="-342900" algn="l">
              <a:buFont typeface="Arial" panose="020B0604020202020204" pitchFamily="34" charset="0"/>
              <a:buChar char="•"/>
            </a:pPr>
            <a:r>
              <a:rPr kumimoji="1" lang="ja-JP" altLang="en-US" sz="2400" kern="0">
                <a:latin typeface="BIZ UDPゴシック" panose="020B0400000000000000" pitchFamily="50" charset="-128"/>
                <a:ea typeface="BIZ UDPゴシック" panose="020B0400000000000000" pitchFamily="50" charset="-128"/>
              </a:rPr>
              <a:t>マスターを更新するだけで各社向け完成版にも反映可能</a:t>
            </a:r>
            <a:endParaRPr kumimoji="1" lang="en-US" altLang="ja-JP" sz="2400" kern="0">
              <a:latin typeface="BIZ UDPゴシック" panose="020B0400000000000000" pitchFamily="50" charset="-128"/>
              <a:ea typeface="BIZ UDPゴシック" panose="020B0400000000000000" pitchFamily="50" charset="-128"/>
            </a:endParaRPr>
          </a:p>
        </p:txBody>
      </p:sp>
      <p:sp>
        <p:nvSpPr>
          <p:cNvPr id="7" name="テキスト ボックス 6">
            <a:extLst>
              <a:ext uri="{FF2B5EF4-FFF2-40B4-BE49-F238E27FC236}">
                <a16:creationId xmlns:a16="http://schemas.microsoft.com/office/drawing/2014/main" id="{CCB49AB0-787C-600A-E1C4-ECB720C0AC6E}"/>
              </a:ext>
            </a:extLst>
          </p:cNvPr>
          <p:cNvSpPr txBox="1"/>
          <p:nvPr/>
        </p:nvSpPr>
        <p:spPr bwMode="auto">
          <a:xfrm>
            <a:off x="8272611" y="5694857"/>
            <a:ext cx="279522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マージ後は編集しない</a:t>
            </a:r>
            <a:endParaRPr kumimoji="1" lang="en-US" altLang="ja-JP" sz="1800" kern="0">
              <a:latin typeface="BIZ UDPゴシック" panose="020B0400000000000000" pitchFamily="50" charset="-128"/>
              <a:ea typeface="BIZ UDPゴシック" panose="020B0400000000000000" pitchFamily="50" charset="-128"/>
            </a:endParaRPr>
          </a:p>
          <a:p>
            <a:pPr algn="l"/>
            <a:r>
              <a:rPr kumimoji="1" lang="ja-JP" altLang="en-US" sz="1800" kern="0">
                <a:latin typeface="BIZ UDPゴシック" panose="020B0400000000000000" pitchFamily="50" charset="-128"/>
                <a:ea typeface="BIZ UDPゴシック" panose="020B0400000000000000" pitchFamily="50" charset="-128"/>
              </a:rPr>
              <a:t>（ごく軽微な修正を除く）</a:t>
            </a:r>
          </a:p>
        </p:txBody>
      </p:sp>
      <p:sp>
        <p:nvSpPr>
          <p:cNvPr id="8" name="テキスト ボックス 7">
            <a:extLst>
              <a:ext uri="{FF2B5EF4-FFF2-40B4-BE49-F238E27FC236}">
                <a16:creationId xmlns:a16="http://schemas.microsoft.com/office/drawing/2014/main" id="{08D2D33F-1A53-D3F2-5940-A2A2F0B9A2A7}"/>
              </a:ext>
            </a:extLst>
          </p:cNvPr>
          <p:cNvSpPr txBox="1"/>
          <p:nvPr/>
        </p:nvSpPr>
        <p:spPr bwMode="auto">
          <a:xfrm>
            <a:off x="1143859" y="5694857"/>
            <a:ext cx="279522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更新は必ず部品マスター</a:t>
            </a:r>
            <a:endParaRPr kumimoji="1" lang="en-US" altLang="ja-JP" sz="1800" kern="0">
              <a:latin typeface="BIZ UDPゴシック" panose="020B0400000000000000" pitchFamily="50" charset="-128"/>
              <a:ea typeface="BIZ UDPゴシック" panose="020B0400000000000000" pitchFamily="50" charset="-128"/>
            </a:endParaRPr>
          </a:p>
          <a:p>
            <a:pPr algn="l"/>
            <a:r>
              <a:rPr kumimoji="1" lang="ja-JP" altLang="en-US" sz="1800" kern="0">
                <a:latin typeface="BIZ UDPゴシック" panose="020B0400000000000000" pitchFamily="50" charset="-128"/>
                <a:ea typeface="BIZ UDPゴシック" panose="020B0400000000000000" pitchFamily="50" charset="-128"/>
              </a:rPr>
              <a:t>に対して行う</a:t>
            </a:r>
          </a:p>
        </p:txBody>
      </p:sp>
    </p:spTree>
    <p:extLst>
      <p:ext uri="{BB962C8B-B14F-4D97-AF65-F5344CB8AC3E}">
        <p14:creationId xmlns:p14="http://schemas.microsoft.com/office/powerpoint/2010/main" val="3519806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6" name="exportrange">
            <a:extLst>
              <a:ext uri="{FF2B5EF4-FFF2-40B4-BE49-F238E27FC236}">
                <a16:creationId xmlns:a16="http://schemas.microsoft.com/office/drawing/2014/main" id="{F5ED6265-0DC8-1365-B618-99538A75315F}"/>
              </a:ext>
            </a:extLst>
          </p:cNvPr>
          <p:cNvSpPr/>
          <p:nvPr/>
        </p:nvSpPr>
        <p:spPr bwMode="auto">
          <a:xfrm>
            <a:off x="770640" y="980728"/>
            <a:ext cx="10581943" cy="5112568"/>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76" name="正方形/長方形 75">
            <a:extLst>
              <a:ext uri="{FF2B5EF4-FFF2-40B4-BE49-F238E27FC236}">
                <a16:creationId xmlns:a16="http://schemas.microsoft.com/office/drawing/2014/main" id="{2D280E14-6454-AA36-C781-E5C4266B0123}"/>
              </a:ext>
            </a:extLst>
          </p:cNvPr>
          <p:cNvSpPr/>
          <p:nvPr/>
        </p:nvSpPr>
        <p:spPr bwMode="auto">
          <a:xfrm>
            <a:off x="9142815" y="3976194"/>
            <a:ext cx="1584176" cy="577489"/>
          </a:xfrm>
          <a:prstGeom prst="rect">
            <a:avLst/>
          </a:prstGeom>
          <a:solidFill>
            <a:srgbClr val="CCECFF"/>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77" name="正方形/長方形 76">
            <a:extLst>
              <a:ext uri="{FF2B5EF4-FFF2-40B4-BE49-F238E27FC236}">
                <a16:creationId xmlns:a16="http://schemas.microsoft.com/office/drawing/2014/main" id="{FEC5FC33-47C1-D396-B788-7A259672076B}"/>
              </a:ext>
            </a:extLst>
          </p:cNvPr>
          <p:cNvSpPr/>
          <p:nvPr/>
        </p:nvSpPr>
        <p:spPr bwMode="auto">
          <a:xfrm>
            <a:off x="9142815" y="5077002"/>
            <a:ext cx="1584176" cy="577489"/>
          </a:xfrm>
          <a:prstGeom prst="rect">
            <a:avLst/>
          </a:prstGeom>
          <a:solidFill>
            <a:srgbClr val="FFCCFF"/>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42" name="正方形/長方形 41">
            <a:extLst>
              <a:ext uri="{FF2B5EF4-FFF2-40B4-BE49-F238E27FC236}">
                <a16:creationId xmlns:a16="http://schemas.microsoft.com/office/drawing/2014/main" id="{EA429F61-C407-CDE7-8053-C253DF01AB6D}"/>
              </a:ext>
            </a:extLst>
          </p:cNvPr>
          <p:cNvSpPr/>
          <p:nvPr/>
        </p:nvSpPr>
        <p:spPr bwMode="auto">
          <a:xfrm>
            <a:off x="2955221" y="3032559"/>
            <a:ext cx="1595755" cy="2756048"/>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lang="ja-JP" altLang="en-US"/>
              <a:t>自動マージするときに章・節番号を付与する</a:t>
            </a:r>
            <a:endParaRPr kumimoji="1" lang="ja-JP" altLang="en-US"/>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16" name="正方形/長方形 15">
            <a:extLst>
              <a:ext uri="{FF2B5EF4-FFF2-40B4-BE49-F238E27FC236}">
                <a16:creationId xmlns:a16="http://schemas.microsoft.com/office/drawing/2014/main" id="{5AA271D1-A2A5-607D-7D91-5FE90CAC1B77}"/>
              </a:ext>
            </a:extLst>
          </p:cNvPr>
          <p:cNvSpPr/>
          <p:nvPr/>
        </p:nvSpPr>
        <p:spPr bwMode="auto">
          <a:xfrm>
            <a:off x="3088202" y="3601487"/>
            <a:ext cx="1329796" cy="541006"/>
          </a:xfrm>
          <a:prstGeom prst="rect">
            <a:avLst/>
          </a:prstGeom>
          <a:solidFill>
            <a:srgbClr val="CCECFF"/>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r>
              <a:rPr lang="ja-JP" altLang="en-US" sz="1600" kern="0">
                <a:latin typeface="BIZ UDPゴシック" panose="020B0400000000000000" pitchFamily="50" charset="-128"/>
                <a:ea typeface="BIZ UDPゴシック" panose="020B0400000000000000" pitchFamily="50" charset="-128"/>
              </a:rPr>
              <a:t>Ａ項目</a:t>
            </a:r>
            <a:endParaRPr lang="en-US" altLang="ja-JP" sz="1600" kern="0">
              <a:latin typeface="BIZ UDPゴシック" panose="020B0400000000000000" pitchFamily="50" charset="-128"/>
              <a:ea typeface="BIZ UDPゴシック" panose="020B0400000000000000" pitchFamily="50" charset="-128"/>
            </a:endParaRPr>
          </a:p>
          <a:p>
            <a:r>
              <a:rPr lang="ja-JP" altLang="en-US" sz="1600" kern="0">
                <a:latin typeface="BIZ UDPゴシック" panose="020B0400000000000000" pitchFamily="50" charset="-128"/>
                <a:ea typeface="BIZ UDPゴシック" panose="020B0400000000000000" pitchFamily="50" charset="-128"/>
              </a:rPr>
              <a:t>Ｂ項目</a:t>
            </a:r>
            <a:endParaRPr lang="en-US" altLang="ja-JP" sz="1600" kern="0">
              <a:latin typeface="BIZ UDPゴシック" panose="020B0400000000000000" pitchFamily="50" charset="-128"/>
              <a:ea typeface="BIZ UDPゴシック" panose="020B0400000000000000" pitchFamily="50" charset="-128"/>
            </a:endParaRPr>
          </a:p>
        </p:txBody>
      </p:sp>
      <p:sp>
        <p:nvSpPr>
          <p:cNvPr id="18" name="正方形/長方形 17">
            <a:extLst>
              <a:ext uri="{FF2B5EF4-FFF2-40B4-BE49-F238E27FC236}">
                <a16:creationId xmlns:a16="http://schemas.microsoft.com/office/drawing/2014/main" id="{C529E1B0-1520-F73F-28CC-A0BC734CEDAC}"/>
              </a:ext>
            </a:extLst>
          </p:cNvPr>
          <p:cNvSpPr/>
          <p:nvPr/>
        </p:nvSpPr>
        <p:spPr bwMode="auto">
          <a:xfrm>
            <a:off x="3088201" y="4213029"/>
            <a:ext cx="1329796" cy="541006"/>
          </a:xfrm>
          <a:prstGeom prst="rect">
            <a:avLst/>
          </a:prstGeom>
          <a:solidFill>
            <a:srgbClr val="FFCCFF"/>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r>
              <a:rPr lang="ja-JP" altLang="en-US" sz="1600" kern="0">
                <a:latin typeface="BIZ UDPゴシック" panose="020B0400000000000000" pitchFamily="50" charset="-128"/>
                <a:ea typeface="BIZ UDPゴシック" panose="020B0400000000000000" pitchFamily="50" charset="-128"/>
              </a:rPr>
              <a:t>Ｃ項目</a:t>
            </a:r>
            <a:endParaRPr lang="en-US" altLang="ja-JP" sz="1600" kern="0">
              <a:latin typeface="BIZ UDPゴシック" panose="020B0400000000000000" pitchFamily="50" charset="-128"/>
              <a:ea typeface="BIZ UDPゴシック" panose="020B0400000000000000" pitchFamily="50" charset="-128"/>
            </a:endParaRPr>
          </a:p>
          <a:p>
            <a:r>
              <a:rPr lang="ja-JP" altLang="en-US" sz="1600" kern="0">
                <a:latin typeface="BIZ UDPゴシック" panose="020B0400000000000000" pitchFamily="50" charset="-128"/>
                <a:ea typeface="BIZ UDPゴシック" panose="020B0400000000000000" pitchFamily="50" charset="-128"/>
              </a:rPr>
              <a:t>Ｄ項目</a:t>
            </a:r>
            <a:endParaRPr kumimoji="1" lang="ja-JP" altLang="en-US" sz="16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0" name="正方形/長方形 19">
            <a:extLst>
              <a:ext uri="{FF2B5EF4-FFF2-40B4-BE49-F238E27FC236}">
                <a16:creationId xmlns:a16="http://schemas.microsoft.com/office/drawing/2014/main" id="{9B8B2D08-BF19-0BA3-F3FE-5AD244C7C5B3}"/>
              </a:ext>
            </a:extLst>
          </p:cNvPr>
          <p:cNvSpPr/>
          <p:nvPr/>
        </p:nvSpPr>
        <p:spPr bwMode="auto">
          <a:xfrm>
            <a:off x="3088202" y="3155549"/>
            <a:ext cx="1329796" cy="370361"/>
          </a:xfrm>
          <a:prstGeom prst="rect">
            <a:avLst/>
          </a:prstGeom>
          <a:solidFill>
            <a:srgbClr val="99FFCC"/>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3" name="正方形/長方形 22">
            <a:extLst>
              <a:ext uri="{FF2B5EF4-FFF2-40B4-BE49-F238E27FC236}">
                <a16:creationId xmlns:a16="http://schemas.microsoft.com/office/drawing/2014/main" id="{766BDABA-8005-7794-4BF8-EB5E368E68D2}"/>
              </a:ext>
            </a:extLst>
          </p:cNvPr>
          <p:cNvSpPr/>
          <p:nvPr/>
        </p:nvSpPr>
        <p:spPr bwMode="auto">
          <a:xfrm>
            <a:off x="3088202" y="4849163"/>
            <a:ext cx="1329796" cy="370361"/>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5" name="正方形/長方形 24">
            <a:extLst>
              <a:ext uri="{FF2B5EF4-FFF2-40B4-BE49-F238E27FC236}">
                <a16:creationId xmlns:a16="http://schemas.microsoft.com/office/drawing/2014/main" id="{3DD50E33-B9D9-F7F2-C137-06AE6B971AA4}"/>
              </a:ext>
            </a:extLst>
          </p:cNvPr>
          <p:cNvSpPr/>
          <p:nvPr/>
        </p:nvSpPr>
        <p:spPr bwMode="auto">
          <a:xfrm>
            <a:off x="3092352" y="5295214"/>
            <a:ext cx="1329796" cy="370361"/>
          </a:xfrm>
          <a:prstGeom prst="rect">
            <a:avLst/>
          </a:prstGeom>
          <a:solidFill>
            <a:srgbClr val="FFC0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4" name="正方形/長方形 3">
            <a:extLst>
              <a:ext uri="{FF2B5EF4-FFF2-40B4-BE49-F238E27FC236}">
                <a16:creationId xmlns:a16="http://schemas.microsoft.com/office/drawing/2014/main" id="{2C4888BB-B62B-EF45-4AE1-132112A9B4CA}"/>
              </a:ext>
            </a:extLst>
          </p:cNvPr>
          <p:cNvSpPr/>
          <p:nvPr/>
        </p:nvSpPr>
        <p:spPr bwMode="auto">
          <a:xfrm>
            <a:off x="5013239" y="3504771"/>
            <a:ext cx="3196518" cy="1203230"/>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24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マージ仕様書</a:t>
            </a:r>
            <a:endParaRPr kumimoji="1" lang="en-US" altLang="ja-JP" sz="24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endParaRPr>
          </a:p>
          <a:p>
            <a:pPr marL="342900" marR="0" indent="-342900" defTabSz="914400" rtl="0" eaLnBrk="1" fontAlgn="base" latinLnBrk="0" hangingPunct="1">
              <a:lnSpc>
                <a:spcPct val="100000"/>
              </a:lnSpc>
              <a:spcBef>
                <a:spcPct val="0"/>
              </a:spcBef>
              <a:spcAft>
                <a:spcPct val="0"/>
              </a:spcAft>
              <a:buClrTx/>
              <a:buSzTx/>
              <a:buFont typeface="Arial" panose="020B0604020202020204" pitchFamily="34" charset="0"/>
              <a:buChar char="•"/>
              <a:tabLst/>
            </a:pPr>
            <a:r>
              <a:rPr kumimoji="1" lang="ja-JP" altLang="en-US"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使用する部品の指定</a:t>
            </a:r>
            <a:endParaRPr kumimoji="1" lang="en-US" altLang="ja-JP"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endParaRPr>
          </a:p>
          <a:p>
            <a:pPr marL="342900" marR="0" indent="-342900" defTabSz="914400" rtl="0" eaLnBrk="1" fontAlgn="base" latinLnBrk="0" hangingPunct="1">
              <a:lnSpc>
                <a:spcPct val="100000"/>
              </a:lnSpc>
              <a:spcBef>
                <a:spcPct val="0"/>
              </a:spcBef>
              <a:spcAft>
                <a:spcPct val="0"/>
              </a:spcAft>
              <a:buClrTx/>
              <a:buSzTx/>
              <a:buFont typeface="Arial" panose="020B0604020202020204" pitchFamily="34" charset="0"/>
              <a:buChar char="•"/>
              <a:tabLst/>
            </a:pPr>
            <a:r>
              <a:rPr kumimoji="1" lang="ja-JP" altLang="en-US"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章・節番号の指示</a:t>
            </a: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cxnSp>
        <p:nvCxnSpPr>
          <p:cNvPr id="44" name="直線矢印コネクタ 43">
            <a:extLst>
              <a:ext uri="{FF2B5EF4-FFF2-40B4-BE49-F238E27FC236}">
                <a16:creationId xmlns:a16="http://schemas.microsoft.com/office/drawing/2014/main" id="{85F7FCE7-2796-E34F-A961-6FDEED087D6D}"/>
              </a:ext>
            </a:extLst>
          </p:cNvPr>
          <p:cNvCxnSpPr>
            <a:cxnSpLocks/>
          </p:cNvCxnSpPr>
          <p:nvPr/>
        </p:nvCxnSpPr>
        <p:spPr bwMode="auto">
          <a:xfrm>
            <a:off x="4550976" y="4742159"/>
            <a:ext cx="4364778" cy="0"/>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69" name="テキスト ボックス 68">
            <a:extLst>
              <a:ext uri="{FF2B5EF4-FFF2-40B4-BE49-F238E27FC236}">
                <a16:creationId xmlns:a16="http://schemas.microsoft.com/office/drawing/2014/main" id="{3ED2D831-6256-6272-378F-71BB32597F50}"/>
              </a:ext>
            </a:extLst>
          </p:cNvPr>
          <p:cNvSpPr txBox="1"/>
          <p:nvPr/>
        </p:nvSpPr>
        <p:spPr bwMode="auto">
          <a:xfrm>
            <a:off x="2734628" y="2227695"/>
            <a:ext cx="226041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pptx</a:t>
            </a:r>
            <a:r>
              <a:rPr kumimoji="1" lang="ja-JP" altLang="en-US" sz="1800" kern="0">
                <a:latin typeface="BIZ UDPゴシック" panose="020B0400000000000000" pitchFamily="50" charset="-128"/>
                <a:ea typeface="BIZ UDPゴシック" panose="020B0400000000000000" pitchFamily="50" charset="-128"/>
              </a:rPr>
              <a:t>部品単位で</a:t>
            </a:r>
            <a:endParaRPr kumimoji="1" lang="en-US" altLang="ja-JP" sz="1800" kern="0">
              <a:latin typeface="BIZ UDPゴシック" panose="020B0400000000000000" pitchFamily="50" charset="-128"/>
              <a:ea typeface="BIZ UDPゴシック" panose="020B0400000000000000" pitchFamily="50" charset="-128"/>
            </a:endParaRPr>
          </a:p>
          <a:p>
            <a:pPr algn="l"/>
            <a:r>
              <a:rPr kumimoji="1" lang="ja-JP" altLang="en-US" sz="1800" kern="0">
                <a:latin typeface="BIZ UDPゴシック" panose="020B0400000000000000" pitchFamily="50" charset="-128"/>
                <a:ea typeface="BIZ UDPゴシック" panose="020B0400000000000000" pitchFamily="50" charset="-128"/>
              </a:rPr>
              <a:t>マスターとして管理</a:t>
            </a:r>
          </a:p>
        </p:txBody>
      </p:sp>
      <p:sp>
        <p:nvSpPr>
          <p:cNvPr id="71" name="テキスト ボックス 70">
            <a:extLst>
              <a:ext uri="{FF2B5EF4-FFF2-40B4-BE49-F238E27FC236}">
                <a16:creationId xmlns:a16="http://schemas.microsoft.com/office/drawing/2014/main" id="{404903E5-E380-9E48-1334-72DAF0242FF0}"/>
              </a:ext>
            </a:extLst>
          </p:cNvPr>
          <p:cNvSpPr txBox="1"/>
          <p:nvPr/>
        </p:nvSpPr>
        <p:spPr bwMode="auto">
          <a:xfrm>
            <a:off x="916918" y="1028967"/>
            <a:ext cx="1036365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marL="342900" indent="-342900" algn="l">
              <a:buFont typeface="Arial" panose="020B0604020202020204" pitchFamily="34" charset="0"/>
              <a:buChar char="•"/>
            </a:pPr>
            <a:r>
              <a:rPr kumimoji="1" lang="ja-JP" altLang="en-US" sz="2400" kern="0">
                <a:latin typeface="BIZ UDPゴシック" panose="020B0400000000000000" pitchFamily="50" charset="-128"/>
                <a:ea typeface="BIZ UDPゴシック" panose="020B0400000000000000" pitchFamily="50" charset="-128"/>
              </a:rPr>
              <a:t>自動マージプログラムで章・節番号を付与する</a:t>
            </a:r>
            <a:endParaRPr kumimoji="1" lang="en-US" altLang="ja-JP" sz="2400" kern="0">
              <a:latin typeface="BIZ UDPゴシック" panose="020B0400000000000000" pitchFamily="50" charset="-128"/>
              <a:ea typeface="BIZ UDPゴシック" panose="020B0400000000000000" pitchFamily="50" charset="-128"/>
            </a:endParaRPr>
          </a:p>
          <a:p>
            <a:pPr marL="342900" indent="-342900" algn="l">
              <a:buFont typeface="Arial" panose="020B0604020202020204" pitchFamily="34" charset="0"/>
              <a:buChar char="•"/>
            </a:pPr>
            <a:r>
              <a:rPr kumimoji="1" lang="ja-JP" altLang="en-US" sz="2400" kern="0">
                <a:latin typeface="BIZ UDPゴシック" panose="020B0400000000000000" pitchFamily="50" charset="-128"/>
                <a:ea typeface="BIZ UDPゴシック" panose="020B0400000000000000" pitchFamily="50" charset="-128"/>
              </a:rPr>
              <a:t>たとえば部品単位で「章」を構成できる</a:t>
            </a:r>
            <a:endParaRPr kumimoji="1" lang="en-US" altLang="ja-JP" sz="2400" kern="0">
              <a:latin typeface="BIZ UDPゴシック" panose="020B0400000000000000" pitchFamily="50" charset="-128"/>
              <a:ea typeface="BIZ UDPゴシック" panose="020B0400000000000000" pitchFamily="50" charset="-128"/>
            </a:endParaRPr>
          </a:p>
        </p:txBody>
      </p:sp>
      <p:sp>
        <p:nvSpPr>
          <p:cNvPr id="75" name="テキスト ボックス 74">
            <a:extLst>
              <a:ext uri="{FF2B5EF4-FFF2-40B4-BE49-F238E27FC236}">
                <a16:creationId xmlns:a16="http://schemas.microsoft.com/office/drawing/2014/main" id="{F97902AE-363F-F7C6-E1CA-A24891DCE02A}"/>
              </a:ext>
            </a:extLst>
          </p:cNvPr>
          <p:cNvSpPr txBox="1"/>
          <p:nvPr/>
        </p:nvSpPr>
        <p:spPr bwMode="auto">
          <a:xfrm>
            <a:off x="8915755" y="3645024"/>
            <a:ext cx="2210176" cy="212595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noAutofit/>
          </a:bodyPr>
          <a:lstStyle/>
          <a:p>
            <a:r>
              <a:rPr lang="en-US" altLang="ja-JP" sz="1800" kern="0">
                <a:latin typeface="BIZ UDPゴシック" panose="020B0400000000000000" pitchFamily="50" charset="-128"/>
                <a:ea typeface="BIZ UDPゴシック" panose="020B0400000000000000" pitchFamily="50" charset="-128"/>
              </a:rPr>
              <a:t>1</a:t>
            </a:r>
            <a:r>
              <a:rPr lang="ja-JP" altLang="en-US" sz="1800" kern="0">
                <a:latin typeface="BIZ UDPゴシック" panose="020B0400000000000000" pitchFamily="50" charset="-128"/>
                <a:ea typeface="BIZ UDPゴシック" panose="020B0400000000000000" pitchFamily="50" charset="-128"/>
              </a:rPr>
              <a:t>章 ・・・・・</a:t>
            </a:r>
            <a:endParaRPr lang="en-US" altLang="ja-JP" sz="1800" kern="0">
              <a:latin typeface="BIZ UDPゴシック" panose="020B0400000000000000" pitchFamily="50" charset="-128"/>
              <a:ea typeface="BIZ UDPゴシック" panose="020B0400000000000000" pitchFamily="50" charset="-128"/>
            </a:endParaRPr>
          </a:p>
          <a:p>
            <a:r>
              <a:rPr lang="ja-JP" altLang="en-US" sz="1800" kern="0">
                <a:latin typeface="BIZ UDPゴシック" panose="020B0400000000000000" pitchFamily="50" charset="-128"/>
                <a:ea typeface="BIZ UDPゴシック" panose="020B0400000000000000" pitchFamily="50" charset="-128"/>
              </a:rPr>
              <a:t>　</a:t>
            </a:r>
            <a:r>
              <a:rPr lang="en-US" altLang="ja-JP" sz="1800" kern="0">
                <a:latin typeface="BIZ UDPゴシック" panose="020B0400000000000000" pitchFamily="50" charset="-128"/>
                <a:ea typeface="BIZ UDPゴシック" panose="020B0400000000000000" pitchFamily="50" charset="-128"/>
              </a:rPr>
              <a:t>1.1</a:t>
            </a:r>
            <a:r>
              <a:rPr lang="ja-JP" altLang="en-US" sz="1800" kern="0">
                <a:latin typeface="BIZ UDPゴシック" panose="020B0400000000000000" pitchFamily="50" charset="-128"/>
                <a:ea typeface="BIZ UDPゴシック" panose="020B0400000000000000" pitchFamily="50" charset="-128"/>
              </a:rPr>
              <a:t>節　Ａ項目</a:t>
            </a:r>
            <a:endParaRPr lang="en-US" altLang="ja-JP" sz="1800" kern="0">
              <a:latin typeface="BIZ UDPゴシック" panose="020B0400000000000000" pitchFamily="50" charset="-128"/>
              <a:ea typeface="BIZ UDPゴシック" panose="020B0400000000000000" pitchFamily="50" charset="-128"/>
            </a:endParaRPr>
          </a:p>
          <a:p>
            <a:r>
              <a:rPr lang="ja-JP" altLang="en-US" sz="1800" kern="0">
                <a:latin typeface="BIZ UDPゴシック" panose="020B0400000000000000" pitchFamily="50" charset="-128"/>
                <a:ea typeface="BIZ UDPゴシック" panose="020B0400000000000000" pitchFamily="50" charset="-128"/>
              </a:rPr>
              <a:t>　</a:t>
            </a:r>
            <a:r>
              <a:rPr lang="en-US" altLang="ja-JP" sz="1800" kern="0">
                <a:latin typeface="BIZ UDPゴシック" panose="020B0400000000000000" pitchFamily="50" charset="-128"/>
                <a:ea typeface="BIZ UDPゴシック" panose="020B0400000000000000" pitchFamily="50" charset="-128"/>
              </a:rPr>
              <a:t>1.2</a:t>
            </a:r>
            <a:r>
              <a:rPr lang="ja-JP" altLang="en-US" sz="1800" kern="0">
                <a:latin typeface="BIZ UDPゴシック" panose="020B0400000000000000" pitchFamily="50" charset="-128"/>
                <a:ea typeface="BIZ UDPゴシック" panose="020B0400000000000000" pitchFamily="50" charset="-128"/>
              </a:rPr>
              <a:t>節　Ｂ項目</a:t>
            </a:r>
            <a:endParaRPr lang="en-US" altLang="ja-JP" sz="1800" kern="0">
              <a:latin typeface="BIZ UDPゴシック" panose="020B0400000000000000" pitchFamily="50" charset="-128"/>
              <a:ea typeface="BIZ UDPゴシック" panose="020B0400000000000000" pitchFamily="50" charset="-128"/>
            </a:endParaRPr>
          </a:p>
          <a:p>
            <a:endParaRPr lang="en-US" altLang="ja-JP" sz="1800" kern="0">
              <a:latin typeface="BIZ UDPゴシック" panose="020B0400000000000000" pitchFamily="50" charset="-128"/>
              <a:ea typeface="BIZ UDPゴシック" panose="020B0400000000000000" pitchFamily="50" charset="-128"/>
            </a:endParaRPr>
          </a:p>
          <a:p>
            <a:r>
              <a:rPr lang="en-US" altLang="ja-JP" sz="1800" kern="0">
                <a:latin typeface="BIZ UDPゴシック" panose="020B0400000000000000" pitchFamily="50" charset="-128"/>
                <a:ea typeface="BIZ UDPゴシック" panose="020B0400000000000000" pitchFamily="50" charset="-128"/>
              </a:rPr>
              <a:t>2</a:t>
            </a:r>
            <a:r>
              <a:rPr lang="ja-JP" altLang="en-US" sz="1800" kern="0">
                <a:latin typeface="BIZ UDPゴシック" panose="020B0400000000000000" pitchFamily="50" charset="-128"/>
                <a:ea typeface="BIZ UDPゴシック" panose="020B0400000000000000" pitchFamily="50" charset="-128"/>
              </a:rPr>
              <a:t>章 ・・・・・</a:t>
            </a:r>
            <a:endParaRPr lang="en-US" altLang="ja-JP" sz="1800" kern="0">
              <a:latin typeface="BIZ UDPゴシック" panose="020B0400000000000000" pitchFamily="50" charset="-128"/>
              <a:ea typeface="BIZ UDPゴシック" panose="020B0400000000000000" pitchFamily="50" charset="-128"/>
            </a:endParaRPr>
          </a:p>
          <a:p>
            <a:r>
              <a:rPr lang="ja-JP" altLang="en-US" sz="1800" kern="0">
                <a:latin typeface="BIZ UDPゴシック" panose="020B0400000000000000" pitchFamily="50" charset="-128"/>
                <a:ea typeface="BIZ UDPゴシック" panose="020B0400000000000000" pitchFamily="50" charset="-128"/>
              </a:rPr>
              <a:t>　</a:t>
            </a:r>
            <a:r>
              <a:rPr lang="en-US" altLang="ja-JP" sz="1800" kern="0">
                <a:latin typeface="BIZ UDPゴシック" panose="020B0400000000000000" pitchFamily="50" charset="-128"/>
                <a:ea typeface="BIZ UDPゴシック" panose="020B0400000000000000" pitchFamily="50" charset="-128"/>
              </a:rPr>
              <a:t>2.1</a:t>
            </a:r>
            <a:r>
              <a:rPr lang="ja-JP" altLang="en-US" sz="1800" kern="0">
                <a:latin typeface="BIZ UDPゴシック" panose="020B0400000000000000" pitchFamily="50" charset="-128"/>
                <a:ea typeface="BIZ UDPゴシック" panose="020B0400000000000000" pitchFamily="50" charset="-128"/>
              </a:rPr>
              <a:t>節　Ｃ項目</a:t>
            </a:r>
            <a:endParaRPr lang="en-US" altLang="ja-JP" sz="1800" kern="0">
              <a:latin typeface="BIZ UDPゴシック" panose="020B0400000000000000" pitchFamily="50" charset="-128"/>
              <a:ea typeface="BIZ UDPゴシック" panose="020B0400000000000000" pitchFamily="50" charset="-128"/>
            </a:endParaRPr>
          </a:p>
          <a:p>
            <a:r>
              <a:rPr lang="ja-JP" altLang="en-US" sz="1800" kern="0">
                <a:latin typeface="BIZ UDPゴシック" panose="020B0400000000000000" pitchFamily="50" charset="-128"/>
                <a:ea typeface="BIZ UDPゴシック" panose="020B0400000000000000" pitchFamily="50" charset="-128"/>
              </a:rPr>
              <a:t>　</a:t>
            </a:r>
            <a:r>
              <a:rPr lang="en-US" altLang="ja-JP" sz="1800" kern="0">
                <a:latin typeface="BIZ UDPゴシック" panose="020B0400000000000000" pitchFamily="50" charset="-128"/>
                <a:ea typeface="BIZ UDPゴシック" panose="020B0400000000000000" pitchFamily="50" charset="-128"/>
              </a:rPr>
              <a:t>2.2</a:t>
            </a:r>
            <a:r>
              <a:rPr lang="ja-JP" altLang="en-US" sz="1800" kern="0">
                <a:latin typeface="BIZ UDPゴシック" panose="020B0400000000000000" pitchFamily="50" charset="-128"/>
                <a:ea typeface="BIZ UDPゴシック" panose="020B0400000000000000" pitchFamily="50" charset="-128"/>
              </a:rPr>
              <a:t>節　Ｄ項目</a:t>
            </a:r>
            <a:endParaRPr lang="en-US" altLang="ja-JP" sz="1800" kern="0">
              <a:latin typeface="BIZ UDPゴシック" panose="020B0400000000000000" pitchFamily="50" charset="-128"/>
              <a:ea typeface="BIZ UDPゴシック" panose="020B0400000000000000" pitchFamily="50" charset="-128"/>
            </a:endParaRPr>
          </a:p>
        </p:txBody>
      </p:sp>
      <p:sp>
        <p:nvSpPr>
          <p:cNvPr id="5" name="テキスト ボックス 4">
            <a:extLst>
              <a:ext uri="{FF2B5EF4-FFF2-40B4-BE49-F238E27FC236}">
                <a16:creationId xmlns:a16="http://schemas.microsoft.com/office/drawing/2014/main" id="{8AB0454B-0A80-B152-952A-C086311FA336}"/>
              </a:ext>
            </a:extLst>
          </p:cNvPr>
          <p:cNvSpPr txBox="1"/>
          <p:nvPr/>
        </p:nvSpPr>
        <p:spPr bwMode="auto">
          <a:xfrm>
            <a:off x="1080237" y="3907352"/>
            <a:ext cx="194147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部品側には番号</a:t>
            </a:r>
            <a:endParaRPr kumimoji="1" lang="en-US" altLang="ja-JP" sz="1800" kern="0">
              <a:latin typeface="BIZ UDPゴシック" panose="020B0400000000000000" pitchFamily="50" charset="-128"/>
              <a:ea typeface="BIZ UDPゴシック" panose="020B0400000000000000" pitchFamily="50" charset="-128"/>
            </a:endParaRPr>
          </a:p>
          <a:p>
            <a:pPr algn="l"/>
            <a:r>
              <a:rPr kumimoji="1" lang="ja-JP" altLang="en-US" sz="1800" kern="0">
                <a:latin typeface="BIZ UDPゴシック" panose="020B0400000000000000" pitchFamily="50" charset="-128"/>
                <a:ea typeface="BIZ UDPゴシック" panose="020B0400000000000000" pitchFamily="50" charset="-128"/>
              </a:rPr>
              <a:t>付与しない</a:t>
            </a:r>
          </a:p>
        </p:txBody>
      </p:sp>
      <p:sp>
        <p:nvSpPr>
          <p:cNvPr id="7" name="テキスト ボックス 6">
            <a:extLst>
              <a:ext uri="{FF2B5EF4-FFF2-40B4-BE49-F238E27FC236}">
                <a16:creationId xmlns:a16="http://schemas.microsoft.com/office/drawing/2014/main" id="{70255D22-F972-7CBB-AA15-5D7513219D70}"/>
              </a:ext>
            </a:extLst>
          </p:cNvPr>
          <p:cNvSpPr txBox="1"/>
          <p:nvPr/>
        </p:nvSpPr>
        <p:spPr bwMode="auto">
          <a:xfrm>
            <a:off x="8734502" y="2547060"/>
            <a:ext cx="257268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マージ時に番号付与するので各社向けの構成違いに対応できる</a:t>
            </a:r>
          </a:p>
        </p:txBody>
      </p:sp>
    </p:spTree>
    <p:extLst>
      <p:ext uri="{BB962C8B-B14F-4D97-AF65-F5344CB8AC3E}">
        <p14:creationId xmlns:p14="http://schemas.microsoft.com/office/powerpoint/2010/main" val="2451224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5" name="exportrange">
            <a:extLst>
              <a:ext uri="{FF2B5EF4-FFF2-40B4-BE49-F238E27FC236}">
                <a16:creationId xmlns:a16="http://schemas.microsoft.com/office/drawing/2014/main" id="{94F9EB1B-7F3E-A448-7871-3E5EA051E2AA}"/>
              </a:ext>
            </a:extLst>
          </p:cNvPr>
          <p:cNvSpPr/>
          <p:nvPr/>
        </p:nvSpPr>
        <p:spPr bwMode="auto">
          <a:xfrm>
            <a:off x="876508" y="944724"/>
            <a:ext cx="10620091" cy="4140460"/>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42" name="正方形/長方形 41">
            <a:extLst>
              <a:ext uri="{FF2B5EF4-FFF2-40B4-BE49-F238E27FC236}">
                <a16:creationId xmlns:a16="http://schemas.microsoft.com/office/drawing/2014/main" id="{EA429F61-C407-CDE7-8053-C253DF01AB6D}"/>
              </a:ext>
            </a:extLst>
          </p:cNvPr>
          <p:cNvSpPr/>
          <p:nvPr/>
        </p:nvSpPr>
        <p:spPr bwMode="auto">
          <a:xfrm>
            <a:off x="1061449" y="3163722"/>
            <a:ext cx="2730294" cy="1555716"/>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50000"/>
              </a:lnSpc>
              <a:spcBef>
                <a:spcPct val="0"/>
              </a:spcBef>
              <a:spcAft>
                <a:spcPct val="0"/>
              </a:spcAft>
              <a:buClrTx/>
              <a:buSzTx/>
              <a:buFontTx/>
              <a:buNone/>
              <a:tabLst/>
            </a:pPr>
            <a:r>
              <a:rPr kumimoji="1" lang="ja-JP" altLang="en-US"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客層： </a:t>
            </a:r>
            <a:r>
              <a:rPr kumimoji="1" lang="en-US" altLang="ja-JP"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{{TARGET}}</a:t>
            </a:r>
          </a:p>
          <a:p>
            <a:pPr marL="0" marR="0" indent="0" defTabSz="914400" rtl="0" eaLnBrk="1" fontAlgn="base" latinLnBrk="0" hangingPunct="1">
              <a:lnSpc>
                <a:spcPct val="150000"/>
              </a:lnSpc>
              <a:spcBef>
                <a:spcPct val="0"/>
              </a:spcBef>
              <a:spcAft>
                <a:spcPct val="0"/>
              </a:spcAft>
              <a:buClrTx/>
              <a:buSzTx/>
              <a:buFontTx/>
              <a:buNone/>
              <a:tabLst/>
            </a:pPr>
            <a:r>
              <a:rPr kumimoji="1" lang="ja-JP" altLang="en-US"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主力商品： ｛｛</a:t>
            </a:r>
            <a:r>
              <a:rPr kumimoji="1" lang="en-US" altLang="ja-JP"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PLAN</a:t>
            </a:r>
            <a:r>
              <a:rPr kumimoji="1" lang="ja-JP" altLang="en-US"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a:t>
            </a: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lang="ja-JP" altLang="en-US"/>
              <a:t>補助機能：変数置換</a:t>
            </a:r>
            <a:endParaRPr kumimoji="1" lang="ja-JP" altLang="en-US"/>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4" name="正方形/長方形 3">
            <a:extLst>
              <a:ext uri="{FF2B5EF4-FFF2-40B4-BE49-F238E27FC236}">
                <a16:creationId xmlns:a16="http://schemas.microsoft.com/office/drawing/2014/main" id="{2C4888BB-B62B-EF45-4AE1-132112A9B4CA}"/>
              </a:ext>
            </a:extLst>
          </p:cNvPr>
          <p:cNvSpPr/>
          <p:nvPr/>
        </p:nvSpPr>
        <p:spPr bwMode="auto">
          <a:xfrm>
            <a:off x="4373588" y="3035768"/>
            <a:ext cx="3196518" cy="1203230"/>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24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マージ仕様書</a:t>
            </a:r>
            <a:endParaRPr kumimoji="1" lang="en-US" altLang="ja-JP" sz="24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endParaRPr>
          </a:p>
          <a:p>
            <a:pPr marR="0" defTabSz="914400" rtl="0" eaLnBrk="1" fontAlgn="base" latinLnBrk="0" hangingPunct="1">
              <a:lnSpc>
                <a:spcPct val="100000"/>
              </a:lnSpc>
              <a:spcBef>
                <a:spcPct val="0"/>
              </a:spcBef>
              <a:spcAft>
                <a:spcPct val="0"/>
              </a:spcAft>
              <a:buClrTx/>
              <a:buSzTx/>
              <a:tabLst/>
            </a:pPr>
            <a:r>
              <a:rPr kumimoji="1" lang="en-US" altLang="ja-JP"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TARGET=20</a:t>
            </a:r>
            <a:r>
              <a:rPr kumimoji="1" lang="ja-JP" altLang="en-US"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代女性</a:t>
            </a:r>
            <a:endParaRPr kumimoji="1" lang="en-US" altLang="ja-JP"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endParaRPr>
          </a:p>
          <a:p>
            <a:pPr marR="0" defTabSz="914400" rtl="0" eaLnBrk="1" fontAlgn="base" latinLnBrk="0" hangingPunct="1">
              <a:lnSpc>
                <a:spcPct val="100000"/>
              </a:lnSpc>
              <a:spcBef>
                <a:spcPct val="0"/>
              </a:spcBef>
              <a:spcAft>
                <a:spcPct val="0"/>
              </a:spcAft>
              <a:buClrTx/>
              <a:buSzTx/>
              <a:tabLst/>
            </a:pPr>
            <a:r>
              <a:rPr kumimoji="1" lang="en-US" altLang="ja-JP"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PLAN</a:t>
            </a:r>
            <a:r>
              <a:rPr kumimoji="1" lang="ja-JP" altLang="en-US"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＝極上スイーツ</a:t>
            </a: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cxnSp>
        <p:nvCxnSpPr>
          <p:cNvPr id="44" name="直線矢印コネクタ 43">
            <a:extLst>
              <a:ext uri="{FF2B5EF4-FFF2-40B4-BE49-F238E27FC236}">
                <a16:creationId xmlns:a16="http://schemas.microsoft.com/office/drawing/2014/main" id="{85F7FCE7-2796-E34F-A961-6FDEED087D6D}"/>
              </a:ext>
            </a:extLst>
          </p:cNvPr>
          <p:cNvCxnSpPr>
            <a:cxnSpLocks/>
          </p:cNvCxnSpPr>
          <p:nvPr/>
        </p:nvCxnSpPr>
        <p:spPr bwMode="auto">
          <a:xfrm>
            <a:off x="4035478" y="4273156"/>
            <a:ext cx="4004738" cy="0"/>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69" name="テキスト ボックス 68">
            <a:extLst>
              <a:ext uri="{FF2B5EF4-FFF2-40B4-BE49-F238E27FC236}">
                <a16:creationId xmlns:a16="http://schemas.microsoft.com/office/drawing/2014/main" id="{3ED2D831-6256-6272-378F-71BB32597F50}"/>
              </a:ext>
            </a:extLst>
          </p:cNvPr>
          <p:cNvSpPr txBox="1"/>
          <p:nvPr/>
        </p:nvSpPr>
        <p:spPr bwMode="auto">
          <a:xfrm>
            <a:off x="1193447" y="2001061"/>
            <a:ext cx="27760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pptx</a:t>
            </a:r>
            <a:r>
              <a:rPr kumimoji="1" lang="ja-JP" altLang="en-US" sz="1800" kern="0">
                <a:latin typeface="BIZ UDPゴシック" panose="020B0400000000000000" pitchFamily="50" charset="-128"/>
                <a:ea typeface="BIZ UDPゴシック" panose="020B0400000000000000" pitchFamily="50" charset="-128"/>
              </a:rPr>
              <a:t>部品上で変数</a:t>
            </a:r>
            <a:endParaRPr kumimoji="1" lang="en-US" altLang="ja-JP" sz="1800" kern="0">
              <a:latin typeface="BIZ UDPゴシック" panose="020B0400000000000000" pitchFamily="50" charset="-128"/>
              <a:ea typeface="BIZ UDPゴシック" panose="020B0400000000000000" pitchFamily="50" charset="-128"/>
            </a:endParaRPr>
          </a:p>
          <a:p>
            <a:pPr algn="l"/>
            <a:r>
              <a:rPr kumimoji="1" lang="ja-JP" altLang="en-US" sz="1800" kern="0">
                <a:latin typeface="BIZ UDPゴシック" panose="020B0400000000000000" pitchFamily="50" charset="-128"/>
                <a:ea typeface="BIZ UDPゴシック" panose="020B0400000000000000" pitchFamily="50" charset="-128"/>
              </a:rPr>
              <a:t>プレースホルダーを用意</a:t>
            </a:r>
            <a:endParaRPr kumimoji="1" lang="en-US" altLang="ja-JP" sz="1800" kern="0">
              <a:latin typeface="BIZ UDPゴシック" panose="020B0400000000000000" pitchFamily="50" charset="-128"/>
              <a:ea typeface="BIZ UDPゴシック" panose="020B0400000000000000" pitchFamily="50" charset="-128"/>
            </a:endParaRPr>
          </a:p>
        </p:txBody>
      </p:sp>
      <p:sp>
        <p:nvSpPr>
          <p:cNvPr id="71" name="テキスト ボックス 70">
            <a:extLst>
              <a:ext uri="{FF2B5EF4-FFF2-40B4-BE49-F238E27FC236}">
                <a16:creationId xmlns:a16="http://schemas.microsoft.com/office/drawing/2014/main" id="{404903E5-E380-9E48-1334-72DAF0242FF0}"/>
              </a:ext>
            </a:extLst>
          </p:cNvPr>
          <p:cNvSpPr txBox="1"/>
          <p:nvPr/>
        </p:nvSpPr>
        <p:spPr bwMode="auto">
          <a:xfrm>
            <a:off x="916918" y="1028967"/>
            <a:ext cx="103636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marL="342900" indent="-342900" algn="l">
              <a:buFont typeface="Arial" panose="020B0604020202020204" pitchFamily="34" charset="0"/>
              <a:buChar char="•"/>
            </a:pPr>
            <a:r>
              <a:rPr kumimoji="1" lang="ja-JP" altLang="en-US" sz="2400" kern="0">
                <a:latin typeface="BIZ UDPゴシック" panose="020B0400000000000000" pitchFamily="50" charset="-128"/>
                <a:ea typeface="BIZ UDPゴシック" panose="020B0400000000000000" pitchFamily="50" charset="-128"/>
              </a:rPr>
              <a:t>定型的項目については変数置換可能</a:t>
            </a:r>
            <a:endParaRPr kumimoji="1" lang="en-US" altLang="ja-JP" sz="2400" kern="0">
              <a:latin typeface="BIZ UDPゴシック" panose="020B0400000000000000" pitchFamily="50" charset="-128"/>
              <a:ea typeface="BIZ UDPゴシック" panose="020B0400000000000000" pitchFamily="50" charset="-128"/>
            </a:endParaRPr>
          </a:p>
        </p:txBody>
      </p:sp>
      <p:sp>
        <p:nvSpPr>
          <p:cNvPr id="7" name="テキスト ボックス 6">
            <a:extLst>
              <a:ext uri="{FF2B5EF4-FFF2-40B4-BE49-F238E27FC236}">
                <a16:creationId xmlns:a16="http://schemas.microsoft.com/office/drawing/2014/main" id="{70255D22-F972-7CBB-AA15-5D7513219D70}"/>
              </a:ext>
            </a:extLst>
          </p:cNvPr>
          <p:cNvSpPr txBox="1"/>
          <p:nvPr/>
        </p:nvSpPr>
        <p:spPr bwMode="auto">
          <a:xfrm>
            <a:off x="8465209" y="2078057"/>
            <a:ext cx="257268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プレースホルダーが</a:t>
            </a:r>
            <a:endParaRPr kumimoji="1" lang="en-US" altLang="ja-JP" sz="1800" kern="0">
              <a:latin typeface="BIZ UDPゴシック" panose="020B0400000000000000" pitchFamily="50" charset="-128"/>
              <a:ea typeface="BIZ UDPゴシック" panose="020B0400000000000000" pitchFamily="50" charset="-128"/>
            </a:endParaRPr>
          </a:p>
          <a:p>
            <a:pPr algn="l"/>
            <a:r>
              <a:rPr kumimoji="1" lang="ja-JP" altLang="en-US" sz="1800" kern="0">
                <a:latin typeface="BIZ UDPゴシック" panose="020B0400000000000000" pitchFamily="50" charset="-128"/>
                <a:ea typeface="BIZ UDPゴシック" panose="020B0400000000000000" pitchFamily="50" charset="-128"/>
              </a:rPr>
              <a:t>置換される</a:t>
            </a:r>
          </a:p>
        </p:txBody>
      </p:sp>
      <p:sp>
        <p:nvSpPr>
          <p:cNvPr id="8" name="テキスト ボックス 7">
            <a:extLst>
              <a:ext uri="{FF2B5EF4-FFF2-40B4-BE49-F238E27FC236}">
                <a16:creationId xmlns:a16="http://schemas.microsoft.com/office/drawing/2014/main" id="{7548904F-E724-260A-1746-729F976E887D}"/>
              </a:ext>
            </a:extLst>
          </p:cNvPr>
          <p:cNvSpPr txBox="1"/>
          <p:nvPr/>
        </p:nvSpPr>
        <p:spPr bwMode="auto">
          <a:xfrm>
            <a:off x="4583832" y="2001061"/>
            <a:ext cx="27760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ja-JP" altLang="en-US" sz="1800" kern="0">
                <a:latin typeface="BIZ UDPゴシック" panose="020B0400000000000000" pitchFamily="50" charset="-128"/>
                <a:ea typeface="BIZ UDPゴシック" panose="020B0400000000000000" pitchFamily="50" charset="-128"/>
              </a:rPr>
              <a:t>マージ仕様書で変数値を</a:t>
            </a:r>
            <a:endParaRPr lang="en-US" altLang="ja-JP" sz="1800" kern="0">
              <a:latin typeface="BIZ UDPゴシック" panose="020B0400000000000000" pitchFamily="50" charset="-128"/>
              <a:ea typeface="BIZ UDPゴシック" panose="020B0400000000000000" pitchFamily="50" charset="-128"/>
            </a:endParaRPr>
          </a:p>
          <a:p>
            <a:r>
              <a:rPr kumimoji="1" lang="ja-JP" altLang="en-US" sz="1800" kern="0">
                <a:latin typeface="BIZ UDPゴシック" panose="020B0400000000000000" pitchFamily="50" charset="-128"/>
                <a:ea typeface="BIZ UDPゴシック" panose="020B0400000000000000" pitchFamily="50" charset="-128"/>
              </a:rPr>
              <a:t>設定する</a:t>
            </a:r>
            <a:endParaRPr kumimoji="1" lang="en-US" altLang="ja-JP" sz="1800" kern="0">
              <a:latin typeface="BIZ UDPゴシック" panose="020B0400000000000000" pitchFamily="50" charset="-128"/>
              <a:ea typeface="BIZ UDPゴシック" panose="020B0400000000000000" pitchFamily="50" charset="-128"/>
            </a:endParaRPr>
          </a:p>
        </p:txBody>
      </p:sp>
      <p:sp>
        <p:nvSpPr>
          <p:cNvPr id="10" name="正方形/長方形 9">
            <a:extLst>
              <a:ext uri="{FF2B5EF4-FFF2-40B4-BE49-F238E27FC236}">
                <a16:creationId xmlns:a16="http://schemas.microsoft.com/office/drawing/2014/main" id="{B7E886BB-4628-02F0-47F7-7E15E2B92342}"/>
              </a:ext>
            </a:extLst>
          </p:cNvPr>
          <p:cNvSpPr/>
          <p:nvPr/>
        </p:nvSpPr>
        <p:spPr bwMode="auto">
          <a:xfrm>
            <a:off x="8222524" y="3163722"/>
            <a:ext cx="3058052" cy="1555716"/>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eaLnBrk="1" hangingPunct="1">
              <a:lnSpc>
                <a:spcPct val="150000"/>
              </a:lnSpc>
            </a:pPr>
            <a:r>
              <a:rPr lang="ja-JP" altLang="en-US">
                <a:latin typeface="BIZ UDPゴシック" panose="020B0400000000000000" pitchFamily="50" charset="-128"/>
                <a:ea typeface="BIZ UDPゴシック" panose="020B0400000000000000" pitchFamily="50" charset="-128"/>
              </a:rPr>
              <a:t>客層： </a:t>
            </a:r>
            <a:r>
              <a:rPr lang="en-US" altLang="ja-JP">
                <a:latin typeface="BIZ UDPゴシック" panose="020B0400000000000000" pitchFamily="50" charset="-128"/>
                <a:ea typeface="BIZ UDPゴシック" panose="020B0400000000000000" pitchFamily="50" charset="-128"/>
              </a:rPr>
              <a:t>20</a:t>
            </a:r>
            <a:r>
              <a:rPr lang="ja-JP" altLang="en-US">
                <a:latin typeface="BIZ UDPゴシック" panose="020B0400000000000000" pitchFamily="50" charset="-128"/>
                <a:ea typeface="BIZ UDPゴシック" panose="020B0400000000000000" pitchFamily="50" charset="-128"/>
              </a:rPr>
              <a:t>代女性</a:t>
            </a:r>
            <a:endParaRPr kumimoji="1" lang="en-US" altLang="ja-JP"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endParaRPr>
          </a:p>
          <a:p>
            <a:pPr eaLnBrk="1" hangingPunct="1">
              <a:lnSpc>
                <a:spcPct val="150000"/>
              </a:lnSpc>
            </a:pPr>
            <a:r>
              <a:rPr lang="ja-JP" altLang="en-US">
                <a:latin typeface="BIZ UDPゴシック" panose="020B0400000000000000" pitchFamily="50" charset="-128"/>
                <a:ea typeface="BIZ UDPゴシック" panose="020B0400000000000000" pitchFamily="50" charset="-128"/>
              </a:rPr>
              <a:t>主力商品： 極上スイーツ</a:t>
            </a: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299831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5" name="exportrange">
            <a:extLst>
              <a:ext uri="{FF2B5EF4-FFF2-40B4-BE49-F238E27FC236}">
                <a16:creationId xmlns:a16="http://schemas.microsoft.com/office/drawing/2014/main" id="{94F9EB1B-7F3E-A448-7871-3E5EA051E2AA}"/>
              </a:ext>
            </a:extLst>
          </p:cNvPr>
          <p:cNvSpPr/>
          <p:nvPr/>
        </p:nvSpPr>
        <p:spPr bwMode="auto">
          <a:xfrm>
            <a:off x="876508" y="944724"/>
            <a:ext cx="10980132" cy="5436604"/>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lang="ja-JP" altLang="en-US"/>
              <a:t>補助機能： シェイプ</a:t>
            </a:r>
            <a:r>
              <a:rPr lang="en-US" altLang="ja-JP"/>
              <a:t>/</a:t>
            </a:r>
            <a:r>
              <a:rPr lang="ja-JP" altLang="en-US"/>
              <a:t>スライドの自動削除</a:t>
            </a:r>
            <a:endParaRPr kumimoji="1" lang="ja-JP" altLang="en-US"/>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71" name="テキスト ボックス 70">
            <a:extLst>
              <a:ext uri="{FF2B5EF4-FFF2-40B4-BE49-F238E27FC236}">
                <a16:creationId xmlns:a16="http://schemas.microsoft.com/office/drawing/2014/main" id="{404903E5-E380-9E48-1334-72DAF0242FF0}"/>
              </a:ext>
            </a:extLst>
          </p:cNvPr>
          <p:cNvSpPr txBox="1"/>
          <p:nvPr/>
        </p:nvSpPr>
        <p:spPr bwMode="auto">
          <a:xfrm>
            <a:off x="916918" y="1028967"/>
            <a:ext cx="1036365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marL="342900" indent="-342900" algn="l">
              <a:buFont typeface="Arial" panose="020B0604020202020204" pitchFamily="34" charset="0"/>
              <a:buChar char="•"/>
            </a:pPr>
            <a:r>
              <a:rPr kumimoji="1" lang="ja-JP" altLang="en-US" sz="2400" kern="0">
                <a:latin typeface="BIZ UDPゴシック" panose="020B0400000000000000" pitchFamily="50" charset="-128"/>
                <a:ea typeface="BIZ UDPゴシック" panose="020B0400000000000000" pitchFamily="50" charset="-128"/>
              </a:rPr>
              <a:t>配付資料には載せたくないシェイプ</a:t>
            </a:r>
            <a:r>
              <a:rPr kumimoji="1" lang="en-US" altLang="ja-JP" sz="2400" kern="0">
                <a:latin typeface="BIZ UDPゴシック" panose="020B0400000000000000" pitchFamily="50" charset="-128"/>
                <a:ea typeface="BIZ UDPゴシック" panose="020B0400000000000000" pitchFamily="50" charset="-128"/>
              </a:rPr>
              <a:t>/</a:t>
            </a:r>
            <a:r>
              <a:rPr kumimoji="1" lang="ja-JP" altLang="en-US" sz="2400" kern="0">
                <a:latin typeface="BIZ UDPゴシック" panose="020B0400000000000000" pitchFamily="50" charset="-128"/>
                <a:ea typeface="BIZ UDPゴシック" panose="020B0400000000000000" pitchFamily="50" charset="-128"/>
              </a:rPr>
              <a:t>スライドに特殊マーカーを記入しておくと、それを削除したバージョンを生成可能</a:t>
            </a:r>
            <a:endParaRPr kumimoji="1" lang="en-US" altLang="ja-JP" sz="2400" kern="0">
              <a:latin typeface="BIZ UDPゴシック" panose="020B0400000000000000" pitchFamily="50" charset="-128"/>
              <a:ea typeface="BIZ UDPゴシック" panose="020B0400000000000000" pitchFamily="50" charset="-128"/>
            </a:endParaRPr>
          </a:p>
        </p:txBody>
      </p:sp>
      <p:grpSp>
        <p:nvGrpSpPr>
          <p:cNvPr id="16" name="グループ化 15">
            <a:extLst>
              <a:ext uri="{FF2B5EF4-FFF2-40B4-BE49-F238E27FC236}">
                <a16:creationId xmlns:a16="http://schemas.microsoft.com/office/drawing/2014/main" id="{D0148F1D-F5AB-DEE9-4302-938A2C1E7988}"/>
              </a:ext>
            </a:extLst>
          </p:cNvPr>
          <p:cNvGrpSpPr/>
          <p:nvPr/>
        </p:nvGrpSpPr>
        <p:grpSpPr>
          <a:xfrm>
            <a:off x="1127448" y="2316837"/>
            <a:ext cx="3024335" cy="1838902"/>
            <a:chOff x="911424" y="3163721"/>
            <a:chExt cx="3456383" cy="2104181"/>
          </a:xfrm>
        </p:grpSpPr>
        <p:sp>
          <p:nvSpPr>
            <p:cNvPr id="6" name="正方形/長方形 5">
              <a:extLst>
                <a:ext uri="{FF2B5EF4-FFF2-40B4-BE49-F238E27FC236}">
                  <a16:creationId xmlns:a16="http://schemas.microsoft.com/office/drawing/2014/main" id="{3D37FB5E-F85A-AB1C-6E12-5B74CDC3767B}"/>
                </a:ext>
              </a:extLst>
            </p:cNvPr>
            <p:cNvSpPr/>
            <p:nvPr/>
          </p:nvSpPr>
          <p:spPr bwMode="auto">
            <a:xfrm>
              <a:off x="911424" y="3163721"/>
              <a:ext cx="3456383" cy="2104181"/>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eaLnBrk="1" hangingPunct="1">
                <a:lnSpc>
                  <a:spcPct val="150000"/>
                </a:lnSpc>
              </a:pPr>
              <a:r>
                <a:rPr kumimoji="1" lang="ja-JP" altLang="en-US"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重要スライド</a:t>
              </a: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42" name="正方形/長方形 41">
              <a:extLst>
                <a:ext uri="{FF2B5EF4-FFF2-40B4-BE49-F238E27FC236}">
                  <a16:creationId xmlns:a16="http://schemas.microsoft.com/office/drawing/2014/main" id="{EA429F61-C407-CDE7-8053-C253DF01AB6D}"/>
                </a:ext>
              </a:extLst>
            </p:cNvPr>
            <p:cNvSpPr/>
            <p:nvPr/>
          </p:nvSpPr>
          <p:spPr bwMode="auto">
            <a:xfrm>
              <a:off x="1081286" y="3717032"/>
              <a:ext cx="2888191" cy="463357"/>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50000"/>
                </a:lnSpc>
                <a:spcBef>
                  <a:spcPct val="0"/>
                </a:spcBef>
                <a:spcAft>
                  <a:spcPct val="0"/>
                </a:spcAft>
                <a:buClrTx/>
                <a:buSzTx/>
                <a:buFontTx/>
                <a:buNone/>
                <a:tabLst/>
              </a:pPr>
              <a:r>
                <a:rPr kumimoji="1" lang="ja-JP" altLang="en-US" sz="14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配付資料に載せる情報</a:t>
              </a:r>
              <a:endParaRPr kumimoji="1" lang="en-US" altLang="ja-JP" sz="14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9" name="正方形/長方形 8">
              <a:extLst>
                <a:ext uri="{FF2B5EF4-FFF2-40B4-BE49-F238E27FC236}">
                  <a16:creationId xmlns:a16="http://schemas.microsoft.com/office/drawing/2014/main" id="{60332659-883F-2797-55BE-24AA8B793FD6}"/>
                </a:ext>
              </a:extLst>
            </p:cNvPr>
            <p:cNvSpPr/>
            <p:nvPr/>
          </p:nvSpPr>
          <p:spPr bwMode="auto">
            <a:xfrm>
              <a:off x="1081286" y="4282811"/>
              <a:ext cx="2888191" cy="886616"/>
            </a:xfrm>
            <a:prstGeom prst="rect">
              <a:avLst/>
            </a:prstGeom>
            <a:solidFill>
              <a:schemeClr val="accent4">
                <a:lumMod val="90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50000"/>
                </a:lnSpc>
                <a:spcBef>
                  <a:spcPct val="0"/>
                </a:spcBef>
                <a:spcAft>
                  <a:spcPct val="0"/>
                </a:spcAft>
                <a:buClrTx/>
                <a:buSzTx/>
                <a:buFontTx/>
                <a:buNone/>
                <a:tabLst/>
              </a:pPr>
              <a:r>
                <a:rPr kumimoji="1" lang="ja-JP" altLang="en-US" sz="14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配付資料に載せたくない情報</a:t>
              </a:r>
              <a:endParaRPr kumimoji="1" lang="en-US" altLang="ja-JP" sz="14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endParaRPr>
            </a:p>
            <a:p>
              <a:pPr marL="0" marR="0" indent="0" defTabSz="914400" rtl="0" eaLnBrk="1" fontAlgn="base" latinLnBrk="0" hangingPunct="1">
                <a:lnSpc>
                  <a:spcPct val="150000"/>
                </a:lnSpc>
                <a:spcBef>
                  <a:spcPct val="0"/>
                </a:spcBef>
                <a:spcAft>
                  <a:spcPct val="0"/>
                </a:spcAft>
                <a:buClrTx/>
                <a:buSzTx/>
                <a:buFontTx/>
                <a:buNone/>
                <a:tabLst/>
              </a:pPr>
              <a:r>
                <a:rPr kumimoji="1" lang="en-US" altLang="ja-JP" sz="14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#CSP#</a:t>
              </a:r>
            </a:p>
          </p:txBody>
        </p:sp>
      </p:grpSp>
      <p:grpSp>
        <p:nvGrpSpPr>
          <p:cNvPr id="17" name="グループ化 16">
            <a:extLst>
              <a:ext uri="{FF2B5EF4-FFF2-40B4-BE49-F238E27FC236}">
                <a16:creationId xmlns:a16="http://schemas.microsoft.com/office/drawing/2014/main" id="{5098832E-092A-CA37-055E-D3F3F1BD3C39}"/>
              </a:ext>
            </a:extLst>
          </p:cNvPr>
          <p:cNvGrpSpPr/>
          <p:nvPr/>
        </p:nvGrpSpPr>
        <p:grpSpPr>
          <a:xfrm>
            <a:off x="7896200" y="2316837"/>
            <a:ext cx="3024335" cy="1614478"/>
            <a:chOff x="911424" y="3163721"/>
            <a:chExt cx="3456383" cy="2104181"/>
          </a:xfrm>
        </p:grpSpPr>
        <p:sp>
          <p:nvSpPr>
            <p:cNvPr id="18" name="正方形/長方形 17">
              <a:extLst>
                <a:ext uri="{FF2B5EF4-FFF2-40B4-BE49-F238E27FC236}">
                  <a16:creationId xmlns:a16="http://schemas.microsoft.com/office/drawing/2014/main" id="{D194B48B-B5C2-99D6-CCC8-CBACD5A07551}"/>
                </a:ext>
              </a:extLst>
            </p:cNvPr>
            <p:cNvSpPr/>
            <p:nvPr/>
          </p:nvSpPr>
          <p:spPr bwMode="auto">
            <a:xfrm>
              <a:off x="911424" y="3163721"/>
              <a:ext cx="3456383" cy="2104181"/>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eaLnBrk="1" hangingPunct="1">
                <a:lnSpc>
                  <a:spcPct val="150000"/>
                </a:lnSpc>
              </a:pPr>
              <a:r>
                <a:rPr kumimoji="1" lang="ja-JP" altLang="en-US"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重要スライド</a:t>
              </a: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9" name="正方形/長方形 18">
              <a:extLst>
                <a:ext uri="{FF2B5EF4-FFF2-40B4-BE49-F238E27FC236}">
                  <a16:creationId xmlns:a16="http://schemas.microsoft.com/office/drawing/2014/main" id="{3A44891D-957C-C5B4-4949-2C4FD04F0D97}"/>
                </a:ext>
              </a:extLst>
            </p:cNvPr>
            <p:cNvSpPr/>
            <p:nvPr/>
          </p:nvSpPr>
          <p:spPr bwMode="auto">
            <a:xfrm>
              <a:off x="1081286" y="3717032"/>
              <a:ext cx="2888191" cy="463357"/>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50000"/>
                </a:lnSpc>
                <a:spcBef>
                  <a:spcPct val="0"/>
                </a:spcBef>
                <a:spcAft>
                  <a:spcPct val="0"/>
                </a:spcAft>
                <a:buClrTx/>
                <a:buSzTx/>
                <a:buFontTx/>
                <a:buNone/>
                <a:tabLst/>
              </a:pPr>
              <a:r>
                <a:rPr kumimoji="1" lang="ja-JP" altLang="en-US" sz="14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配付資料に載せる情報</a:t>
              </a:r>
              <a:endParaRPr kumimoji="1" lang="en-US" altLang="ja-JP" sz="14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endParaRPr>
            </a:p>
          </p:txBody>
        </p:sp>
      </p:grpSp>
      <p:grpSp>
        <p:nvGrpSpPr>
          <p:cNvPr id="21" name="グループ化 20">
            <a:extLst>
              <a:ext uri="{FF2B5EF4-FFF2-40B4-BE49-F238E27FC236}">
                <a16:creationId xmlns:a16="http://schemas.microsoft.com/office/drawing/2014/main" id="{5A7C8A08-E9B3-AFF2-066E-E1A1D5950124}"/>
              </a:ext>
            </a:extLst>
          </p:cNvPr>
          <p:cNvGrpSpPr/>
          <p:nvPr/>
        </p:nvGrpSpPr>
        <p:grpSpPr>
          <a:xfrm>
            <a:off x="7896200" y="4398754"/>
            <a:ext cx="3024335" cy="1838902"/>
            <a:chOff x="911424" y="3163721"/>
            <a:chExt cx="3456383" cy="2104181"/>
          </a:xfrm>
        </p:grpSpPr>
        <p:sp>
          <p:nvSpPr>
            <p:cNvPr id="22" name="正方形/長方形 21">
              <a:extLst>
                <a:ext uri="{FF2B5EF4-FFF2-40B4-BE49-F238E27FC236}">
                  <a16:creationId xmlns:a16="http://schemas.microsoft.com/office/drawing/2014/main" id="{78D3152C-9ED3-0EED-D3E1-2ADB4485DA51}"/>
                </a:ext>
              </a:extLst>
            </p:cNvPr>
            <p:cNvSpPr/>
            <p:nvPr/>
          </p:nvSpPr>
          <p:spPr bwMode="auto">
            <a:xfrm>
              <a:off x="911424" y="3163721"/>
              <a:ext cx="3456383" cy="2104181"/>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eaLnBrk="1" hangingPunct="1">
                <a:lnSpc>
                  <a:spcPct val="150000"/>
                </a:lnSpc>
              </a:pPr>
              <a:r>
                <a:rPr kumimoji="1" lang="ja-JP" altLang="en-US"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重要スライド</a:t>
              </a: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3" name="正方形/長方形 22">
              <a:extLst>
                <a:ext uri="{FF2B5EF4-FFF2-40B4-BE49-F238E27FC236}">
                  <a16:creationId xmlns:a16="http://schemas.microsoft.com/office/drawing/2014/main" id="{78B98F86-37E3-0725-541B-73767E0549C9}"/>
                </a:ext>
              </a:extLst>
            </p:cNvPr>
            <p:cNvSpPr/>
            <p:nvPr/>
          </p:nvSpPr>
          <p:spPr bwMode="auto">
            <a:xfrm>
              <a:off x="1081286" y="3717032"/>
              <a:ext cx="2888191" cy="463357"/>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50000"/>
                </a:lnSpc>
                <a:spcBef>
                  <a:spcPct val="0"/>
                </a:spcBef>
                <a:spcAft>
                  <a:spcPct val="0"/>
                </a:spcAft>
                <a:buClrTx/>
                <a:buSzTx/>
                <a:buFontTx/>
                <a:buNone/>
                <a:tabLst/>
              </a:pPr>
              <a:r>
                <a:rPr kumimoji="1" lang="ja-JP" altLang="en-US" sz="14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配付資料に載せる情報</a:t>
              </a:r>
              <a:endParaRPr kumimoji="1" lang="en-US" altLang="ja-JP" sz="14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4" name="正方形/長方形 23">
              <a:extLst>
                <a:ext uri="{FF2B5EF4-FFF2-40B4-BE49-F238E27FC236}">
                  <a16:creationId xmlns:a16="http://schemas.microsoft.com/office/drawing/2014/main" id="{41AC91CF-8273-81DE-F488-C49C5BDDFB60}"/>
                </a:ext>
              </a:extLst>
            </p:cNvPr>
            <p:cNvSpPr/>
            <p:nvPr/>
          </p:nvSpPr>
          <p:spPr bwMode="auto">
            <a:xfrm>
              <a:off x="1081286" y="4282811"/>
              <a:ext cx="2888191" cy="886616"/>
            </a:xfrm>
            <a:prstGeom prst="rect">
              <a:avLst/>
            </a:prstGeom>
            <a:solidFill>
              <a:schemeClr val="accent4">
                <a:lumMod val="90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marL="0" marR="0" indent="0" defTabSz="914400" rtl="0" eaLnBrk="1" fontAlgn="base" latinLnBrk="0" hangingPunct="1">
                <a:lnSpc>
                  <a:spcPct val="150000"/>
                </a:lnSpc>
                <a:spcBef>
                  <a:spcPct val="0"/>
                </a:spcBef>
                <a:spcAft>
                  <a:spcPct val="0"/>
                </a:spcAft>
                <a:buClrTx/>
                <a:buSzTx/>
                <a:buFontTx/>
                <a:buNone/>
                <a:tabLst/>
              </a:pPr>
              <a:r>
                <a:rPr kumimoji="1" lang="ja-JP" altLang="en-US" sz="14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配付資料に載せたくない情報</a:t>
              </a:r>
              <a:endParaRPr kumimoji="1" lang="en-US" altLang="ja-JP" sz="14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endParaRPr>
            </a:p>
          </p:txBody>
        </p:sp>
      </p:grpSp>
      <p:sp>
        <p:nvSpPr>
          <p:cNvPr id="30" name="テキスト ボックス 29">
            <a:extLst>
              <a:ext uri="{FF2B5EF4-FFF2-40B4-BE49-F238E27FC236}">
                <a16:creationId xmlns:a16="http://schemas.microsoft.com/office/drawing/2014/main" id="{85A7CAD0-5F34-7037-05CD-882D653CC4E5}"/>
              </a:ext>
            </a:extLst>
          </p:cNvPr>
          <p:cNvSpPr txBox="1"/>
          <p:nvPr/>
        </p:nvSpPr>
        <p:spPr bwMode="auto">
          <a:xfrm>
            <a:off x="5103732" y="2444722"/>
            <a:ext cx="232654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オプション</a:t>
            </a:r>
            <a:endParaRPr kumimoji="1" lang="en-US" altLang="ja-JP" sz="1800" kern="0">
              <a:latin typeface="BIZ UDPゴシック" panose="020B0400000000000000" pitchFamily="50" charset="-128"/>
              <a:ea typeface="BIZ UDPゴシック" panose="020B0400000000000000" pitchFamily="50" charset="-128"/>
            </a:endParaRPr>
          </a:p>
          <a:p>
            <a:pPr algn="l"/>
            <a:r>
              <a:rPr kumimoji="1" lang="ja-JP" altLang="en-US" sz="1800" kern="0">
                <a:latin typeface="BIZ UDPゴシック" panose="020B0400000000000000" pitchFamily="50" charset="-128"/>
                <a:ea typeface="BIZ UDPゴシック" panose="020B0400000000000000" pitchFamily="50" charset="-128"/>
              </a:rPr>
              <a:t>ひとつで切替</a:t>
            </a:r>
          </a:p>
        </p:txBody>
      </p:sp>
      <p:sp>
        <p:nvSpPr>
          <p:cNvPr id="31" name="テキスト ボックス 30">
            <a:extLst>
              <a:ext uri="{FF2B5EF4-FFF2-40B4-BE49-F238E27FC236}">
                <a16:creationId xmlns:a16="http://schemas.microsoft.com/office/drawing/2014/main" id="{C375593D-D4FB-AD25-1A37-89F2D125A8F4}"/>
              </a:ext>
            </a:extLst>
          </p:cNvPr>
          <p:cNvSpPr txBox="1"/>
          <p:nvPr/>
        </p:nvSpPr>
        <p:spPr bwMode="auto">
          <a:xfrm>
            <a:off x="1415480" y="4433435"/>
            <a:ext cx="374441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シェイプ削除マーカー</a:t>
            </a:r>
          </a:p>
        </p:txBody>
      </p:sp>
      <p:sp>
        <p:nvSpPr>
          <p:cNvPr id="34" name="テキスト ボックス 33">
            <a:extLst>
              <a:ext uri="{FF2B5EF4-FFF2-40B4-BE49-F238E27FC236}">
                <a16:creationId xmlns:a16="http://schemas.microsoft.com/office/drawing/2014/main" id="{08C9E7E1-7490-23A6-A847-CC80F2782C54}"/>
              </a:ext>
            </a:extLst>
          </p:cNvPr>
          <p:cNvSpPr txBox="1"/>
          <p:nvPr/>
        </p:nvSpPr>
        <p:spPr bwMode="auto">
          <a:xfrm>
            <a:off x="6947792" y="4012792"/>
            <a:ext cx="50482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削除マーカー無効時はマーカー文字列のみ消去</a:t>
            </a:r>
          </a:p>
        </p:txBody>
      </p:sp>
      <p:sp>
        <p:nvSpPr>
          <p:cNvPr id="37" name="テキスト ボックス 36">
            <a:extLst>
              <a:ext uri="{FF2B5EF4-FFF2-40B4-BE49-F238E27FC236}">
                <a16:creationId xmlns:a16="http://schemas.microsoft.com/office/drawing/2014/main" id="{C82DD223-439B-476F-E6D8-56595A79410D}"/>
              </a:ext>
            </a:extLst>
          </p:cNvPr>
          <p:cNvSpPr txBox="1"/>
          <p:nvPr/>
        </p:nvSpPr>
        <p:spPr bwMode="auto">
          <a:xfrm>
            <a:off x="7320136" y="1930106"/>
            <a:ext cx="44589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削除マーカー有効時はシェイプごと削除</a:t>
            </a:r>
          </a:p>
        </p:txBody>
      </p:sp>
      <p:sp>
        <p:nvSpPr>
          <p:cNvPr id="47" name="テキスト ボックス 46">
            <a:extLst>
              <a:ext uri="{FF2B5EF4-FFF2-40B4-BE49-F238E27FC236}">
                <a16:creationId xmlns:a16="http://schemas.microsoft.com/office/drawing/2014/main" id="{A8F9CEF7-B171-503E-BD9A-3A39B75F262E}"/>
              </a:ext>
            </a:extLst>
          </p:cNvPr>
          <p:cNvSpPr txBox="1"/>
          <p:nvPr/>
        </p:nvSpPr>
        <p:spPr bwMode="auto">
          <a:xfrm>
            <a:off x="1415480" y="5001551"/>
            <a:ext cx="374441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スライド削除マーカー </a:t>
            </a:r>
            <a:r>
              <a:rPr kumimoji="1" lang="en-US" altLang="ja-JP" sz="1800" kern="0">
                <a:latin typeface="BIZ UDPゴシック" panose="020B0400000000000000" pitchFamily="50" charset="-128"/>
                <a:ea typeface="BIZ UDPゴシック" panose="020B0400000000000000" pitchFamily="50" charset="-128"/>
              </a:rPr>
              <a:t>#CSL# </a:t>
            </a:r>
            <a:r>
              <a:rPr kumimoji="1" lang="ja-JP" altLang="en-US" sz="1800" kern="0">
                <a:latin typeface="BIZ UDPゴシック" panose="020B0400000000000000" pitchFamily="50" charset="-128"/>
                <a:ea typeface="BIZ UDPゴシック" panose="020B0400000000000000" pitchFamily="50" charset="-128"/>
              </a:rPr>
              <a:t>で</a:t>
            </a:r>
            <a:endParaRPr kumimoji="1" lang="en-US" altLang="ja-JP" sz="1800" kern="0">
              <a:latin typeface="BIZ UDPゴシック" panose="020B0400000000000000" pitchFamily="50" charset="-128"/>
              <a:ea typeface="BIZ UDPゴシック" panose="020B0400000000000000" pitchFamily="50" charset="-128"/>
            </a:endParaRPr>
          </a:p>
          <a:p>
            <a:pPr algn="l"/>
            <a:r>
              <a:rPr kumimoji="1" lang="ja-JP" altLang="en-US" sz="1800" kern="0">
                <a:latin typeface="BIZ UDPゴシック" panose="020B0400000000000000" pitchFamily="50" charset="-128"/>
                <a:ea typeface="BIZ UDPゴシック" panose="020B0400000000000000" pitchFamily="50" charset="-128"/>
              </a:rPr>
              <a:t>スライドごと削除も可能</a:t>
            </a:r>
          </a:p>
        </p:txBody>
      </p:sp>
      <p:pic>
        <p:nvPicPr>
          <p:cNvPr id="49" name="図 48">
            <a:extLst>
              <a:ext uri="{FF2B5EF4-FFF2-40B4-BE49-F238E27FC236}">
                <a16:creationId xmlns:a16="http://schemas.microsoft.com/office/drawing/2014/main" id="{4FC76246-58FA-0CE9-2B1E-0D782ABB52F9}"/>
              </a:ext>
            </a:extLst>
          </p:cNvPr>
          <p:cNvPicPr>
            <a:picLocks noChangeAspect="1"/>
          </p:cNvPicPr>
          <p:nvPr/>
        </p:nvPicPr>
        <p:blipFill>
          <a:blip r:embed="rId3"/>
          <a:stretch>
            <a:fillRect/>
          </a:stretch>
        </p:blipFill>
        <p:spPr>
          <a:xfrm>
            <a:off x="1262321" y="3293272"/>
            <a:ext cx="2554445" cy="798645"/>
          </a:xfrm>
          <a:prstGeom prst="rect">
            <a:avLst/>
          </a:prstGeom>
        </p:spPr>
      </p:pic>
      <p:cxnSp>
        <p:nvCxnSpPr>
          <p:cNvPr id="33" name="直線矢印コネクタ 32">
            <a:extLst>
              <a:ext uri="{FF2B5EF4-FFF2-40B4-BE49-F238E27FC236}">
                <a16:creationId xmlns:a16="http://schemas.microsoft.com/office/drawing/2014/main" id="{9F308311-4291-459C-0DCA-D8202C3C5497}"/>
              </a:ext>
            </a:extLst>
          </p:cNvPr>
          <p:cNvCxnSpPr>
            <a:cxnSpLocks/>
          </p:cNvCxnSpPr>
          <p:nvPr/>
        </p:nvCxnSpPr>
        <p:spPr bwMode="auto">
          <a:xfrm flipH="1" flipV="1">
            <a:off x="1775520" y="4005064"/>
            <a:ext cx="216024" cy="456185"/>
          </a:xfrm>
          <a:prstGeom prst="straightConnector1">
            <a:avLst/>
          </a:prstGeom>
          <a:solidFill>
            <a:srgbClr val="CCFFFF"/>
          </a:solidFill>
          <a:ln w="28575" cap="flat" cmpd="sng" algn="ctr">
            <a:solidFill>
              <a:schemeClr val="accent2"/>
            </a:solidFill>
            <a:prstDash val="solid"/>
            <a:round/>
            <a:headEnd type="none" w="med" len="med"/>
            <a:tailEnd type="triangle"/>
          </a:ln>
          <a:effectLst/>
        </p:spPr>
      </p:cxnSp>
      <p:pic>
        <p:nvPicPr>
          <p:cNvPr id="50" name="図 49">
            <a:extLst>
              <a:ext uri="{FF2B5EF4-FFF2-40B4-BE49-F238E27FC236}">
                <a16:creationId xmlns:a16="http://schemas.microsoft.com/office/drawing/2014/main" id="{8A038CBE-1C1A-5121-12A1-2F9677B8508C}"/>
              </a:ext>
            </a:extLst>
          </p:cNvPr>
          <p:cNvPicPr>
            <a:picLocks noChangeAspect="1"/>
          </p:cNvPicPr>
          <p:nvPr/>
        </p:nvPicPr>
        <p:blipFill>
          <a:blip r:embed="rId4"/>
          <a:stretch>
            <a:fillRect/>
          </a:stretch>
        </p:blipFill>
        <p:spPr>
          <a:xfrm>
            <a:off x="1367104" y="4937036"/>
            <a:ext cx="3792041" cy="768163"/>
          </a:xfrm>
          <a:prstGeom prst="rect">
            <a:avLst/>
          </a:prstGeom>
          <a:solidFill>
            <a:schemeClr val="bg1"/>
          </a:solidFill>
        </p:spPr>
      </p:pic>
      <p:sp>
        <p:nvSpPr>
          <p:cNvPr id="4" name="フリーフォーム: 図形 3">
            <a:extLst>
              <a:ext uri="{FF2B5EF4-FFF2-40B4-BE49-F238E27FC236}">
                <a16:creationId xmlns:a16="http://schemas.microsoft.com/office/drawing/2014/main" id="{EE323931-7382-9ECE-70D9-8FB0721C98BE}"/>
              </a:ext>
            </a:extLst>
          </p:cNvPr>
          <p:cNvSpPr/>
          <p:nvPr/>
        </p:nvSpPr>
        <p:spPr bwMode="auto">
          <a:xfrm>
            <a:off x="4151783" y="3091052"/>
            <a:ext cx="3730576" cy="126709"/>
          </a:xfrm>
          <a:custGeom>
            <a:avLst/>
            <a:gdLst>
              <a:gd name="csX0" fmla="*/ 0 w 3761772"/>
              <a:gd name="csY0" fmla="*/ 162046 h 162046"/>
              <a:gd name="csX1" fmla="*/ 1909823 w 3761772"/>
              <a:gd name="csY1" fmla="*/ 150471 h 162046"/>
              <a:gd name="csX2" fmla="*/ 3761772 w 3761772"/>
              <a:gd name="csY2" fmla="*/ 0 h 162046"/>
            </a:gdLst>
            <a:ahLst/>
            <a:cxnLst>
              <a:cxn ang="0">
                <a:pos x="csX0" y="csY0"/>
              </a:cxn>
              <a:cxn ang="0">
                <a:pos x="csX1" y="csY1"/>
              </a:cxn>
              <a:cxn ang="0">
                <a:pos x="csX2" y="csY2"/>
              </a:cxn>
            </a:cxnLst>
            <a:rect l="l" t="t" r="r" b="b"/>
            <a:pathLst>
              <a:path w="3761772" h="162046">
                <a:moveTo>
                  <a:pt x="0" y="162046"/>
                </a:moveTo>
                <a:lnTo>
                  <a:pt x="1909823" y="150471"/>
                </a:lnTo>
                <a:cubicBezTo>
                  <a:pt x="2536785" y="123463"/>
                  <a:pt x="3149278" y="61731"/>
                  <a:pt x="3761772" y="0"/>
                </a:cubicBezTo>
              </a:path>
            </a:pathLst>
          </a:custGeom>
          <a:noFill/>
          <a:ln w="38100" cap="flat" cmpd="sng" algn="ctr">
            <a:solidFill>
              <a:schemeClr val="tx1">
                <a:lumMod val="75000"/>
                <a:lumOff val="25000"/>
              </a:schemeClr>
            </a:solidFill>
            <a:prstDash val="solid"/>
            <a:round/>
            <a:headEnd type="none" w="med" len="med"/>
            <a:tailEnd type="triangle" w="med" len="med"/>
          </a:ln>
          <a:effectLst/>
        </p:spPr>
        <p:txBody>
          <a:bodyPr rtlCol="0" anchor="ctr"/>
          <a:lstStyle/>
          <a:p>
            <a:pPr algn="ctr"/>
            <a:endParaRPr kumimoji="1" lang="ja-JP" altLang="en-US"/>
          </a:p>
        </p:txBody>
      </p:sp>
      <p:sp>
        <p:nvSpPr>
          <p:cNvPr id="7" name="フリーフォーム: 図形 6">
            <a:extLst>
              <a:ext uri="{FF2B5EF4-FFF2-40B4-BE49-F238E27FC236}">
                <a16:creationId xmlns:a16="http://schemas.microsoft.com/office/drawing/2014/main" id="{64F031D0-D45A-0A4F-DC7D-0D308E0CFE54}"/>
              </a:ext>
            </a:extLst>
          </p:cNvPr>
          <p:cNvSpPr/>
          <p:nvPr/>
        </p:nvSpPr>
        <p:spPr bwMode="auto">
          <a:xfrm>
            <a:off x="4155311" y="3213823"/>
            <a:ext cx="3703899" cy="2064233"/>
          </a:xfrm>
          <a:custGeom>
            <a:avLst/>
            <a:gdLst>
              <a:gd name="csX0" fmla="*/ 0 w 3703899"/>
              <a:gd name="csY0" fmla="*/ 27088 h 2064233"/>
              <a:gd name="csX1" fmla="*/ 949124 w 3703899"/>
              <a:gd name="csY1" fmla="*/ 15514 h 2064233"/>
              <a:gd name="csX2" fmla="*/ 1828800 w 3703899"/>
              <a:gd name="csY2" fmla="*/ 212283 h 2064233"/>
              <a:gd name="csX3" fmla="*/ 2303362 w 3703899"/>
              <a:gd name="csY3" fmla="*/ 895190 h 2064233"/>
              <a:gd name="csX4" fmla="*/ 2685327 w 3703899"/>
              <a:gd name="csY4" fmla="*/ 1798015 h 2064233"/>
              <a:gd name="csX5" fmla="*/ 3703899 w 3703899"/>
              <a:gd name="csY5" fmla="*/ 2064233 h 2064233"/>
            </a:gdLst>
            <a:ahLst/>
            <a:cxnLst>
              <a:cxn ang="0">
                <a:pos x="csX0" y="csY0"/>
              </a:cxn>
              <a:cxn ang="0">
                <a:pos x="csX1" y="csY1"/>
              </a:cxn>
              <a:cxn ang="0">
                <a:pos x="csX2" y="csY2"/>
              </a:cxn>
              <a:cxn ang="0">
                <a:pos x="csX3" y="csY3"/>
              </a:cxn>
              <a:cxn ang="0">
                <a:pos x="csX4" y="csY4"/>
              </a:cxn>
              <a:cxn ang="0">
                <a:pos x="csX5" y="csY5"/>
              </a:cxn>
            </a:cxnLst>
            <a:rect l="l" t="t" r="r" b="b"/>
            <a:pathLst>
              <a:path w="3703899" h="2064233">
                <a:moveTo>
                  <a:pt x="0" y="27088"/>
                </a:moveTo>
                <a:cubicBezTo>
                  <a:pt x="322162" y="5868"/>
                  <a:pt x="644324" y="-15352"/>
                  <a:pt x="949124" y="15514"/>
                </a:cubicBezTo>
                <a:cubicBezTo>
                  <a:pt x="1253924" y="46380"/>
                  <a:pt x="1603094" y="65670"/>
                  <a:pt x="1828800" y="212283"/>
                </a:cubicBezTo>
                <a:cubicBezTo>
                  <a:pt x="2054506" y="358896"/>
                  <a:pt x="2160608" y="630901"/>
                  <a:pt x="2303362" y="895190"/>
                </a:cubicBezTo>
                <a:cubicBezTo>
                  <a:pt x="2446116" y="1159479"/>
                  <a:pt x="2451904" y="1603175"/>
                  <a:pt x="2685327" y="1798015"/>
                </a:cubicBezTo>
                <a:cubicBezTo>
                  <a:pt x="2918750" y="1992856"/>
                  <a:pt x="3311324" y="2028544"/>
                  <a:pt x="3703899" y="2064233"/>
                </a:cubicBezTo>
              </a:path>
            </a:pathLst>
          </a:custGeom>
          <a:noFill/>
          <a:ln w="38100" cap="flat" cmpd="sng" algn="ctr">
            <a:solidFill>
              <a:schemeClr val="tx1">
                <a:lumMod val="75000"/>
                <a:lumOff val="25000"/>
              </a:schemeClr>
            </a:solidFill>
            <a:prstDash val="solid"/>
            <a:round/>
            <a:headEnd type="none" w="med" len="med"/>
            <a:tailEnd type="triangle" w="med" len="med"/>
          </a:ln>
          <a:effectLst/>
        </p:spPr>
        <p:txBody>
          <a:bodyPr rtlCol="0" anchor="ctr"/>
          <a:lstStyle/>
          <a:p>
            <a:pPr algn="ctr"/>
            <a:endParaRPr kumimoji="1" lang="ja-JP" altLang="en-US"/>
          </a:p>
        </p:txBody>
      </p:sp>
    </p:spTree>
    <p:extLst>
      <p:ext uri="{BB962C8B-B14F-4D97-AF65-F5344CB8AC3E}">
        <p14:creationId xmlns:p14="http://schemas.microsoft.com/office/powerpoint/2010/main" val="1495589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70F47-554C-E8D4-6AC3-9A7DE16D444F}"/>
            </a:ext>
          </a:extLst>
        </p:cNvPr>
        <p:cNvGrpSpPr/>
        <p:nvPr/>
      </p:nvGrpSpPr>
      <p:grpSpPr>
        <a:xfrm>
          <a:off x="0" y="0"/>
          <a:ext cx="0" cy="0"/>
          <a:chOff x="0" y="0"/>
          <a:chExt cx="0" cy="0"/>
        </a:xfrm>
      </p:grpSpPr>
      <p:sp>
        <p:nvSpPr>
          <p:cNvPr id="26" name="exportrange">
            <a:extLst>
              <a:ext uri="{FF2B5EF4-FFF2-40B4-BE49-F238E27FC236}">
                <a16:creationId xmlns:a16="http://schemas.microsoft.com/office/drawing/2014/main" id="{A1563198-2E56-A7B5-BB89-C984CF7BD233}"/>
              </a:ext>
            </a:extLst>
          </p:cNvPr>
          <p:cNvSpPr/>
          <p:nvPr/>
        </p:nvSpPr>
        <p:spPr bwMode="auto">
          <a:xfrm>
            <a:off x="876508" y="944724"/>
            <a:ext cx="10620091" cy="5436604"/>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9F6ADF9B-A7EF-9456-A019-EAE6C3876D83}"/>
              </a:ext>
            </a:extLst>
          </p:cNvPr>
          <p:cNvSpPr>
            <a:spLocks noGrp="1"/>
          </p:cNvSpPr>
          <p:nvPr>
            <p:ph type="title"/>
          </p:nvPr>
        </p:nvSpPr>
        <p:spPr/>
        <p:txBody>
          <a:bodyPr/>
          <a:lstStyle/>
          <a:p>
            <a:r>
              <a:rPr lang="ja-JP" altLang="en-US"/>
              <a:t>補助機能： 一時メモ用シェイプの自動削除</a:t>
            </a:r>
            <a:endParaRPr kumimoji="1" lang="ja-JP" altLang="en-US"/>
          </a:p>
        </p:txBody>
      </p:sp>
      <p:sp>
        <p:nvSpPr>
          <p:cNvPr id="3" name="フッター プレースホルダー 2">
            <a:extLst>
              <a:ext uri="{FF2B5EF4-FFF2-40B4-BE49-F238E27FC236}">
                <a16:creationId xmlns:a16="http://schemas.microsoft.com/office/drawing/2014/main" id="{2F8581E3-69A9-3E77-7105-19073AC88A6B}"/>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71" name="テキスト ボックス 70">
            <a:extLst>
              <a:ext uri="{FF2B5EF4-FFF2-40B4-BE49-F238E27FC236}">
                <a16:creationId xmlns:a16="http://schemas.microsoft.com/office/drawing/2014/main" id="{ECC66B56-87F7-2D03-59F3-8CA9786626F7}"/>
              </a:ext>
            </a:extLst>
          </p:cNvPr>
          <p:cNvSpPr txBox="1"/>
          <p:nvPr/>
        </p:nvSpPr>
        <p:spPr bwMode="auto">
          <a:xfrm>
            <a:off x="916918" y="1028967"/>
            <a:ext cx="103636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marL="342900" indent="-342900" algn="l">
              <a:buFont typeface="Arial" panose="020B0604020202020204" pitchFamily="34" charset="0"/>
              <a:buChar char="•"/>
            </a:pPr>
            <a:r>
              <a:rPr kumimoji="1" lang="en-US" altLang="ja-JP" sz="2400" kern="0">
                <a:latin typeface="BIZ UDPゴシック" panose="020B0400000000000000" pitchFamily="50" charset="-128"/>
                <a:ea typeface="BIZ UDPゴシック" panose="020B0400000000000000" pitchFamily="50" charset="-128"/>
              </a:rPr>
              <a:t>#MEMO# </a:t>
            </a:r>
            <a:r>
              <a:rPr kumimoji="1" lang="ja-JP" altLang="en-US" sz="2400" kern="0">
                <a:latin typeface="BIZ UDPゴシック" panose="020B0400000000000000" pitchFamily="50" charset="-128"/>
                <a:ea typeface="BIZ UDPゴシック" panose="020B0400000000000000" pitchFamily="50" charset="-128"/>
              </a:rPr>
              <a:t>という特殊マーカーを記入したシェイプは必ず削除される</a:t>
            </a:r>
            <a:endParaRPr kumimoji="1" lang="en-US" altLang="ja-JP" sz="2400" kern="0">
              <a:latin typeface="BIZ UDPゴシック" panose="020B0400000000000000" pitchFamily="50" charset="-128"/>
              <a:ea typeface="BIZ UDPゴシック" panose="020B0400000000000000" pitchFamily="50" charset="-128"/>
            </a:endParaRPr>
          </a:p>
        </p:txBody>
      </p:sp>
      <p:grpSp>
        <p:nvGrpSpPr>
          <p:cNvPr id="16" name="グループ化 15">
            <a:extLst>
              <a:ext uri="{FF2B5EF4-FFF2-40B4-BE49-F238E27FC236}">
                <a16:creationId xmlns:a16="http://schemas.microsoft.com/office/drawing/2014/main" id="{4EEDDBEB-1D1F-5182-C666-EA5FB971F4CD}"/>
              </a:ext>
            </a:extLst>
          </p:cNvPr>
          <p:cNvGrpSpPr/>
          <p:nvPr/>
        </p:nvGrpSpPr>
        <p:grpSpPr>
          <a:xfrm>
            <a:off x="1127448" y="1943485"/>
            <a:ext cx="3024335" cy="1838902"/>
            <a:chOff x="911424" y="3163721"/>
            <a:chExt cx="3456383" cy="2104181"/>
          </a:xfrm>
        </p:grpSpPr>
        <p:sp>
          <p:nvSpPr>
            <p:cNvPr id="6" name="正方形/長方形 5">
              <a:extLst>
                <a:ext uri="{FF2B5EF4-FFF2-40B4-BE49-F238E27FC236}">
                  <a16:creationId xmlns:a16="http://schemas.microsoft.com/office/drawing/2014/main" id="{8F1515A1-7E1E-908D-B2EF-6617DFE87A29}"/>
                </a:ext>
              </a:extLst>
            </p:cNvPr>
            <p:cNvSpPr/>
            <p:nvPr/>
          </p:nvSpPr>
          <p:spPr bwMode="auto">
            <a:xfrm>
              <a:off x="911424" y="3163721"/>
              <a:ext cx="3456383" cy="2104181"/>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eaLnBrk="1" hangingPunct="1">
                <a:lnSpc>
                  <a:spcPct val="150000"/>
                </a:lnSpc>
              </a:pPr>
              <a:r>
                <a:rPr kumimoji="1" lang="ja-JP" altLang="en-US"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重要スライド</a:t>
              </a: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42" name="正方形/長方形 41">
              <a:extLst>
                <a:ext uri="{FF2B5EF4-FFF2-40B4-BE49-F238E27FC236}">
                  <a16:creationId xmlns:a16="http://schemas.microsoft.com/office/drawing/2014/main" id="{949D798A-847D-277D-10EA-107B5FBB21D7}"/>
                </a:ext>
              </a:extLst>
            </p:cNvPr>
            <p:cNvSpPr/>
            <p:nvPr/>
          </p:nvSpPr>
          <p:spPr bwMode="auto">
            <a:xfrm>
              <a:off x="1081286" y="3717032"/>
              <a:ext cx="2888191" cy="1375197"/>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eaLnBrk="1" hangingPunct="1">
                <a:lnSpc>
                  <a:spcPct val="150000"/>
                </a:lnSpc>
              </a:pPr>
              <a:r>
                <a:rPr lang="ja-JP" altLang="en-US" sz="1400">
                  <a:latin typeface="BIZ UDPゴシック" panose="020B0400000000000000" pitchFamily="50" charset="-128"/>
                  <a:ea typeface="BIZ UDPゴシック" panose="020B0400000000000000" pitchFamily="50" charset="-128"/>
                </a:rPr>
                <a:t>～ ～ ～ ～ ～ ～ ～ ～ ～ </a:t>
              </a:r>
              <a:endParaRPr lang="en-US" altLang="ja-JP" sz="1400">
                <a:latin typeface="BIZ UDPゴシック" panose="020B0400000000000000" pitchFamily="50" charset="-128"/>
                <a:ea typeface="BIZ UDPゴシック" panose="020B0400000000000000" pitchFamily="50" charset="-128"/>
              </a:endParaRPr>
            </a:p>
            <a:p>
              <a:pPr eaLnBrk="1" hangingPunct="1">
                <a:lnSpc>
                  <a:spcPct val="150000"/>
                </a:lnSpc>
              </a:pPr>
              <a:r>
                <a:rPr lang="ja-JP" altLang="en-US" sz="1400">
                  <a:latin typeface="BIZ UDPゴシック" panose="020B0400000000000000" pitchFamily="50" charset="-128"/>
                  <a:ea typeface="BIZ UDPゴシック" panose="020B0400000000000000" pitchFamily="50" charset="-128"/>
                </a:rPr>
                <a:t>～ ～ ～ ～ ～ ～ ～ ～ ～ </a:t>
              </a:r>
              <a:endParaRPr lang="en-US" altLang="ja-JP" sz="1400">
                <a:latin typeface="BIZ UDPゴシック" panose="020B0400000000000000" pitchFamily="50" charset="-128"/>
                <a:ea typeface="BIZ UDPゴシック" panose="020B0400000000000000" pitchFamily="50" charset="-128"/>
              </a:endParaRPr>
            </a:p>
            <a:p>
              <a:pPr eaLnBrk="1" hangingPunct="1">
                <a:lnSpc>
                  <a:spcPct val="150000"/>
                </a:lnSpc>
              </a:pPr>
              <a:r>
                <a:rPr lang="ja-JP" altLang="en-US" sz="1400">
                  <a:latin typeface="BIZ UDPゴシック" panose="020B0400000000000000" pitchFamily="50" charset="-128"/>
                  <a:ea typeface="BIZ UDPゴシック" panose="020B0400000000000000" pitchFamily="50" charset="-128"/>
                </a:rPr>
                <a:t>～ ～ ～ ～ ～ ～ ～ ～ ～ </a:t>
              </a:r>
              <a:endParaRPr lang="en-US" altLang="ja-JP" sz="1400">
                <a:latin typeface="BIZ UDPゴシック" panose="020B0400000000000000" pitchFamily="50" charset="-128"/>
                <a:ea typeface="BIZ UDPゴシック" panose="020B0400000000000000" pitchFamily="50" charset="-128"/>
              </a:endParaRPr>
            </a:p>
          </p:txBody>
        </p:sp>
      </p:grpSp>
      <p:sp>
        <p:nvSpPr>
          <p:cNvPr id="30" name="テキスト ボックス 29">
            <a:extLst>
              <a:ext uri="{FF2B5EF4-FFF2-40B4-BE49-F238E27FC236}">
                <a16:creationId xmlns:a16="http://schemas.microsoft.com/office/drawing/2014/main" id="{2FCC6823-F3D9-5AD4-0230-FCD792AF5AD6}"/>
              </a:ext>
            </a:extLst>
          </p:cNvPr>
          <p:cNvSpPr txBox="1"/>
          <p:nvPr/>
        </p:nvSpPr>
        <p:spPr bwMode="auto">
          <a:xfrm>
            <a:off x="5159145" y="2461347"/>
            <a:ext cx="23265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必ず削除される</a:t>
            </a:r>
          </a:p>
        </p:txBody>
      </p:sp>
      <p:sp>
        <p:nvSpPr>
          <p:cNvPr id="31" name="テキスト ボックス 30">
            <a:extLst>
              <a:ext uri="{FF2B5EF4-FFF2-40B4-BE49-F238E27FC236}">
                <a16:creationId xmlns:a16="http://schemas.microsoft.com/office/drawing/2014/main" id="{91F6070A-662B-E818-9DFE-687C25C9A204}"/>
              </a:ext>
            </a:extLst>
          </p:cNvPr>
          <p:cNvSpPr txBox="1"/>
          <p:nvPr/>
        </p:nvSpPr>
        <p:spPr bwMode="auto">
          <a:xfrm>
            <a:off x="1985261" y="4060083"/>
            <a:ext cx="374441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シェイプ削除マーカー</a:t>
            </a:r>
          </a:p>
        </p:txBody>
      </p:sp>
      <p:sp>
        <p:nvSpPr>
          <p:cNvPr id="47" name="テキスト ボックス 46">
            <a:extLst>
              <a:ext uri="{FF2B5EF4-FFF2-40B4-BE49-F238E27FC236}">
                <a16:creationId xmlns:a16="http://schemas.microsoft.com/office/drawing/2014/main" id="{E65F883D-9FEC-6015-A3F6-F69F838C0DFE}"/>
              </a:ext>
            </a:extLst>
          </p:cNvPr>
          <p:cNvSpPr txBox="1"/>
          <p:nvPr/>
        </p:nvSpPr>
        <p:spPr bwMode="auto">
          <a:xfrm>
            <a:off x="3144421" y="4701838"/>
            <a:ext cx="6192688"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テキスト制作中の注意事項を記した付箋紙のような位置づけのシェイプ。本番資料では必ず削除しなければならないものだが、手動削除ではしばしば見落とされる。</a:t>
            </a:r>
            <a:endParaRPr kumimoji="1" lang="en-US" altLang="ja-JP" sz="1800" kern="0">
              <a:latin typeface="BIZ UDPゴシック" panose="020B0400000000000000" pitchFamily="50" charset="-128"/>
              <a:ea typeface="BIZ UDPゴシック" panose="020B0400000000000000" pitchFamily="50" charset="-128"/>
            </a:endParaRPr>
          </a:p>
          <a:p>
            <a:pPr algn="l"/>
            <a:endParaRPr kumimoji="1" lang="en-US" altLang="ja-JP" sz="1800" kern="0">
              <a:latin typeface="BIZ UDPゴシック" panose="020B0400000000000000" pitchFamily="50" charset="-128"/>
              <a:ea typeface="BIZ UDPゴシック" panose="020B0400000000000000" pitchFamily="50" charset="-128"/>
            </a:endParaRPr>
          </a:p>
          <a:p>
            <a:pPr algn="l"/>
            <a:r>
              <a:rPr kumimoji="1" lang="ja-JP" altLang="en-US" sz="1800" kern="0">
                <a:latin typeface="BIZ UDPゴシック" panose="020B0400000000000000" pitchFamily="50" charset="-128"/>
                <a:ea typeface="BIZ UDPゴシック" panose="020B0400000000000000" pitchFamily="50" charset="-128"/>
              </a:rPr>
              <a:t>それを確実に削除されるようにするのがこの機能</a:t>
            </a:r>
          </a:p>
        </p:txBody>
      </p:sp>
      <p:pic>
        <p:nvPicPr>
          <p:cNvPr id="4" name="図 3">
            <a:extLst>
              <a:ext uri="{FF2B5EF4-FFF2-40B4-BE49-F238E27FC236}">
                <a16:creationId xmlns:a16="http://schemas.microsoft.com/office/drawing/2014/main" id="{A7483FAE-D793-A0E9-4E38-756CBF6238EC}"/>
              </a:ext>
            </a:extLst>
          </p:cNvPr>
          <p:cNvPicPr>
            <a:picLocks noChangeAspect="1"/>
          </p:cNvPicPr>
          <p:nvPr/>
        </p:nvPicPr>
        <p:blipFill>
          <a:blip r:embed="rId3"/>
          <a:stretch>
            <a:fillRect/>
          </a:stretch>
        </p:blipFill>
        <p:spPr>
          <a:xfrm>
            <a:off x="833982" y="987678"/>
            <a:ext cx="10443353" cy="658425"/>
          </a:xfrm>
          <a:prstGeom prst="rect">
            <a:avLst/>
          </a:prstGeom>
          <a:solidFill>
            <a:schemeClr val="bg1"/>
          </a:solidFill>
        </p:spPr>
      </p:pic>
      <p:sp>
        <p:nvSpPr>
          <p:cNvPr id="7" name="正方形/長方形 6">
            <a:extLst>
              <a:ext uri="{FF2B5EF4-FFF2-40B4-BE49-F238E27FC236}">
                <a16:creationId xmlns:a16="http://schemas.microsoft.com/office/drawing/2014/main" id="{36AD6416-7494-7525-1F06-F0FA86741BB3}"/>
              </a:ext>
            </a:extLst>
          </p:cNvPr>
          <p:cNvSpPr/>
          <p:nvPr/>
        </p:nvSpPr>
        <p:spPr bwMode="auto">
          <a:xfrm>
            <a:off x="2732180" y="2310708"/>
            <a:ext cx="1347596" cy="528916"/>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最新情報確認！</a:t>
            </a:r>
            <a:endParaRPr kumimoji="1" lang="en-US" altLang="ja-JP" sz="14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endParaRPr>
          </a:p>
          <a:p>
            <a:pPr algn="ctr" eaLnBrk="1" hangingPunct="1"/>
            <a:r>
              <a:rPr lang="en-US" altLang="ja-JP" sz="1400">
                <a:latin typeface="BIZ UDPゴシック" panose="020B0400000000000000" pitchFamily="50" charset="-128"/>
                <a:ea typeface="BIZ UDPゴシック" panose="020B0400000000000000" pitchFamily="50" charset="-128"/>
              </a:rPr>
              <a:t>#MEMO#</a:t>
            </a:r>
            <a:endParaRPr kumimoji="1" lang="ja-JP" altLang="en-US" sz="14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grpSp>
        <p:nvGrpSpPr>
          <p:cNvPr id="8" name="グループ化 7">
            <a:extLst>
              <a:ext uri="{FF2B5EF4-FFF2-40B4-BE49-F238E27FC236}">
                <a16:creationId xmlns:a16="http://schemas.microsoft.com/office/drawing/2014/main" id="{A9ACEEB6-8A66-F8FF-5D39-96BBDD178938}"/>
              </a:ext>
            </a:extLst>
          </p:cNvPr>
          <p:cNvGrpSpPr/>
          <p:nvPr/>
        </p:nvGrpSpPr>
        <p:grpSpPr>
          <a:xfrm>
            <a:off x="7947652" y="1943485"/>
            <a:ext cx="3024335" cy="1838902"/>
            <a:chOff x="911424" y="3163721"/>
            <a:chExt cx="3456383" cy="2104181"/>
          </a:xfrm>
        </p:grpSpPr>
        <p:sp>
          <p:nvSpPr>
            <p:cNvPr id="10" name="正方形/長方形 9">
              <a:extLst>
                <a:ext uri="{FF2B5EF4-FFF2-40B4-BE49-F238E27FC236}">
                  <a16:creationId xmlns:a16="http://schemas.microsoft.com/office/drawing/2014/main" id="{7B7B0AD7-B0AD-B571-3A30-3EFC83FB6CE6}"/>
                </a:ext>
              </a:extLst>
            </p:cNvPr>
            <p:cNvSpPr/>
            <p:nvPr/>
          </p:nvSpPr>
          <p:spPr bwMode="auto">
            <a:xfrm>
              <a:off x="911424" y="3163721"/>
              <a:ext cx="3456383" cy="2104181"/>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eaLnBrk="1" hangingPunct="1">
                <a:lnSpc>
                  <a:spcPct val="150000"/>
                </a:lnSpc>
              </a:pPr>
              <a:r>
                <a:rPr kumimoji="1" lang="ja-JP" altLang="en-US"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重要スライド</a:t>
              </a: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1" name="正方形/長方形 10">
              <a:extLst>
                <a:ext uri="{FF2B5EF4-FFF2-40B4-BE49-F238E27FC236}">
                  <a16:creationId xmlns:a16="http://schemas.microsoft.com/office/drawing/2014/main" id="{F7BF1EEF-4566-037F-014E-7F84FC62C890}"/>
                </a:ext>
              </a:extLst>
            </p:cNvPr>
            <p:cNvSpPr/>
            <p:nvPr/>
          </p:nvSpPr>
          <p:spPr bwMode="auto">
            <a:xfrm>
              <a:off x="1081286" y="3717032"/>
              <a:ext cx="2888191" cy="1375197"/>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eaLnBrk="1" hangingPunct="1">
                <a:lnSpc>
                  <a:spcPct val="150000"/>
                </a:lnSpc>
              </a:pPr>
              <a:r>
                <a:rPr lang="ja-JP" altLang="en-US" sz="1400">
                  <a:latin typeface="BIZ UDPゴシック" panose="020B0400000000000000" pitchFamily="50" charset="-128"/>
                  <a:ea typeface="BIZ UDPゴシック" panose="020B0400000000000000" pitchFamily="50" charset="-128"/>
                </a:rPr>
                <a:t>～ ～ ～ ～ ～ ～ ～ ～ ～ </a:t>
              </a:r>
              <a:endParaRPr lang="en-US" altLang="ja-JP" sz="1400">
                <a:latin typeface="BIZ UDPゴシック" panose="020B0400000000000000" pitchFamily="50" charset="-128"/>
                <a:ea typeface="BIZ UDPゴシック" panose="020B0400000000000000" pitchFamily="50" charset="-128"/>
              </a:endParaRPr>
            </a:p>
            <a:p>
              <a:pPr eaLnBrk="1" hangingPunct="1">
                <a:lnSpc>
                  <a:spcPct val="150000"/>
                </a:lnSpc>
              </a:pPr>
              <a:r>
                <a:rPr lang="ja-JP" altLang="en-US" sz="1400">
                  <a:latin typeface="BIZ UDPゴシック" panose="020B0400000000000000" pitchFamily="50" charset="-128"/>
                  <a:ea typeface="BIZ UDPゴシック" panose="020B0400000000000000" pitchFamily="50" charset="-128"/>
                </a:rPr>
                <a:t>～ ～ ～ ～ ～ ～ ～ ～ ～ </a:t>
              </a:r>
              <a:endParaRPr lang="en-US" altLang="ja-JP" sz="1400">
                <a:latin typeface="BIZ UDPゴシック" panose="020B0400000000000000" pitchFamily="50" charset="-128"/>
                <a:ea typeface="BIZ UDPゴシック" panose="020B0400000000000000" pitchFamily="50" charset="-128"/>
              </a:endParaRPr>
            </a:p>
            <a:p>
              <a:pPr eaLnBrk="1" hangingPunct="1">
                <a:lnSpc>
                  <a:spcPct val="150000"/>
                </a:lnSpc>
              </a:pPr>
              <a:r>
                <a:rPr lang="ja-JP" altLang="en-US" sz="1400">
                  <a:latin typeface="BIZ UDPゴシック" panose="020B0400000000000000" pitchFamily="50" charset="-128"/>
                  <a:ea typeface="BIZ UDPゴシック" panose="020B0400000000000000" pitchFamily="50" charset="-128"/>
                </a:rPr>
                <a:t>～ ～ ～ ～ ～ ～ ～ ～ ～ </a:t>
              </a:r>
              <a:endParaRPr lang="en-US" altLang="ja-JP" sz="1400">
                <a:latin typeface="BIZ UDPゴシック" panose="020B0400000000000000" pitchFamily="50" charset="-128"/>
                <a:ea typeface="BIZ UDPゴシック" panose="020B0400000000000000" pitchFamily="50" charset="-128"/>
              </a:endParaRPr>
            </a:p>
          </p:txBody>
        </p:sp>
      </p:grpSp>
      <p:cxnSp>
        <p:nvCxnSpPr>
          <p:cNvPr id="14" name="直線矢印コネクタ 13">
            <a:extLst>
              <a:ext uri="{FF2B5EF4-FFF2-40B4-BE49-F238E27FC236}">
                <a16:creationId xmlns:a16="http://schemas.microsoft.com/office/drawing/2014/main" id="{5534EA82-D37A-2CAB-C3B3-7CD3986E11FC}"/>
              </a:ext>
            </a:extLst>
          </p:cNvPr>
          <p:cNvCxnSpPr>
            <a:stCxn id="6" idx="3"/>
            <a:endCxn id="10" idx="1"/>
          </p:cNvCxnSpPr>
          <p:nvPr/>
        </p:nvCxnSpPr>
        <p:spPr bwMode="auto">
          <a:xfrm>
            <a:off x="4151783" y="2862936"/>
            <a:ext cx="3795869" cy="0"/>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pic>
        <p:nvPicPr>
          <p:cNvPr id="25" name="図 24">
            <a:extLst>
              <a:ext uri="{FF2B5EF4-FFF2-40B4-BE49-F238E27FC236}">
                <a16:creationId xmlns:a16="http://schemas.microsoft.com/office/drawing/2014/main" id="{211F156F-2C4B-ED7E-FDCC-CBB4EEE5232E}"/>
              </a:ext>
            </a:extLst>
          </p:cNvPr>
          <p:cNvPicPr>
            <a:picLocks noChangeAspect="1"/>
          </p:cNvPicPr>
          <p:nvPr/>
        </p:nvPicPr>
        <p:blipFill>
          <a:blip r:embed="rId4"/>
          <a:stretch>
            <a:fillRect/>
          </a:stretch>
        </p:blipFill>
        <p:spPr>
          <a:xfrm>
            <a:off x="2671283" y="2314172"/>
            <a:ext cx="1457070" cy="597460"/>
          </a:xfrm>
          <a:prstGeom prst="rect">
            <a:avLst/>
          </a:prstGeom>
        </p:spPr>
      </p:pic>
      <p:cxnSp>
        <p:nvCxnSpPr>
          <p:cNvPr id="33" name="直線矢印コネクタ 32">
            <a:extLst>
              <a:ext uri="{FF2B5EF4-FFF2-40B4-BE49-F238E27FC236}">
                <a16:creationId xmlns:a16="http://schemas.microsoft.com/office/drawing/2014/main" id="{875B9659-7A36-2709-C765-999D4B802235}"/>
              </a:ext>
            </a:extLst>
          </p:cNvPr>
          <p:cNvCxnSpPr>
            <a:cxnSpLocks/>
          </p:cNvCxnSpPr>
          <p:nvPr/>
        </p:nvCxnSpPr>
        <p:spPr bwMode="auto">
          <a:xfrm flipV="1">
            <a:off x="2561325" y="2830679"/>
            <a:ext cx="583096" cy="1257218"/>
          </a:xfrm>
          <a:prstGeom prst="straightConnector1">
            <a:avLst/>
          </a:prstGeom>
          <a:solidFill>
            <a:srgbClr val="CCFFFF"/>
          </a:solidFill>
          <a:ln w="28575" cap="flat" cmpd="sng" algn="ctr">
            <a:solidFill>
              <a:schemeClr val="accent2"/>
            </a:solidFill>
            <a:prstDash val="solid"/>
            <a:round/>
            <a:headEnd type="none" w="med" len="med"/>
            <a:tailEnd type="triangle"/>
          </a:ln>
          <a:effectLst/>
        </p:spPr>
      </p:cxnSp>
    </p:spTree>
    <p:extLst>
      <p:ext uri="{BB962C8B-B14F-4D97-AF65-F5344CB8AC3E}">
        <p14:creationId xmlns:p14="http://schemas.microsoft.com/office/powerpoint/2010/main" val="2470062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exportrange">
            <a:extLst>
              <a:ext uri="{FF2B5EF4-FFF2-40B4-BE49-F238E27FC236}">
                <a16:creationId xmlns:a16="http://schemas.microsoft.com/office/drawing/2014/main" id="{526BEC3E-C976-13BB-1D41-23D6198BB2B3}"/>
              </a:ext>
            </a:extLst>
          </p:cNvPr>
          <p:cNvSpPr/>
          <p:nvPr/>
        </p:nvSpPr>
        <p:spPr bwMode="auto">
          <a:xfrm>
            <a:off x="695400" y="1079545"/>
            <a:ext cx="10441160" cy="5597052"/>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58" name="四角形: 角を丸くする 57">
            <a:extLst>
              <a:ext uri="{FF2B5EF4-FFF2-40B4-BE49-F238E27FC236}">
                <a16:creationId xmlns:a16="http://schemas.microsoft.com/office/drawing/2014/main" id="{E7D731E8-E5F4-6A16-D175-64D19AE5BCB9}"/>
              </a:ext>
            </a:extLst>
          </p:cNvPr>
          <p:cNvSpPr/>
          <p:nvPr/>
        </p:nvSpPr>
        <p:spPr bwMode="auto">
          <a:xfrm>
            <a:off x="1055440" y="2747481"/>
            <a:ext cx="9244586" cy="1626050"/>
          </a:xfrm>
          <a:prstGeom prst="roundRect">
            <a:avLst/>
          </a:prstGeom>
          <a:solidFill>
            <a:schemeClr val="bg1"/>
          </a:solidFill>
          <a:ln w="28575" cap="flat" cmpd="sng" algn="ctr">
            <a:solidFill>
              <a:schemeClr val="accent2"/>
            </a:solidFill>
            <a:prstDash val="dash"/>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3B63437F-8847-9945-31CF-4F9CA1A2F84B}"/>
              </a:ext>
            </a:extLst>
          </p:cNvPr>
          <p:cNvSpPr>
            <a:spLocks noGrp="1"/>
          </p:cNvSpPr>
          <p:nvPr>
            <p:ph type="title"/>
          </p:nvPr>
        </p:nvSpPr>
        <p:spPr/>
        <p:txBody>
          <a:bodyPr/>
          <a:lstStyle/>
          <a:p>
            <a:r>
              <a:rPr lang="en-US" altLang="ja-JP"/>
              <a:t>PPTX</a:t>
            </a:r>
            <a:r>
              <a:rPr lang="ja-JP" altLang="en-US"/>
              <a:t>生成機能と、その他の形式文書生成機能</a:t>
            </a:r>
            <a:endParaRPr kumimoji="1" lang="ja-JP" altLang="en-US"/>
          </a:p>
        </p:txBody>
      </p:sp>
      <p:sp>
        <p:nvSpPr>
          <p:cNvPr id="3" name="フッター プレースホルダー 2">
            <a:extLst>
              <a:ext uri="{FF2B5EF4-FFF2-40B4-BE49-F238E27FC236}">
                <a16:creationId xmlns:a16="http://schemas.microsoft.com/office/drawing/2014/main" id="{87B4DBC7-DFE5-ED73-9782-505D6EF83FAD}"/>
              </a:ext>
            </a:extLst>
          </p:cNvPr>
          <p:cNvSpPr>
            <a:spLocks noGrp="1"/>
          </p:cNvSpPr>
          <p:nvPr>
            <p:ph type="ftr" sz="quarter" idx="11"/>
          </p:nvPr>
        </p:nvSpPr>
        <p:spPr/>
        <p:txBody>
          <a:bodyPr/>
          <a:lstStyle/>
          <a:p>
            <a:r>
              <a:rPr lang="en-US" altLang="ja-JP"/>
              <a:t>Copyright 2026 </a:t>
            </a:r>
            <a:r>
              <a:rPr lang="ja-JP" altLang="en-US"/>
              <a:t>アイデアクラフト </a:t>
            </a:r>
            <a:r>
              <a:rPr lang="en-US" altLang="ja-JP"/>
              <a:t>Kaimai Mizuhiro</a:t>
            </a:r>
            <a:endParaRPr lang="ja-JP" altLang="en-US" dirty="0"/>
          </a:p>
        </p:txBody>
      </p:sp>
      <p:grpSp>
        <p:nvGrpSpPr>
          <p:cNvPr id="4" name="グループ化 3">
            <a:extLst>
              <a:ext uri="{FF2B5EF4-FFF2-40B4-BE49-F238E27FC236}">
                <a16:creationId xmlns:a16="http://schemas.microsoft.com/office/drawing/2014/main" id="{13792284-F89A-BD2E-0B6A-182527D36FB5}"/>
              </a:ext>
            </a:extLst>
          </p:cNvPr>
          <p:cNvGrpSpPr/>
          <p:nvPr/>
        </p:nvGrpSpPr>
        <p:grpSpPr>
          <a:xfrm>
            <a:off x="2063552" y="3680517"/>
            <a:ext cx="730509" cy="730509"/>
            <a:chOff x="3503712" y="3429000"/>
            <a:chExt cx="936104" cy="936104"/>
          </a:xfrm>
        </p:grpSpPr>
        <p:sp>
          <p:nvSpPr>
            <p:cNvPr id="5" name="正方形/長方形 4">
              <a:extLst>
                <a:ext uri="{FF2B5EF4-FFF2-40B4-BE49-F238E27FC236}">
                  <a16:creationId xmlns:a16="http://schemas.microsoft.com/office/drawing/2014/main" id="{39456386-3AA4-2F2E-C28B-50881632A897}"/>
                </a:ext>
              </a:extLst>
            </p:cNvPr>
            <p:cNvSpPr/>
            <p:nvPr/>
          </p:nvSpPr>
          <p:spPr bwMode="auto">
            <a:xfrm>
              <a:off x="3503712" y="3429000"/>
              <a:ext cx="936104" cy="936104"/>
            </a:xfrm>
            <a:prstGeom prst="rect">
              <a:avLst/>
            </a:prstGeom>
            <a:solidFill>
              <a:schemeClr val="bg1"/>
            </a:solidFill>
            <a:ln w="12700" cap="flat" cmpd="sng" algn="ctr">
              <a:solidFill>
                <a:schemeClr val="tx1">
                  <a:lumMod val="50000"/>
                  <a:lumOff val="5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6" name="図 5">
              <a:extLst>
                <a:ext uri="{FF2B5EF4-FFF2-40B4-BE49-F238E27FC236}">
                  <a16:creationId xmlns:a16="http://schemas.microsoft.com/office/drawing/2014/main" id="{FDF16080-8411-7B5D-7DE3-127D9CBADE6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6066" y="3625362"/>
              <a:ext cx="571699" cy="547977"/>
            </a:xfrm>
            <a:prstGeom prst="rect">
              <a:avLst/>
            </a:prstGeom>
          </p:spPr>
        </p:pic>
      </p:grpSp>
      <p:grpSp>
        <p:nvGrpSpPr>
          <p:cNvPr id="7" name="グループ化 6">
            <a:extLst>
              <a:ext uri="{FF2B5EF4-FFF2-40B4-BE49-F238E27FC236}">
                <a16:creationId xmlns:a16="http://schemas.microsoft.com/office/drawing/2014/main" id="{EEE00742-FFE5-D2BE-6972-5515682F1984}"/>
              </a:ext>
            </a:extLst>
          </p:cNvPr>
          <p:cNvGrpSpPr/>
          <p:nvPr/>
        </p:nvGrpSpPr>
        <p:grpSpPr>
          <a:xfrm>
            <a:off x="1901809" y="3589561"/>
            <a:ext cx="730509" cy="730509"/>
            <a:chOff x="3503712" y="3429000"/>
            <a:chExt cx="936104" cy="936104"/>
          </a:xfrm>
        </p:grpSpPr>
        <p:sp>
          <p:nvSpPr>
            <p:cNvPr id="8" name="正方形/長方形 7">
              <a:extLst>
                <a:ext uri="{FF2B5EF4-FFF2-40B4-BE49-F238E27FC236}">
                  <a16:creationId xmlns:a16="http://schemas.microsoft.com/office/drawing/2014/main" id="{7A5E3CE8-2864-1676-3E38-F1C3C229BD05}"/>
                </a:ext>
              </a:extLst>
            </p:cNvPr>
            <p:cNvSpPr/>
            <p:nvPr/>
          </p:nvSpPr>
          <p:spPr bwMode="auto">
            <a:xfrm>
              <a:off x="3503712" y="3429000"/>
              <a:ext cx="936104" cy="936104"/>
            </a:xfrm>
            <a:prstGeom prst="rect">
              <a:avLst/>
            </a:prstGeom>
            <a:solidFill>
              <a:schemeClr val="bg1"/>
            </a:solidFill>
            <a:ln w="12700" cap="flat" cmpd="sng" algn="ctr">
              <a:solidFill>
                <a:schemeClr val="tx1">
                  <a:lumMod val="50000"/>
                  <a:lumOff val="5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9" name="図 8">
              <a:extLst>
                <a:ext uri="{FF2B5EF4-FFF2-40B4-BE49-F238E27FC236}">
                  <a16:creationId xmlns:a16="http://schemas.microsoft.com/office/drawing/2014/main" id="{BC2D0CCD-49FA-7E5B-4D9A-D7431335CF7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6066" y="3625362"/>
              <a:ext cx="571699" cy="547977"/>
            </a:xfrm>
            <a:prstGeom prst="rect">
              <a:avLst/>
            </a:prstGeom>
          </p:spPr>
        </p:pic>
      </p:grpSp>
      <p:grpSp>
        <p:nvGrpSpPr>
          <p:cNvPr id="10" name="グループ化 9">
            <a:extLst>
              <a:ext uri="{FF2B5EF4-FFF2-40B4-BE49-F238E27FC236}">
                <a16:creationId xmlns:a16="http://schemas.microsoft.com/office/drawing/2014/main" id="{08150B80-7F70-C770-925C-974110CEF185}"/>
              </a:ext>
            </a:extLst>
          </p:cNvPr>
          <p:cNvGrpSpPr/>
          <p:nvPr/>
        </p:nvGrpSpPr>
        <p:grpSpPr>
          <a:xfrm>
            <a:off x="1740065" y="3498606"/>
            <a:ext cx="730509" cy="730509"/>
            <a:chOff x="3503712" y="3429000"/>
            <a:chExt cx="936104" cy="936104"/>
          </a:xfrm>
        </p:grpSpPr>
        <p:sp>
          <p:nvSpPr>
            <p:cNvPr id="11" name="正方形/長方形 10">
              <a:extLst>
                <a:ext uri="{FF2B5EF4-FFF2-40B4-BE49-F238E27FC236}">
                  <a16:creationId xmlns:a16="http://schemas.microsoft.com/office/drawing/2014/main" id="{EBFF3BE2-271B-F642-5176-65D53D7CFB7E}"/>
                </a:ext>
              </a:extLst>
            </p:cNvPr>
            <p:cNvSpPr/>
            <p:nvPr/>
          </p:nvSpPr>
          <p:spPr bwMode="auto">
            <a:xfrm>
              <a:off x="3503712" y="3429000"/>
              <a:ext cx="936104" cy="936104"/>
            </a:xfrm>
            <a:prstGeom prst="rect">
              <a:avLst/>
            </a:prstGeom>
            <a:solidFill>
              <a:schemeClr val="bg1"/>
            </a:solidFill>
            <a:ln w="12700" cap="flat" cmpd="sng" algn="ctr">
              <a:solidFill>
                <a:schemeClr val="tx1">
                  <a:lumMod val="50000"/>
                  <a:lumOff val="5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12" name="図 11">
              <a:extLst>
                <a:ext uri="{FF2B5EF4-FFF2-40B4-BE49-F238E27FC236}">
                  <a16:creationId xmlns:a16="http://schemas.microsoft.com/office/drawing/2014/main" id="{BB021D07-AE5B-E1D2-7969-91846A420B4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6066" y="3625362"/>
              <a:ext cx="571699" cy="547977"/>
            </a:xfrm>
            <a:prstGeom prst="rect">
              <a:avLst/>
            </a:prstGeom>
          </p:spPr>
        </p:pic>
      </p:grpSp>
      <p:grpSp>
        <p:nvGrpSpPr>
          <p:cNvPr id="13" name="グループ化 12">
            <a:extLst>
              <a:ext uri="{FF2B5EF4-FFF2-40B4-BE49-F238E27FC236}">
                <a16:creationId xmlns:a16="http://schemas.microsoft.com/office/drawing/2014/main" id="{7C343B21-D43B-AEE2-E7B1-F96FB9501EF0}"/>
              </a:ext>
            </a:extLst>
          </p:cNvPr>
          <p:cNvGrpSpPr/>
          <p:nvPr/>
        </p:nvGrpSpPr>
        <p:grpSpPr>
          <a:xfrm>
            <a:off x="1578321" y="3407651"/>
            <a:ext cx="730509" cy="730509"/>
            <a:chOff x="3503712" y="3429000"/>
            <a:chExt cx="936104" cy="936104"/>
          </a:xfrm>
        </p:grpSpPr>
        <p:sp>
          <p:nvSpPr>
            <p:cNvPr id="14" name="正方形/長方形 13">
              <a:extLst>
                <a:ext uri="{FF2B5EF4-FFF2-40B4-BE49-F238E27FC236}">
                  <a16:creationId xmlns:a16="http://schemas.microsoft.com/office/drawing/2014/main" id="{AC60289F-42BF-49C6-5AA5-C115FF48CBD8}"/>
                </a:ext>
              </a:extLst>
            </p:cNvPr>
            <p:cNvSpPr/>
            <p:nvPr/>
          </p:nvSpPr>
          <p:spPr bwMode="auto">
            <a:xfrm>
              <a:off x="3503712" y="3429000"/>
              <a:ext cx="936104" cy="936104"/>
            </a:xfrm>
            <a:prstGeom prst="rect">
              <a:avLst/>
            </a:prstGeom>
            <a:solidFill>
              <a:schemeClr val="bg1"/>
            </a:solidFill>
            <a:ln w="12700" cap="flat" cmpd="sng" algn="ctr">
              <a:solidFill>
                <a:schemeClr val="tx1">
                  <a:lumMod val="50000"/>
                  <a:lumOff val="5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15" name="図 14">
              <a:extLst>
                <a:ext uri="{FF2B5EF4-FFF2-40B4-BE49-F238E27FC236}">
                  <a16:creationId xmlns:a16="http://schemas.microsoft.com/office/drawing/2014/main" id="{CB9BA5E2-6F18-26CD-36D6-8A84C4C1497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6066" y="3625362"/>
              <a:ext cx="571699" cy="547977"/>
            </a:xfrm>
            <a:prstGeom prst="rect">
              <a:avLst/>
            </a:prstGeom>
          </p:spPr>
        </p:pic>
      </p:grpSp>
      <p:sp>
        <p:nvSpPr>
          <p:cNvPr id="17" name="テキスト ボックス 16">
            <a:extLst>
              <a:ext uri="{FF2B5EF4-FFF2-40B4-BE49-F238E27FC236}">
                <a16:creationId xmlns:a16="http://schemas.microsoft.com/office/drawing/2014/main" id="{35EB2FF5-FC9F-2639-C922-344561EE4B5A}"/>
              </a:ext>
            </a:extLst>
          </p:cNvPr>
          <p:cNvSpPr txBox="1"/>
          <p:nvPr/>
        </p:nvSpPr>
        <p:spPr bwMode="auto">
          <a:xfrm>
            <a:off x="1182793" y="2851020"/>
            <a:ext cx="232091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kern="0">
                <a:latin typeface="BIZ UDPゴシック" panose="020B0400000000000000" pitchFamily="50" charset="-128"/>
                <a:ea typeface="BIZ UDPゴシック" panose="020B0400000000000000" pitchFamily="50" charset="-128"/>
              </a:rPr>
              <a:t>文書部品マスター</a:t>
            </a:r>
          </a:p>
        </p:txBody>
      </p:sp>
      <p:grpSp>
        <p:nvGrpSpPr>
          <p:cNvPr id="18" name="グループ化 17">
            <a:extLst>
              <a:ext uri="{FF2B5EF4-FFF2-40B4-BE49-F238E27FC236}">
                <a16:creationId xmlns:a16="http://schemas.microsoft.com/office/drawing/2014/main" id="{689560D3-7A8E-E7AB-21D3-4C0103460832}"/>
              </a:ext>
            </a:extLst>
          </p:cNvPr>
          <p:cNvGrpSpPr/>
          <p:nvPr/>
        </p:nvGrpSpPr>
        <p:grpSpPr>
          <a:xfrm>
            <a:off x="8931124" y="3492561"/>
            <a:ext cx="730509" cy="730509"/>
            <a:chOff x="3503712" y="3429000"/>
            <a:chExt cx="936104" cy="936104"/>
          </a:xfrm>
        </p:grpSpPr>
        <p:sp>
          <p:nvSpPr>
            <p:cNvPr id="19" name="正方形/長方形 18">
              <a:extLst>
                <a:ext uri="{FF2B5EF4-FFF2-40B4-BE49-F238E27FC236}">
                  <a16:creationId xmlns:a16="http://schemas.microsoft.com/office/drawing/2014/main" id="{4AD109BC-7151-64C6-EFC9-C9F9C1F9FE5B}"/>
                </a:ext>
              </a:extLst>
            </p:cNvPr>
            <p:cNvSpPr/>
            <p:nvPr/>
          </p:nvSpPr>
          <p:spPr bwMode="auto">
            <a:xfrm>
              <a:off x="3503712" y="3429000"/>
              <a:ext cx="936104" cy="936104"/>
            </a:xfrm>
            <a:prstGeom prst="rect">
              <a:avLst/>
            </a:prstGeom>
            <a:solidFill>
              <a:schemeClr val="bg1"/>
            </a:solidFill>
            <a:ln w="12700" cap="flat" cmpd="sng" algn="ctr">
              <a:solidFill>
                <a:schemeClr val="tx1">
                  <a:lumMod val="50000"/>
                  <a:lumOff val="5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20" name="図 19">
              <a:extLst>
                <a:ext uri="{FF2B5EF4-FFF2-40B4-BE49-F238E27FC236}">
                  <a16:creationId xmlns:a16="http://schemas.microsoft.com/office/drawing/2014/main" id="{52168FA2-B2E2-B281-8982-523C257A07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6066" y="3625362"/>
              <a:ext cx="571699" cy="547977"/>
            </a:xfrm>
            <a:prstGeom prst="rect">
              <a:avLst/>
            </a:prstGeom>
          </p:spPr>
        </p:pic>
      </p:grpSp>
      <p:sp>
        <p:nvSpPr>
          <p:cNvPr id="21" name="テキスト ボックス 20">
            <a:extLst>
              <a:ext uri="{FF2B5EF4-FFF2-40B4-BE49-F238E27FC236}">
                <a16:creationId xmlns:a16="http://schemas.microsoft.com/office/drawing/2014/main" id="{435ECA10-2D20-8A5C-3DB7-A89424AC1C33}"/>
              </a:ext>
            </a:extLst>
          </p:cNvPr>
          <p:cNvSpPr txBox="1"/>
          <p:nvPr/>
        </p:nvSpPr>
        <p:spPr bwMode="auto">
          <a:xfrm>
            <a:off x="8602363" y="2851020"/>
            <a:ext cx="158521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kern="0">
                <a:latin typeface="BIZ UDPゴシック" panose="020B0400000000000000" pitchFamily="50" charset="-128"/>
                <a:ea typeface="BIZ UDPゴシック" panose="020B0400000000000000" pitchFamily="50" charset="-128"/>
              </a:rPr>
              <a:t>結合</a:t>
            </a:r>
            <a:r>
              <a:rPr kumimoji="1" lang="en-US" altLang="ja-JP" kern="0">
                <a:latin typeface="BIZ UDPゴシック" panose="020B0400000000000000" pitchFamily="50" charset="-128"/>
                <a:ea typeface="BIZ UDPゴシック" panose="020B0400000000000000" pitchFamily="50" charset="-128"/>
              </a:rPr>
              <a:t>PPTX</a:t>
            </a:r>
            <a:endParaRPr kumimoji="1" lang="ja-JP" altLang="en-US" kern="0">
              <a:latin typeface="BIZ UDPゴシック" panose="020B0400000000000000" pitchFamily="50" charset="-128"/>
              <a:ea typeface="BIZ UDPゴシック" panose="020B0400000000000000" pitchFamily="50" charset="-128"/>
            </a:endParaRPr>
          </a:p>
        </p:txBody>
      </p:sp>
      <p:sp>
        <p:nvSpPr>
          <p:cNvPr id="22" name="四角形: 角を丸くする 21">
            <a:extLst>
              <a:ext uri="{FF2B5EF4-FFF2-40B4-BE49-F238E27FC236}">
                <a16:creationId xmlns:a16="http://schemas.microsoft.com/office/drawing/2014/main" id="{956B80C2-D07D-CD45-FB72-08EE66516550}"/>
              </a:ext>
            </a:extLst>
          </p:cNvPr>
          <p:cNvSpPr/>
          <p:nvPr/>
        </p:nvSpPr>
        <p:spPr bwMode="auto">
          <a:xfrm>
            <a:off x="4035629" y="3533779"/>
            <a:ext cx="2613890" cy="648072"/>
          </a:xfrm>
          <a:prstGeom prst="roundRect">
            <a:avLst/>
          </a:prstGeom>
          <a:solidFill>
            <a:srgbClr val="31859C"/>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algn="ctr" eaLnBrk="1" hangingPunct="1"/>
            <a:r>
              <a:rPr lang="en-US" altLang="ja-JP" sz="2400">
                <a:solidFill>
                  <a:schemeClr val="bg1"/>
                </a:solidFill>
                <a:latin typeface="BIZ UDPゴシック" panose="020B0400000000000000" pitchFamily="50" charset="-128"/>
                <a:ea typeface="BIZ UDPゴシック" panose="020B0400000000000000" pitchFamily="50" charset="-128"/>
              </a:rPr>
              <a:t>PPTX</a:t>
            </a:r>
            <a:r>
              <a:rPr lang="ja-JP" altLang="en-US" sz="2400">
                <a:solidFill>
                  <a:schemeClr val="bg1"/>
                </a:solidFill>
                <a:latin typeface="BIZ UDPゴシック" panose="020B0400000000000000" pitchFamily="50" charset="-128"/>
                <a:ea typeface="BIZ UDPゴシック" panose="020B0400000000000000" pitchFamily="50" charset="-128"/>
              </a:rPr>
              <a:t>生成機能</a:t>
            </a:r>
            <a:endParaRPr kumimoji="1" lang="ja-JP" altLang="en-US" sz="2400" b="1" i="0" u="none" strike="noStrike" cap="none" normalizeH="0" baseline="0" dirty="0">
              <a:ln>
                <a:noFill/>
              </a:ln>
              <a:solidFill>
                <a:schemeClr val="bg1"/>
              </a:solidFill>
              <a:effectLst/>
              <a:latin typeface="BIZ UDPゴシック" panose="020B0400000000000000" pitchFamily="50" charset="-128"/>
              <a:ea typeface="BIZ UDPゴシック" panose="020B0400000000000000" pitchFamily="50" charset="-128"/>
            </a:endParaRPr>
          </a:p>
        </p:txBody>
      </p:sp>
      <p:cxnSp>
        <p:nvCxnSpPr>
          <p:cNvPr id="24" name="直線矢印コネクタ 23">
            <a:extLst>
              <a:ext uri="{FF2B5EF4-FFF2-40B4-BE49-F238E27FC236}">
                <a16:creationId xmlns:a16="http://schemas.microsoft.com/office/drawing/2014/main" id="{ED71F25B-CC6D-CA5C-912C-39DA09F67D3D}"/>
              </a:ext>
            </a:extLst>
          </p:cNvPr>
          <p:cNvCxnSpPr>
            <a:cxnSpLocks/>
            <a:stCxn id="11" idx="3"/>
            <a:endCxn id="22" idx="1"/>
          </p:cNvCxnSpPr>
          <p:nvPr/>
        </p:nvCxnSpPr>
        <p:spPr bwMode="auto">
          <a:xfrm flipV="1">
            <a:off x="2470574" y="3857815"/>
            <a:ext cx="1565055" cy="6046"/>
          </a:xfrm>
          <a:prstGeom prst="straightConnector1">
            <a:avLst/>
          </a:prstGeom>
          <a:solidFill>
            <a:srgbClr val="CCFFFF"/>
          </a:solidFill>
          <a:ln w="38100" cap="flat" cmpd="sng" algn="ctr">
            <a:solidFill>
              <a:schemeClr val="tx1">
                <a:lumMod val="75000"/>
                <a:lumOff val="25000"/>
              </a:schemeClr>
            </a:solidFill>
            <a:prstDash val="solid"/>
            <a:round/>
            <a:headEnd type="none" w="med" len="med"/>
            <a:tailEnd type="triangle"/>
          </a:ln>
          <a:effectLst/>
        </p:spPr>
      </p:cxnSp>
      <p:cxnSp>
        <p:nvCxnSpPr>
          <p:cNvPr id="25" name="直線矢印コネクタ 24">
            <a:extLst>
              <a:ext uri="{FF2B5EF4-FFF2-40B4-BE49-F238E27FC236}">
                <a16:creationId xmlns:a16="http://schemas.microsoft.com/office/drawing/2014/main" id="{BB84ED87-C18D-4ABD-6602-C4F9FB159522}"/>
              </a:ext>
            </a:extLst>
          </p:cNvPr>
          <p:cNvCxnSpPr>
            <a:cxnSpLocks/>
            <a:stCxn id="22" idx="3"/>
          </p:cNvCxnSpPr>
          <p:nvPr/>
        </p:nvCxnSpPr>
        <p:spPr bwMode="auto">
          <a:xfrm>
            <a:off x="6649519" y="3857815"/>
            <a:ext cx="1894753" cy="0"/>
          </a:xfrm>
          <a:prstGeom prst="straightConnector1">
            <a:avLst/>
          </a:prstGeom>
          <a:solidFill>
            <a:srgbClr val="CCFFFF"/>
          </a:solidFill>
          <a:ln w="38100" cap="flat" cmpd="sng" algn="ctr">
            <a:solidFill>
              <a:schemeClr val="tx1">
                <a:lumMod val="75000"/>
                <a:lumOff val="25000"/>
              </a:schemeClr>
            </a:solidFill>
            <a:prstDash val="solid"/>
            <a:round/>
            <a:headEnd type="none" w="med" len="med"/>
            <a:tailEnd type="triangle"/>
          </a:ln>
          <a:effectLst/>
        </p:spPr>
      </p:cxnSp>
      <p:sp>
        <p:nvSpPr>
          <p:cNvPr id="28" name="四角形: 角を丸くする 27">
            <a:extLst>
              <a:ext uri="{FF2B5EF4-FFF2-40B4-BE49-F238E27FC236}">
                <a16:creationId xmlns:a16="http://schemas.microsoft.com/office/drawing/2014/main" id="{9FF7AA73-9458-4593-D495-107AB88B269D}"/>
              </a:ext>
            </a:extLst>
          </p:cNvPr>
          <p:cNvSpPr/>
          <p:nvPr/>
        </p:nvSpPr>
        <p:spPr bwMode="auto">
          <a:xfrm>
            <a:off x="4035629" y="5490994"/>
            <a:ext cx="2613890" cy="648072"/>
          </a:xfrm>
          <a:prstGeom prst="roundRect">
            <a:avLst/>
          </a:prstGeom>
          <a:solidFill>
            <a:srgbClr val="31859C"/>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algn="ctr" eaLnBrk="1" hangingPunct="1"/>
            <a:r>
              <a:rPr lang="ja-JP" altLang="en-US" sz="2400">
                <a:solidFill>
                  <a:schemeClr val="bg1"/>
                </a:solidFill>
                <a:latin typeface="BIZ UDPゴシック" panose="020B0400000000000000" pitchFamily="50" charset="-128"/>
                <a:ea typeface="BIZ UDPゴシック" panose="020B0400000000000000" pitchFamily="50" charset="-128"/>
              </a:rPr>
              <a:t>他形式生成機能</a:t>
            </a:r>
            <a:endParaRPr kumimoji="1" lang="ja-JP" altLang="en-US" sz="2400" b="1" i="0" u="none" strike="noStrike" cap="none" normalizeH="0" baseline="0" dirty="0">
              <a:ln>
                <a:noFill/>
              </a:ln>
              <a:solidFill>
                <a:schemeClr val="bg1"/>
              </a:solidFill>
              <a:effectLst/>
              <a:latin typeface="BIZ UDPゴシック" panose="020B0400000000000000" pitchFamily="50" charset="-128"/>
              <a:ea typeface="BIZ UDPゴシック" panose="020B0400000000000000" pitchFamily="50" charset="-128"/>
            </a:endParaRPr>
          </a:p>
        </p:txBody>
      </p:sp>
      <p:sp>
        <p:nvSpPr>
          <p:cNvPr id="29" name="四角形: 角を丸くする 28">
            <a:extLst>
              <a:ext uri="{FF2B5EF4-FFF2-40B4-BE49-F238E27FC236}">
                <a16:creationId xmlns:a16="http://schemas.microsoft.com/office/drawing/2014/main" id="{F882EA74-9D68-828E-8D7B-5282D48BAB9C}"/>
              </a:ext>
            </a:extLst>
          </p:cNvPr>
          <p:cNvSpPr/>
          <p:nvPr/>
        </p:nvSpPr>
        <p:spPr bwMode="auto">
          <a:xfrm>
            <a:off x="8386339" y="5198077"/>
            <a:ext cx="1913687" cy="355935"/>
          </a:xfrm>
          <a:prstGeom prst="round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a:latin typeface="BIZ UDPゴシック" panose="020B0400000000000000" pitchFamily="50" charset="-128"/>
                <a:ea typeface="BIZ UDPゴシック" panose="020B0400000000000000" pitchFamily="50" charset="-128"/>
              </a:rPr>
              <a:t>PDF</a:t>
            </a: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30" name="四角形: 角を丸くする 29">
            <a:extLst>
              <a:ext uri="{FF2B5EF4-FFF2-40B4-BE49-F238E27FC236}">
                <a16:creationId xmlns:a16="http://schemas.microsoft.com/office/drawing/2014/main" id="{4E116AEB-3039-235E-1D6B-C313EE2DAD0E}"/>
              </a:ext>
            </a:extLst>
          </p:cNvPr>
          <p:cNvSpPr/>
          <p:nvPr/>
        </p:nvSpPr>
        <p:spPr bwMode="auto">
          <a:xfrm>
            <a:off x="8386339" y="5627886"/>
            <a:ext cx="1913687" cy="355935"/>
          </a:xfrm>
          <a:prstGeom prst="round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a:latin typeface="BIZ UDPゴシック" panose="020B0400000000000000" pitchFamily="50" charset="-128"/>
                <a:ea typeface="BIZ UDPゴシック" panose="020B0400000000000000" pitchFamily="50" charset="-128"/>
              </a:rPr>
              <a:t>Markdown</a:t>
            </a: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31" name="四角形: 角を丸くする 30">
            <a:extLst>
              <a:ext uri="{FF2B5EF4-FFF2-40B4-BE49-F238E27FC236}">
                <a16:creationId xmlns:a16="http://schemas.microsoft.com/office/drawing/2014/main" id="{6F07D323-B22D-45C2-4EAC-A844AE95D1BD}"/>
              </a:ext>
            </a:extLst>
          </p:cNvPr>
          <p:cNvSpPr/>
          <p:nvPr/>
        </p:nvSpPr>
        <p:spPr bwMode="auto">
          <a:xfrm>
            <a:off x="8386339" y="6083572"/>
            <a:ext cx="1913687" cy="355935"/>
          </a:xfrm>
          <a:prstGeom prst="round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a:latin typeface="BIZ UDPゴシック" panose="020B0400000000000000" pitchFamily="50" charset="-128"/>
                <a:ea typeface="BIZ UDPゴシック" panose="020B0400000000000000" pitchFamily="50" charset="-128"/>
              </a:rPr>
              <a:t>HTML</a:t>
            </a: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cxnSp>
        <p:nvCxnSpPr>
          <p:cNvPr id="34" name="コネクタ: カギ線 33">
            <a:extLst>
              <a:ext uri="{FF2B5EF4-FFF2-40B4-BE49-F238E27FC236}">
                <a16:creationId xmlns:a16="http://schemas.microsoft.com/office/drawing/2014/main" id="{42A44C88-6CF1-D948-495B-E4049AF23959}"/>
              </a:ext>
            </a:extLst>
          </p:cNvPr>
          <p:cNvCxnSpPr>
            <a:stCxn id="11" idx="2"/>
            <a:endCxn id="28" idx="1"/>
          </p:cNvCxnSpPr>
          <p:nvPr/>
        </p:nvCxnSpPr>
        <p:spPr bwMode="auto">
          <a:xfrm rot="16200000" flipH="1">
            <a:off x="2277517" y="4056917"/>
            <a:ext cx="1585915" cy="1930309"/>
          </a:xfrm>
          <a:prstGeom prst="bentConnector2">
            <a:avLst/>
          </a:prstGeom>
          <a:solidFill>
            <a:srgbClr val="CCFFFF"/>
          </a:solidFill>
          <a:ln w="38100" cap="flat" cmpd="sng" algn="ctr">
            <a:solidFill>
              <a:schemeClr val="tx1">
                <a:lumMod val="75000"/>
                <a:lumOff val="25000"/>
              </a:schemeClr>
            </a:solidFill>
            <a:prstDash val="solid"/>
            <a:round/>
            <a:headEnd type="none" w="med" len="med"/>
            <a:tailEnd type="triangle"/>
          </a:ln>
          <a:effectLst/>
        </p:spPr>
      </p:cxnSp>
      <p:sp>
        <p:nvSpPr>
          <p:cNvPr id="36" name="左中かっこ 35">
            <a:extLst>
              <a:ext uri="{FF2B5EF4-FFF2-40B4-BE49-F238E27FC236}">
                <a16:creationId xmlns:a16="http://schemas.microsoft.com/office/drawing/2014/main" id="{EC168CD6-995A-B592-D36E-3CD173DA7B58}"/>
              </a:ext>
            </a:extLst>
          </p:cNvPr>
          <p:cNvSpPr/>
          <p:nvPr/>
        </p:nvSpPr>
        <p:spPr bwMode="auto">
          <a:xfrm>
            <a:off x="7824192" y="5096252"/>
            <a:ext cx="486721" cy="1437557"/>
          </a:xfrm>
          <a:prstGeom prst="leftBrace">
            <a:avLst>
              <a:gd name="adj1" fmla="val 40897"/>
              <a:gd name="adj2" fmla="val 50000"/>
            </a:avLst>
          </a:prstGeom>
          <a:noFill/>
          <a:ln w="38100" cap="flat" cmpd="sng" algn="ctr">
            <a:solidFill>
              <a:schemeClr val="tx1">
                <a:lumMod val="75000"/>
                <a:lumOff val="25000"/>
              </a:schemeClr>
            </a:solidFill>
            <a:prstDash val="solid"/>
            <a:round/>
            <a:headEnd type="none" w="med" len="med"/>
            <a:tailEnd type="none" w="med" len="med"/>
          </a:ln>
          <a:effectLst/>
        </p:spPr>
        <p:txBody>
          <a:bodyPr rtlCol="0" anchor="ctr"/>
          <a:lstStyle/>
          <a:p>
            <a:pPr algn="ctr"/>
            <a:endParaRPr kumimoji="1" lang="ja-JP" altLang="en-US"/>
          </a:p>
        </p:txBody>
      </p:sp>
      <p:cxnSp>
        <p:nvCxnSpPr>
          <p:cNvPr id="37" name="直線矢印コネクタ 36">
            <a:extLst>
              <a:ext uri="{FF2B5EF4-FFF2-40B4-BE49-F238E27FC236}">
                <a16:creationId xmlns:a16="http://schemas.microsoft.com/office/drawing/2014/main" id="{33A16EDF-A832-AD85-32BC-3B5251B36CC5}"/>
              </a:ext>
            </a:extLst>
          </p:cNvPr>
          <p:cNvCxnSpPr>
            <a:cxnSpLocks/>
            <a:stCxn id="28" idx="3"/>
            <a:endCxn id="36" idx="1"/>
          </p:cNvCxnSpPr>
          <p:nvPr/>
        </p:nvCxnSpPr>
        <p:spPr bwMode="auto">
          <a:xfrm>
            <a:off x="6649519" y="5815030"/>
            <a:ext cx="1174673" cy="1"/>
          </a:xfrm>
          <a:prstGeom prst="straightConnector1">
            <a:avLst/>
          </a:prstGeom>
          <a:solidFill>
            <a:srgbClr val="CCFFFF"/>
          </a:solidFill>
          <a:ln w="38100" cap="flat" cmpd="sng" algn="ctr">
            <a:solidFill>
              <a:schemeClr val="tx1">
                <a:lumMod val="75000"/>
                <a:lumOff val="25000"/>
              </a:schemeClr>
            </a:solidFill>
            <a:prstDash val="solid"/>
            <a:round/>
            <a:headEnd type="none" w="med" len="med"/>
            <a:tailEnd type="triangle"/>
          </a:ln>
          <a:effectLst/>
        </p:spPr>
      </p:cxnSp>
      <p:sp>
        <p:nvSpPr>
          <p:cNvPr id="40" name="テキスト ボックス 39">
            <a:extLst>
              <a:ext uri="{FF2B5EF4-FFF2-40B4-BE49-F238E27FC236}">
                <a16:creationId xmlns:a16="http://schemas.microsoft.com/office/drawing/2014/main" id="{01466E25-BA3E-AD66-95FB-48AFB5FA91CE}"/>
              </a:ext>
            </a:extLst>
          </p:cNvPr>
          <p:cNvSpPr txBox="1"/>
          <p:nvPr/>
        </p:nvSpPr>
        <p:spPr bwMode="auto">
          <a:xfrm>
            <a:off x="8602363" y="4766849"/>
            <a:ext cx="158521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kern="0">
                <a:latin typeface="BIZ UDPゴシック" panose="020B0400000000000000" pitchFamily="50" charset="-128"/>
                <a:ea typeface="BIZ UDPゴシック" panose="020B0400000000000000" pitchFamily="50" charset="-128"/>
              </a:rPr>
              <a:t>他形式文書</a:t>
            </a:r>
          </a:p>
        </p:txBody>
      </p:sp>
      <p:sp>
        <p:nvSpPr>
          <p:cNvPr id="41" name="正方形/長方形 40">
            <a:extLst>
              <a:ext uri="{FF2B5EF4-FFF2-40B4-BE49-F238E27FC236}">
                <a16:creationId xmlns:a16="http://schemas.microsoft.com/office/drawing/2014/main" id="{5699D745-7DBD-817C-7E92-9CA547CC2133}"/>
              </a:ext>
            </a:extLst>
          </p:cNvPr>
          <p:cNvSpPr/>
          <p:nvPr/>
        </p:nvSpPr>
        <p:spPr bwMode="auto">
          <a:xfrm>
            <a:off x="4549965" y="4550005"/>
            <a:ext cx="1585219" cy="648072"/>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構成指示</a:t>
            </a: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cxnSp>
        <p:nvCxnSpPr>
          <p:cNvPr id="43" name="直線矢印コネクタ 42">
            <a:extLst>
              <a:ext uri="{FF2B5EF4-FFF2-40B4-BE49-F238E27FC236}">
                <a16:creationId xmlns:a16="http://schemas.microsoft.com/office/drawing/2014/main" id="{ED8CB43B-DE58-E8FC-A128-94CDC1A6FB6E}"/>
              </a:ext>
            </a:extLst>
          </p:cNvPr>
          <p:cNvCxnSpPr>
            <a:stCxn id="41" idx="0"/>
            <a:endCxn id="22" idx="2"/>
          </p:cNvCxnSpPr>
          <p:nvPr/>
        </p:nvCxnSpPr>
        <p:spPr bwMode="auto">
          <a:xfrm flipH="1" flipV="1">
            <a:off x="5342574" y="4181851"/>
            <a:ext cx="1" cy="368154"/>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cxnSp>
        <p:nvCxnSpPr>
          <p:cNvPr id="44" name="直線矢印コネクタ 43">
            <a:extLst>
              <a:ext uri="{FF2B5EF4-FFF2-40B4-BE49-F238E27FC236}">
                <a16:creationId xmlns:a16="http://schemas.microsoft.com/office/drawing/2014/main" id="{DF64B8BD-8220-712E-AB9E-E0A9A5B9CF9D}"/>
              </a:ext>
            </a:extLst>
          </p:cNvPr>
          <p:cNvCxnSpPr>
            <a:cxnSpLocks/>
            <a:stCxn id="41" idx="2"/>
            <a:endCxn id="28" idx="0"/>
          </p:cNvCxnSpPr>
          <p:nvPr/>
        </p:nvCxnSpPr>
        <p:spPr bwMode="auto">
          <a:xfrm flipH="1">
            <a:off x="5342574" y="5198077"/>
            <a:ext cx="1" cy="292917"/>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55" name="テキスト ボックス 54">
            <a:extLst>
              <a:ext uri="{FF2B5EF4-FFF2-40B4-BE49-F238E27FC236}">
                <a16:creationId xmlns:a16="http://schemas.microsoft.com/office/drawing/2014/main" id="{2462A5B5-752B-7397-B127-D4AC34580765}"/>
              </a:ext>
            </a:extLst>
          </p:cNvPr>
          <p:cNvSpPr txBox="1"/>
          <p:nvPr/>
        </p:nvSpPr>
        <p:spPr bwMode="auto">
          <a:xfrm>
            <a:off x="916918" y="1124744"/>
            <a:ext cx="10363658"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marL="342900" indent="-342900" algn="l">
              <a:buFont typeface="Arial" panose="020B0604020202020204" pitchFamily="34" charset="0"/>
              <a:buChar char="•"/>
            </a:pPr>
            <a:r>
              <a:rPr kumimoji="1" lang="ja-JP" altLang="en-US" sz="2400" kern="0">
                <a:latin typeface="BIZ UDPゴシック" panose="020B0400000000000000" pitchFamily="50" charset="-128"/>
                <a:ea typeface="BIZ UDPゴシック" panose="020B0400000000000000" pitchFamily="50" charset="-128"/>
              </a:rPr>
              <a:t>共通の構成指示ファイルを元に、結合</a:t>
            </a:r>
            <a:r>
              <a:rPr kumimoji="1" lang="en-US" altLang="ja-JP" sz="2400" kern="0">
                <a:latin typeface="BIZ UDPゴシック" panose="020B0400000000000000" pitchFamily="50" charset="-128"/>
                <a:ea typeface="BIZ UDPゴシック" panose="020B0400000000000000" pitchFamily="50" charset="-128"/>
              </a:rPr>
              <a:t>PPTX</a:t>
            </a:r>
            <a:r>
              <a:rPr kumimoji="1" lang="ja-JP" altLang="en-US" sz="2400" kern="0">
                <a:latin typeface="BIZ UDPゴシック" panose="020B0400000000000000" pitchFamily="50" charset="-128"/>
                <a:ea typeface="BIZ UDPゴシック" panose="020B0400000000000000" pitchFamily="50" charset="-128"/>
              </a:rPr>
              <a:t>と他形式文書を生成可能</a:t>
            </a:r>
            <a:endParaRPr kumimoji="1" lang="en-US" altLang="ja-JP" sz="2400" kern="0">
              <a:latin typeface="BIZ UDPゴシック" panose="020B0400000000000000" pitchFamily="50" charset="-128"/>
              <a:ea typeface="BIZ UDPゴシック" panose="020B0400000000000000" pitchFamily="50" charset="-128"/>
            </a:endParaRPr>
          </a:p>
          <a:p>
            <a:pPr marL="342900" indent="-342900" algn="l">
              <a:buFont typeface="Arial" panose="020B0604020202020204" pitchFamily="34" charset="0"/>
              <a:buChar char="•"/>
            </a:pPr>
            <a:r>
              <a:rPr kumimoji="1" lang="ja-JP" altLang="en-US" sz="2400" kern="0">
                <a:latin typeface="BIZ UDPゴシック" panose="020B0400000000000000" pitchFamily="50" charset="-128"/>
                <a:ea typeface="BIZ UDPゴシック" panose="020B0400000000000000" pitchFamily="50" charset="-128"/>
              </a:rPr>
              <a:t>全形式に対して共通の付番ができる</a:t>
            </a:r>
            <a:endParaRPr kumimoji="1" lang="en-US" altLang="ja-JP" sz="2400" kern="0">
              <a:latin typeface="BIZ UDPゴシック" panose="020B0400000000000000" pitchFamily="50" charset="-128"/>
              <a:ea typeface="BIZ UDPゴシック" panose="020B0400000000000000" pitchFamily="50" charset="-128"/>
            </a:endParaRPr>
          </a:p>
          <a:p>
            <a:pPr marL="342900" indent="-342900" algn="l">
              <a:buFont typeface="Arial" panose="020B0604020202020204" pitchFamily="34" charset="0"/>
              <a:buChar char="•"/>
            </a:pPr>
            <a:r>
              <a:rPr kumimoji="1" lang="ja-JP" altLang="en-US" sz="2400" kern="0">
                <a:latin typeface="BIZ UDPゴシック" panose="020B0400000000000000" pitchFamily="50" charset="-128"/>
                <a:ea typeface="BIZ UDPゴシック" panose="020B0400000000000000" pitchFamily="50" charset="-128"/>
              </a:rPr>
              <a:t>現時点の機能解説は</a:t>
            </a:r>
            <a:r>
              <a:rPr kumimoji="1" lang="en-US" altLang="ja-JP" sz="2400" kern="0">
                <a:latin typeface="BIZ UDPゴシック" panose="020B0400000000000000" pitchFamily="50" charset="-128"/>
                <a:ea typeface="BIZ UDPゴシック" panose="020B0400000000000000" pitchFamily="50" charset="-128"/>
              </a:rPr>
              <a:t>PPTX</a:t>
            </a:r>
            <a:r>
              <a:rPr kumimoji="1" lang="ja-JP" altLang="en-US" sz="2400" kern="0">
                <a:latin typeface="BIZ UDPゴシック" panose="020B0400000000000000" pitchFamily="50" charset="-128"/>
                <a:ea typeface="BIZ UDPゴシック" panose="020B0400000000000000" pitchFamily="50" charset="-128"/>
              </a:rPr>
              <a:t>生成機能についてのみ</a:t>
            </a:r>
            <a:endParaRPr kumimoji="1" lang="en-US" altLang="ja-JP" sz="2400" kern="0">
              <a:latin typeface="BIZ UDPゴシック" panose="020B0400000000000000" pitchFamily="50" charset="-128"/>
              <a:ea typeface="BIZ UDPゴシック" panose="020B0400000000000000" pitchFamily="50" charset="-128"/>
            </a:endParaRPr>
          </a:p>
        </p:txBody>
      </p:sp>
      <p:sp>
        <p:nvSpPr>
          <p:cNvPr id="59" name="テキスト ボックス 58">
            <a:extLst>
              <a:ext uri="{FF2B5EF4-FFF2-40B4-BE49-F238E27FC236}">
                <a16:creationId xmlns:a16="http://schemas.microsoft.com/office/drawing/2014/main" id="{360228E2-A8E7-7B88-BBC2-46AA26852C31}"/>
              </a:ext>
            </a:extLst>
          </p:cNvPr>
          <p:cNvSpPr txBox="1"/>
          <p:nvPr/>
        </p:nvSpPr>
        <p:spPr bwMode="auto">
          <a:xfrm>
            <a:off x="8465420" y="2204864"/>
            <a:ext cx="267798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solidFill>
                  <a:schemeClr val="accent2"/>
                </a:solidFill>
                <a:latin typeface="BIZ UDPゴシック" panose="020B0400000000000000" pitchFamily="50" charset="-128"/>
                <a:ea typeface="BIZ UDPゴシック" panose="020B0400000000000000" pitchFamily="50" charset="-128"/>
              </a:rPr>
              <a:t>現時点の機能解説範囲</a:t>
            </a:r>
          </a:p>
        </p:txBody>
      </p:sp>
      <p:cxnSp>
        <p:nvCxnSpPr>
          <p:cNvPr id="70" name="直線コネクタ 69">
            <a:extLst>
              <a:ext uri="{FF2B5EF4-FFF2-40B4-BE49-F238E27FC236}">
                <a16:creationId xmlns:a16="http://schemas.microsoft.com/office/drawing/2014/main" id="{60F54DDB-DEB9-06FF-82B9-3DE6C844D0A6}"/>
              </a:ext>
            </a:extLst>
          </p:cNvPr>
          <p:cNvCxnSpPr/>
          <p:nvPr/>
        </p:nvCxnSpPr>
        <p:spPr bwMode="auto">
          <a:xfrm flipV="1">
            <a:off x="8544272" y="2564904"/>
            <a:ext cx="144016" cy="182577"/>
          </a:xfrm>
          <a:prstGeom prst="line">
            <a:avLst/>
          </a:prstGeom>
          <a:solidFill>
            <a:srgbClr val="CCFFFF"/>
          </a:solidFill>
          <a:ln w="28575" cap="flat" cmpd="sng" algn="ctr">
            <a:solidFill>
              <a:schemeClr val="accent2"/>
            </a:solidFill>
            <a:prstDash val="solid"/>
            <a:round/>
            <a:headEnd type="none" w="med" len="med"/>
            <a:tailEnd type="none" w="med" len="med"/>
          </a:ln>
          <a:effectLst/>
        </p:spPr>
      </p:cxnSp>
    </p:spTree>
    <p:extLst>
      <p:ext uri="{BB962C8B-B14F-4D97-AF65-F5344CB8AC3E}">
        <p14:creationId xmlns:p14="http://schemas.microsoft.com/office/powerpoint/2010/main" val="14413209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5" name="exportrange">
            <a:extLst>
              <a:ext uri="{FF2B5EF4-FFF2-40B4-BE49-F238E27FC236}">
                <a16:creationId xmlns:a16="http://schemas.microsoft.com/office/drawing/2014/main" id="{94F9EB1B-7F3E-A448-7871-3E5EA051E2AA}"/>
              </a:ext>
            </a:extLst>
          </p:cNvPr>
          <p:cNvSpPr/>
          <p:nvPr/>
        </p:nvSpPr>
        <p:spPr bwMode="auto">
          <a:xfrm>
            <a:off x="876508" y="944724"/>
            <a:ext cx="10620091" cy="5292588"/>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kumimoji="1" lang="ja-JP" altLang="en-US"/>
              <a:t>システム要件</a:t>
            </a:r>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69" name="テキスト ボックス 68">
            <a:extLst>
              <a:ext uri="{FF2B5EF4-FFF2-40B4-BE49-F238E27FC236}">
                <a16:creationId xmlns:a16="http://schemas.microsoft.com/office/drawing/2014/main" id="{3ED2D831-6256-6272-378F-71BB32597F50}"/>
              </a:ext>
            </a:extLst>
          </p:cNvPr>
          <p:cNvSpPr txBox="1"/>
          <p:nvPr/>
        </p:nvSpPr>
        <p:spPr bwMode="auto">
          <a:xfrm>
            <a:off x="1487488" y="1523375"/>
            <a:ext cx="568863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Windows10/11</a:t>
            </a:r>
          </a:p>
        </p:txBody>
      </p:sp>
      <p:sp>
        <p:nvSpPr>
          <p:cNvPr id="71" name="テキスト ボックス 70">
            <a:extLst>
              <a:ext uri="{FF2B5EF4-FFF2-40B4-BE49-F238E27FC236}">
                <a16:creationId xmlns:a16="http://schemas.microsoft.com/office/drawing/2014/main" id="{404903E5-E380-9E48-1334-72DAF0242FF0}"/>
              </a:ext>
            </a:extLst>
          </p:cNvPr>
          <p:cNvSpPr txBox="1"/>
          <p:nvPr/>
        </p:nvSpPr>
        <p:spPr bwMode="auto">
          <a:xfrm>
            <a:off x="916918" y="1028967"/>
            <a:ext cx="103636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2400" kern="0">
                <a:latin typeface="BIZ UDPゴシック" panose="020B0400000000000000" pitchFamily="50" charset="-128"/>
                <a:ea typeface="BIZ UDPゴシック" panose="020B0400000000000000" pitchFamily="50" charset="-128"/>
              </a:rPr>
              <a:t>ＯＳ</a:t>
            </a:r>
            <a:endParaRPr kumimoji="1" lang="en-US" altLang="ja-JP" sz="2400" kern="0">
              <a:latin typeface="BIZ UDPゴシック" panose="020B0400000000000000" pitchFamily="50" charset="-128"/>
              <a:ea typeface="BIZ UDPゴシック" panose="020B0400000000000000" pitchFamily="50" charset="-128"/>
            </a:endParaRPr>
          </a:p>
        </p:txBody>
      </p:sp>
      <p:sp>
        <p:nvSpPr>
          <p:cNvPr id="6" name="テキスト ボックス 5">
            <a:extLst>
              <a:ext uri="{FF2B5EF4-FFF2-40B4-BE49-F238E27FC236}">
                <a16:creationId xmlns:a16="http://schemas.microsoft.com/office/drawing/2014/main" id="{A38B5325-AD49-398E-03AC-7900310CF9E1}"/>
              </a:ext>
            </a:extLst>
          </p:cNvPr>
          <p:cNvSpPr txBox="1"/>
          <p:nvPr/>
        </p:nvSpPr>
        <p:spPr bwMode="auto">
          <a:xfrm>
            <a:off x="916918" y="2186268"/>
            <a:ext cx="103636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2400" kern="0">
                <a:latin typeface="BIZ UDPゴシック" panose="020B0400000000000000" pitchFamily="50" charset="-128"/>
                <a:ea typeface="BIZ UDPゴシック" panose="020B0400000000000000" pitchFamily="50" charset="-128"/>
              </a:rPr>
              <a:t>Software</a:t>
            </a:r>
          </a:p>
        </p:txBody>
      </p:sp>
      <p:sp>
        <p:nvSpPr>
          <p:cNvPr id="9" name="テキスト ボックス 8">
            <a:extLst>
              <a:ext uri="{FF2B5EF4-FFF2-40B4-BE49-F238E27FC236}">
                <a16:creationId xmlns:a16="http://schemas.microsoft.com/office/drawing/2014/main" id="{B6B096B8-59A5-8B8C-2217-9953CD7A9D15}"/>
              </a:ext>
            </a:extLst>
          </p:cNvPr>
          <p:cNvSpPr txBox="1"/>
          <p:nvPr/>
        </p:nvSpPr>
        <p:spPr bwMode="auto">
          <a:xfrm>
            <a:off x="1487488" y="2696605"/>
            <a:ext cx="568863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800" kern="0">
                <a:latin typeface="BIZ UDPゴシック" panose="020B0400000000000000" pitchFamily="50" charset="-128"/>
                <a:ea typeface="BIZ UDPゴシック" panose="020B0400000000000000" pitchFamily="50" charset="-128"/>
              </a:rPr>
              <a:t>Python 3.11 </a:t>
            </a:r>
            <a:r>
              <a:rPr lang="ja-JP" altLang="en-US" sz="1800" kern="0">
                <a:latin typeface="BIZ UDPゴシック" panose="020B0400000000000000" pitchFamily="50" charset="-128"/>
                <a:ea typeface="BIZ UDPゴシック" panose="020B0400000000000000" pitchFamily="50" charset="-128"/>
              </a:rPr>
              <a:t>以上</a:t>
            </a:r>
            <a:endParaRPr lang="en-US" altLang="ja-JP" sz="1800" kern="0">
              <a:latin typeface="BIZ UDPゴシック" panose="020B0400000000000000" pitchFamily="50" charset="-128"/>
              <a:ea typeface="BIZ UDPゴシック" panose="020B0400000000000000" pitchFamily="50" charset="-128"/>
            </a:endParaRPr>
          </a:p>
          <a:p>
            <a:r>
              <a:rPr lang="en-US" altLang="ja-JP" sz="1800" kern="0">
                <a:latin typeface="BIZ UDPゴシック" panose="020B0400000000000000" pitchFamily="50" charset="-128"/>
                <a:ea typeface="BIZ UDPゴシック" panose="020B0400000000000000" pitchFamily="50" charset="-128"/>
              </a:rPr>
              <a:t>Microsoft PowerPoint Desktop</a:t>
            </a:r>
            <a:r>
              <a:rPr lang="ja-JP" altLang="en-US" sz="1800" kern="0">
                <a:latin typeface="BIZ UDPゴシック" panose="020B0400000000000000" pitchFamily="50" charset="-128"/>
                <a:ea typeface="BIZ UDPゴシック" panose="020B0400000000000000" pitchFamily="50" charset="-128"/>
              </a:rPr>
              <a:t>版</a:t>
            </a:r>
            <a:endParaRPr lang="en-US" altLang="ja-JP" sz="1800" kern="0">
              <a:latin typeface="BIZ UDPゴシック" panose="020B0400000000000000" pitchFamily="50" charset="-128"/>
              <a:ea typeface="BIZ UDPゴシック" panose="020B0400000000000000" pitchFamily="50" charset="-128"/>
            </a:endParaRPr>
          </a:p>
          <a:p>
            <a:r>
              <a:rPr lang="ja-JP" altLang="en-US" sz="1800" kern="0">
                <a:latin typeface="BIZ UDPゴシック" panose="020B0400000000000000" pitchFamily="50" charset="-128"/>
                <a:ea typeface="BIZ UDPゴシック" panose="020B0400000000000000" pitchFamily="50" charset="-128"/>
              </a:rPr>
              <a:t>  </a:t>
            </a:r>
            <a:r>
              <a:rPr lang="en-US" altLang="ja-JP" sz="1800" kern="0">
                <a:latin typeface="BIZ UDPゴシック" panose="020B0400000000000000" pitchFamily="50" charset="-128"/>
                <a:ea typeface="BIZ UDPゴシック" panose="020B0400000000000000" pitchFamily="50" charset="-128"/>
              </a:rPr>
              <a:t>- Microsoft 365</a:t>
            </a:r>
          </a:p>
          <a:p>
            <a:r>
              <a:rPr lang="en-US" altLang="ja-JP" sz="1800" kern="0">
                <a:latin typeface="BIZ UDPゴシック" panose="020B0400000000000000" pitchFamily="50" charset="-128"/>
                <a:ea typeface="BIZ UDPゴシック" panose="020B0400000000000000" pitchFamily="50" charset="-128"/>
              </a:rPr>
              <a:t>  - PowerPoint 2021 </a:t>
            </a:r>
            <a:r>
              <a:rPr lang="ja-JP" altLang="en-US" sz="1800" kern="0">
                <a:latin typeface="BIZ UDPゴシック" panose="020B0400000000000000" pitchFamily="50" charset="-128"/>
                <a:ea typeface="BIZ UDPゴシック" panose="020B0400000000000000" pitchFamily="50" charset="-128"/>
              </a:rPr>
              <a:t>など</a:t>
            </a:r>
            <a:endParaRPr lang="en-US" altLang="ja-JP" sz="1800" kern="0">
              <a:latin typeface="BIZ UDPゴシック" panose="020B0400000000000000" pitchFamily="50" charset="-128"/>
              <a:ea typeface="BIZ UDPゴシック" panose="020B0400000000000000" pitchFamily="50" charset="-128"/>
            </a:endParaRPr>
          </a:p>
        </p:txBody>
      </p:sp>
      <p:sp>
        <p:nvSpPr>
          <p:cNvPr id="11" name="テキスト ボックス 10">
            <a:extLst>
              <a:ext uri="{FF2B5EF4-FFF2-40B4-BE49-F238E27FC236}">
                <a16:creationId xmlns:a16="http://schemas.microsoft.com/office/drawing/2014/main" id="{6E479B5A-45A2-2446-8033-3C58F89F1544}"/>
              </a:ext>
            </a:extLst>
          </p:cNvPr>
          <p:cNvSpPr txBox="1"/>
          <p:nvPr/>
        </p:nvSpPr>
        <p:spPr bwMode="auto">
          <a:xfrm>
            <a:off x="916918" y="4133984"/>
            <a:ext cx="103636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2400" kern="0">
                <a:latin typeface="BIZ UDPゴシック" panose="020B0400000000000000" pitchFamily="50" charset="-128"/>
                <a:ea typeface="BIZ UDPゴシック" panose="020B0400000000000000" pitchFamily="50" charset="-128"/>
              </a:rPr>
              <a:t>Ｔｅｓｔ環境</a:t>
            </a:r>
            <a:endParaRPr kumimoji="1" lang="en-US" altLang="ja-JP" sz="2400" kern="0">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75AAD353-9C2E-E227-EA11-C1500C09B451}"/>
              </a:ext>
            </a:extLst>
          </p:cNvPr>
          <p:cNvSpPr txBox="1"/>
          <p:nvPr/>
        </p:nvSpPr>
        <p:spPr bwMode="auto">
          <a:xfrm>
            <a:off x="1487488" y="4595649"/>
            <a:ext cx="655272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800" kern="0">
                <a:latin typeface="BIZ UDPゴシック" panose="020B0400000000000000" pitchFamily="50" charset="-128"/>
                <a:ea typeface="BIZ UDPゴシック" panose="020B0400000000000000" pitchFamily="50" charset="-128"/>
              </a:rPr>
              <a:t>Windows 11</a:t>
            </a:r>
          </a:p>
          <a:p>
            <a:r>
              <a:rPr lang="en-US" altLang="ja-JP" sz="1800" kern="0">
                <a:latin typeface="BIZ UDPゴシック" panose="020B0400000000000000" pitchFamily="50" charset="-128"/>
                <a:ea typeface="BIZ UDPゴシック" panose="020B0400000000000000" pitchFamily="50" charset="-128"/>
              </a:rPr>
              <a:t>Python 3.11</a:t>
            </a:r>
          </a:p>
          <a:p>
            <a:r>
              <a:rPr lang="en-US" altLang="ja-JP" sz="1800" kern="0">
                <a:latin typeface="BIZ UDPゴシック" panose="020B0400000000000000" pitchFamily="50" charset="-128"/>
                <a:ea typeface="BIZ UDPゴシック" panose="020B0400000000000000" pitchFamily="50" charset="-128"/>
              </a:rPr>
              <a:t>PowerPoint for Microsoft 365</a:t>
            </a:r>
          </a:p>
        </p:txBody>
      </p:sp>
    </p:spTree>
    <p:extLst>
      <p:ext uri="{BB962C8B-B14F-4D97-AF65-F5344CB8AC3E}">
        <p14:creationId xmlns:p14="http://schemas.microsoft.com/office/powerpoint/2010/main" val="1896260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6A4F3-0085-91DB-8334-3D6A7E844EB9}"/>
            </a:ext>
          </a:extLst>
        </p:cNvPr>
        <p:cNvGrpSpPr/>
        <p:nvPr/>
      </p:nvGrpSpPr>
      <p:grpSpPr>
        <a:xfrm>
          <a:off x="0" y="0"/>
          <a:ext cx="0" cy="0"/>
          <a:chOff x="0" y="0"/>
          <a:chExt cx="0" cy="0"/>
        </a:xfrm>
      </p:grpSpPr>
      <p:sp>
        <p:nvSpPr>
          <p:cNvPr id="5" name="exportrange">
            <a:extLst>
              <a:ext uri="{FF2B5EF4-FFF2-40B4-BE49-F238E27FC236}">
                <a16:creationId xmlns:a16="http://schemas.microsoft.com/office/drawing/2014/main" id="{A7F86F33-8302-763B-44E2-987B0E233277}"/>
              </a:ext>
            </a:extLst>
          </p:cNvPr>
          <p:cNvSpPr/>
          <p:nvPr/>
        </p:nvSpPr>
        <p:spPr bwMode="auto">
          <a:xfrm>
            <a:off x="785954" y="944724"/>
            <a:ext cx="10620091" cy="4140460"/>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3A0AD978-83C2-D14C-9579-CABFC01F0E93}"/>
              </a:ext>
            </a:extLst>
          </p:cNvPr>
          <p:cNvSpPr>
            <a:spLocks noGrp="1"/>
          </p:cNvSpPr>
          <p:nvPr>
            <p:ph type="title"/>
          </p:nvPr>
        </p:nvSpPr>
        <p:spPr/>
        <p:txBody>
          <a:bodyPr/>
          <a:lstStyle/>
          <a:p>
            <a:r>
              <a:rPr kumimoji="1" lang="ja-JP" altLang="en-US"/>
              <a:t>インストール方法</a:t>
            </a:r>
          </a:p>
        </p:txBody>
      </p:sp>
      <p:sp>
        <p:nvSpPr>
          <p:cNvPr id="3" name="フッター プレースホルダー 2">
            <a:extLst>
              <a:ext uri="{FF2B5EF4-FFF2-40B4-BE49-F238E27FC236}">
                <a16:creationId xmlns:a16="http://schemas.microsoft.com/office/drawing/2014/main" id="{BF4DBF9F-88DC-F604-75A9-78AAD9C0BC7D}"/>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71" name="テキスト ボックス 70">
            <a:extLst>
              <a:ext uri="{FF2B5EF4-FFF2-40B4-BE49-F238E27FC236}">
                <a16:creationId xmlns:a16="http://schemas.microsoft.com/office/drawing/2014/main" id="{BA6D723C-9D59-681D-3F91-E4388CD6EE1B}"/>
              </a:ext>
            </a:extLst>
          </p:cNvPr>
          <p:cNvSpPr txBox="1"/>
          <p:nvPr/>
        </p:nvSpPr>
        <p:spPr bwMode="auto">
          <a:xfrm>
            <a:off x="826364" y="1196752"/>
            <a:ext cx="10363658" cy="5047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400" kern="0">
                <a:latin typeface="BIZ UDPゴシック" panose="020B0400000000000000" pitchFamily="50" charset="-128"/>
                <a:ea typeface="BIZ UDPゴシック" panose="020B0400000000000000" pitchFamily="50" charset="-128"/>
              </a:rPr>
              <a:t>### 1. Clone repository</a:t>
            </a:r>
          </a:p>
          <a:p>
            <a:endParaRPr lang="en-US" altLang="ja-JP" sz="1400" kern="0">
              <a:latin typeface="BIZ UDPゴシック" panose="020B0400000000000000" pitchFamily="50" charset="-128"/>
              <a:ea typeface="BIZ UDPゴシック" panose="020B0400000000000000" pitchFamily="50" charset="-128"/>
            </a:endParaRPr>
          </a:p>
          <a:p>
            <a:r>
              <a:rPr lang="en-US" altLang="ja-JP" sz="1400" kern="0">
                <a:latin typeface="BIZ UDPゴシック" panose="020B0400000000000000" pitchFamily="50" charset="-128"/>
                <a:ea typeface="BIZ UDPゴシック" panose="020B0400000000000000" pitchFamily="50" charset="-128"/>
              </a:rPr>
              <a:t>git clone https://github.com/hiro77284/ppt-md-merger.git</a:t>
            </a:r>
          </a:p>
          <a:p>
            <a:r>
              <a:rPr lang="en-US" altLang="ja-JP" sz="1400" kern="0">
                <a:latin typeface="BIZ UDPゴシック" panose="020B0400000000000000" pitchFamily="50" charset="-128"/>
                <a:ea typeface="BIZ UDPゴシック" panose="020B0400000000000000" pitchFamily="50" charset="-128"/>
              </a:rPr>
              <a:t>cd ppt-md-merger</a:t>
            </a:r>
          </a:p>
          <a:p>
            <a:endParaRPr lang="en-US" altLang="ja-JP" sz="1400" kern="0">
              <a:latin typeface="BIZ UDPゴシック" panose="020B0400000000000000" pitchFamily="50" charset="-128"/>
              <a:ea typeface="BIZ UDPゴシック" panose="020B0400000000000000" pitchFamily="50" charset="-128"/>
            </a:endParaRPr>
          </a:p>
          <a:p>
            <a:r>
              <a:rPr lang="en-US" altLang="ja-JP" sz="1400" kern="0">
                <a:latin typeface="BIZ UDPゴシック" panose="020B0400000000000000" pitchFamily="50" charset="-128"/>
                <a:ea typeface="BIZ UDPゴシック" panose="020B0400000000000000" pitchFamily="50" charset="-128"/>
              </a:rPr>
              <a:t>### 2. Create virtual environment</a:t>
            </a:r>
          </a:p>
          <a:p>
            <a:endParaRPr lang="en-US" altLang="ja-JP" sz="1400" kern="0">
              <a:latin typeface="BIZ UDPゴシック" panose="020B0400000000000000" pitchFamily="50" charset="-128"/>
              <a:ea typeface="BIZ UDPゴシック" panose="020B0400000000000000" pitchFamily="50" charset="-128"/>
            </a:endParaRPr>
          </a:p>
          <a:p>
            <a:r>
              <a:rPr lang="en-US" altLang="ja-JP" sz="1400" kern="0">
                <a:latin typeface="BIZ UDPゴシック" panose="020B0400000000000000" pitchFamily="50" charset="-128"/>
                <a:ea typeface="BIZ UDPゴシック" panose="020B0400000000000000" pitchFamily="50" charset="-128"/>
              </a:rPr>
              <a:t>python -m venv .venv</a:t>
            </a:r>
          </a:p>
          <a:p>
            <a:endParaRPr lang="en-US" altLang="ja-JP" sz="1400" kern="0">
              <a:latin typeface="BIZ UDPゴシック" panose="020B0400000000000000" pitchFamily="50" charset="-128"/>
              <a:ea typeface="BIZ UDPゴシック" panose="020B0400000000000000" pitchFamily="50" charset="-128"/>
            </a:endParaRPr>
          </a:p>
          <a:p>
            <a:r>
              <a:rPr lang="en-US" altLang="ja-JP" sz="1400" kern="0">
                <a:latin typeface="BIZ UDPゴシック" panose="020B0400000000000000" pitchFamily="50" charset="-128"/>
                <a:ea typeface="BIZ UDPゴシック" panose="020B0400000000000000" pitchFamily="50" charset="-128"/>
              </a:rPr>
              <a:t>### 3. Activate virtual environment</a:t>
            </a:r>
          </a:p>
          <a:p>
            <a:endParaRPr lang="en-US" altLang="ja-JP" sz="1400" kern="0">
              <a:latin typeface="BIZ UDPゴシック" panose="020B0400000000000000" pitchFamily="50" charset="-128"/>
              <a:ea typeface="BIZ UDPゴシック" panose="020B0400000000000000" pitchFamily="50" charset="-128"/>
            </a:endParaRPr>
          </a:p>
          <a:p>
            <a:r>
              <a:rPr lang="en-US" altLang="ja-JP" sz="1400" kern="0">
                <a:latin typeface="BIZ UDPゴシック" panose="020B0400000000000000" pitchFamily="50" charset="-128"/>
                <a:ea typeface="BIZ UDPゴシック" panose="020B0400000000000000" pitchFamily="50" charset="-128"/>
              </a:rPr>
              <a:t>```(PowerShell)</a:t>
            </a:r>
          </a:p>
          <a:p>
            <a:r>
              <a:rPr lang="en-US" altLang="ja-JP" sz="1400" kern="0">
                <a:latin typeface="BIZ UDPゴシック" panose="020B0400000000000000" pitchFamily="50" charset="-128"/>
                <a:ea typeface="BIZ UDPゴシック" panose="020B0400000000000000" pitchFamily="50" charset="-128"/>
              </a:rPr>
              <a:t>.venv\Scripts\Activate.ps1</a:t>
            </a:r>
          </a:p>
          <a:p>
            <a:r>
              <a:rPr lang="en-US" altLang="ja-JP" sz="1400" kern="0">
                <a:latin typeface="BIZ UDPゴシック" panose="020B0400000000000000" pitchFamily="50" charset="-128"/>
                <a:ea typeface="BIZ UDPゴシック" panose="020B0400000000000000" pitchFamily="50" charset="-128"/>
              </a:rPr>
              <a:t>```</a:t>
            </a:r>
          </a:p>
          <a:p>
            <a:endParaRPr lang="en-US" altLang="ja-JP" sz="1400" kern="0">
              <a:latin typeface="BIZ UDPゴシック" panose="020B0400000000000000" pitchFamily="50" charset="-128"/>
              <a:ea typeface="BIZ UDPゴシック" panose="020B0400000000000000" pitchFamily="50" charset="-128"/>
            </a:endParaRPr>
          </a:p>
          <a:p>
            <a:r>
              <a:rPr lang="en-US" altLang="ja-JP" sz="1400" kern="0">
                <a:latin typeface="BIZ UDPゴシック" panose="020B0400000000000000" pitchFamily="50" charset="-128"/>
                <a:ea typeface="BIZ UDPゴシック" panose="020B0400000000000000" pitchFamily="50" charset="-128"/>
              </a:rPr>
              <a:t>```(Command Prompt)</a:t>
            </a:r>
          </a:p>
          <a:p>
            <a:r>
              <a:rPr lang="en-US" altLang="ja-JP" sz="1400" kern="0">
                <a:latin typeface="BIZ UDPゴシック" panose="020B0400000000000000" pitchFamily="50" charset="-128"/>
                <a:ea typeface="BIZ UDPゴシック" panose="020B0400000000000000" pitchFamily="50" charset="-128"/>
              </a:rPr>
              <a:t>.venv\Scripts\Activate.bat</a:t>
            </a:r>
          </a:p>
          <a:p>
            <a:r>
              <a:rPr lang="en-US" altLang="ja-JP" sz="1400" kern="0">
                <a:latin typeface="BIZ UDPゴシック" panose="020B0400000000000000" pitchFamily="50" charset="-128"/>
                <a:ea typeface="BIZ UDPゴシック" panose="020B0400000000000000" pitchFamily="50" charset="-128"/>
              </a:rPr>
              <a:t>```</a:t>
            </a:r>
          </a:p>
          <a:p>
            <a:endParaRPr lang="en-US" altLang="ja-JP" sz="1400" kern="0">
              <a:latin typeface="BIZ UDPゴシック" panose="020B0400000000000000" pitchFamily="50" charset="-128"/>
              <a:ea typeface="BIZ UDPゴシック" panose="020B0400000000000000" pitchFamily="50" charset="-128"/>
            </a:endParaRPr>
          </a:p>
          <a:p>
            <a:r>
              <a:rPr lang="en-US" altLang="ja-JP" sz="1400" kern="0">
                <a:latin typeface="BIZ UDPゴシック" panose="020B0400000000000000" pitchFamily="50" charset="-128"/>
                <a:ea typeface="BIZ UDPゴシック" panose="020B0400000000000000" pitchFamily="50" charset="-128"/>
              </a:rPr>
              <a:t>### 4. Install package</a:t>
            </a:r>
          </a:p>
          <a:p>
            <a:endParaRPr lang="en-US" altLang="ja-JP" sz="1400" kern="0">
              <a:latin typeface="BIZ UDPゴシック" panose="020B0400000000000000" pitchFamily="50" charset="-128"/>
              <a:ea typeface="BIZ UDPゴシック" panose="020B0400000000000000" pitchFamily="50" charset="-128"/>
            </a:endParaRPr>
          </a:p>
          <a:p>
            <a:r>
              <a:rPr lang="en-US" altLang="ja-JP" sz="1400" kern="0">
                <a:latin typeface="BIZ UDPゴシック" panose="020B0400000000000000" pitchFamily="50" charset="-128"/>
                <a:ea typeface="BIZ UDPゴシック" panose="020B0400000000000000" pitchFamily="50" charset="-128"/>
              </a:rPr>
              <a:t>pip install -e .</a:t>
            </a:r>
          </a:p>
          <a:p>
            <a:pPr algn="l"/>
            <a:endParaRPr kumimoji="1" lang="en-US" altLang="ja-JP" sz="1400" ker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523111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6A4F3-0085-91DB-8334-3D6A7E844EB9}"/>
            </a:ext>
          </a:extLst>
        </p:cNvPr>
        <p:cNvGrpSpPr/>
        <p:nvPr/>
      </p:nvGrpSpPr>
      <p:grpSpPr>
        <a:xfrm>
          <a:off x="0" y="0"/>
          <a:ext cx="0" cy="0"/>
          <a:chOff x="0" y="0"/>
          <a:chExt cx="0" cy="0"/>
        </a:xfrm>
      </p:grpSpPr>
      <p:sp>
        <p:nvSpPr>
          <p:cNvPr id="5" name="exportrange">
            <a:extLst>
              <a:ext uri="{FF2B5EF4-FFF2-40B4-BE49-F238E27FC236}">
                <a16:creationId xmlns:a16="http://schemas.microsoft.com/office/drawing/2014/main" id="{A7F86F33-8302-763B-44E2-987B0E233277}"/>
              </a:ext>
            </a:extLst>
          </p:cNvPr>
          <p:cNvSpPr/>
          <p:nvPr/>
        </p:nvSpPr>
        <p:spPr bwMode="auto">
          <a:xfrm>
            <a:off x="785954" y="944724"/>
            <a:ext cx="10620091" cy="4140460"/>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3A0AD978-83C2-D14C-9579-CABFC01F0E93}"/>
              </a:ext>
            </a:extLst>
          </p:cNvPr>
          <p:cNvSpPr>
            <a:spLocks noGrp="1"/>
          </p:cNvSpPr>
          <p:nvPr>
            <p:ph type="title"/>
          </p:nvPr>
        </p:nvSpPr>
        <p:spPr/>
        <p:txBody>
          <a:bodyPr/>
          <a:lstStyle/>
          <a:p>
            <a:r>
              <a:rPr kumimoji="1" lang="en-US" altLang="ja-JP"/>
              <a:t>Quick Start</a:t>
            </a:r>
            <a:endParaRPr kumimoji="1" lang="ja-JP" altLang="en-US"/>
          </a:p>
        </p:txBody>
      </p:sp>
      <p:sp>
        <p:nvSpPr>
          <p:cNvPr id="3" name="フッター プレースホルダー 2">
            <a:extLst>
              <a:ext uri="{FF2B5EF4-FFF2-40B4-BE49-F238E27FC236}">
                <a16:creationId xmlns:a16="http://schemas.microsoft.com/office/drawing/2014/main" id="{BF4DBF9F-88DC-F604-75A9-78AAD9C0BC7D}"/>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71" name="テキスト ボックス 70">
            <a:extLst>
              <a:ext uri="{FF2B5EF4-FFF2-40B4-BE49-F238E27FC236}">
                <a16:creationId xmlns:a16="http://schemas.microsoft.com/office/drawing/2014/main" id="{BA6D723C-9D59-681D-3F91-E4388CD6EE1B}"/>
              </a:ext>
            </a:extLst>
          </p:cNvPr>
          <p:cNvSpPr txBox="1"/>
          <p:nvPr/>
        </p:nvSpPr>
        <p:spPr bwMode="auto">
          <a:xfrm>
            <a:off x="826364" y="1196752"/>
            <a:ext cx="10363658"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600" kern="0">
                <a:latin typeface="BIZ UDPゴシック" panose="020B0400000000000000" pitchFamily="50" charset="-128"/>
                <a:ea typeface="BIZ UDPゴシック" panose="020B0400000000000000" pitchFamily="50" charset="-128"/>
              </a:rPr>
              <a:t>### </a:t>
            </a:r>
            <a:r>
              <a:rPr lang="fr-FR" altLang="ja-JP" sz="1600" kern="0">
                <a:latin typeface="BIZ UDPゴシック" panose="020B0400000000000000" pitchFamily="50" charset="-128"/>
                <a:ea typeface="BIZ UDPゴシック" panose="020B0400000000000000" pitchFamily="50" charset="-128"/>
              </a:rPr>
              <a:t>1. Prepare parts pptx files</a:t>
            </a:r>
            <a:endParaRPr lang="en-US" altLang="ja-JP" sz="1600" kern="0">
              <a:latin typeface="BIZ UDPゴシック" panose="020B0400000000000000" pitchFamily="50" charset="-128"/>
              <a:ea typeface="BIZ UDPゴシック" panose="020B0400000000000000" pitchFamily="50" charset="-128"/>
            </a:endParaRPr>
          </a:p>
          <a:p>
            <a:endParaRPr lang="en-US" altLang="ja-JP" sz="1600" kern="0">
              <a:latin typeface="BIZ UDPゴシック" panose="020B0400000000000000" pitchFamily="50" charset="-128"/>
              <a:ea typeface="BIZ UDPゴシック" panose="020B0400000000000000" pitchFamily="50" charset="-128"/>
            </a:endParaRPr>
          </a:p>
          <a:p>
            <a:r>
              <a:rPr lang="en-US" altLang="ja-JP" sz="1600" kern="0">
                <a:latin typeface="BIZ UDPゴシック" panose="020B0400000000000000" pitchFamily="50" charset="-128"/>
                <a:ea typeface="BIZ UDPゴシック" panose="020B0400000000000000" pitchFamily="50" charset="-128"/>
              </a:rPr>
              <a:t>parts/</a:t>
            </a:r>
          </a:p>
          <a:p>
            <a:r>
              <a:rPr lang="en-US" altLang="ja-JP" sz="1600" kern="0">
                <a:latin typeface="BIZ UDPゴシック" panose="020B0400000000000000" pitchFamily="50" charset="-128"/>
                <a:ea typeface="BIZ UDPゴシック" panose="020B0400000000000000" pitchFamily="50" charset="-128"/>
              </a:rPr>
              <a:t>├── 00_intro.pptx</a:t>
            </a:r>
          </a:p>
          <a:p>
            <a:r>
              <a:rPr lang="en-US" altLang="ja-JP" sz="1600" kern="0">
                <a:latin typeface="BIZ UDPゴシック" panose="020B0400000000000000" pitchFamily="50" charset="-128"/>
                <a:ea typeface="BIZ UDPゴシック" panose="020B0400000000000000" pitchFamily="50" charset="-128"/>
              </a:rPr>
              <a:t>├── 10_basic.pptx</a:t>
            </a:r>
          </a:p>
          <a:p>
            <a:r>
              <a:rPr lang="en-US" altLang="ja-JP" sz="1600" kern="0">
                <a:latin typeface="BIZ UDPゴシック" panose="020B0400000000000000" pitchFamily="50" charset="-128"/>
                <a:ea typeface="BIZ UDPゴシック" panose="020B0400000000000000" pitchFamily="50" charset="-128"/>
              </a:rPr>
              <a:t>└── 20_example.pptx</a:t>
            </a:r>
          </a:p>
          <a:p>
            <a:endParaRPr lang="en-US" altLang="ja-JP" sz="1600" ker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309520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6A4F3-0085-91DB-8334-3D6A7E844EB9}"/>
            </a:ext>
          </a:extLst>
        </p:cNvPr>
        <p:cNvGrpSpPr/>
        <p:nvPr/>
      </p:nvGrpSpPr>
      <p:grpSpPr>
        <a:xfrm>
          <a:off x="0" y="0"/>
          <a:ext cx="0" cy="0"/>
          <a:chOff x="0" y="0"/>
          <a:chExt cx="0" cy="0"/>
        </a:xfrm>
      </p:grpSpPr>
      <p:sp>
        <p:nvSpPr>
          <p:cNvPr id="5" name="exportrange">
            <a:extLst>
              <a:ext uri="{FF2B5EF4-FFF2-40B4-BE49-F238E27FC236}">
                <a16:creationId xmlns:a16="http://schemas.microsoft.com/office/drawing/2014/main" id="{A7F86F33-8302-763B-44E2-987B0E233277}"/>
              </a:ext>
            </a:extLst>
          </p:cNvPr>
          <p:cNvSpPr/>
          <p:nvPr/>
        </p:nvSpPr>
        <p:spPr bwMode="auto">
          <a:xfrm>
            <a:off x="785954" y="944724"/>
            <a:ext cx="10620091" cy="4140460"/>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3A0AD978-83C2-D14C-9579-CABFC01F0E93}"/>
              </a:ext>
            </a:extLst>
          </p:cNvPr>
          <p:cNvSpPr>
            <a:spLocks noGrp="1"/>
          </p:cNvSpPr>
          <p:nvPr>
            <p:ph type="title"/>
          </p:nvPr>
        </p:nvSpPr>
        <p:spPr/>
        <p:txBody>
          <a:bodyPr/>
          <a:lstStyle/>
          <a:p>
            <a:r>
              <a:rPr kumimoji="1" lang="en-US" altLang="ja-JP"/>
              <a:t>Quick Start</a:t>
            </a:r>
            <a:endParaRPr kumimoji="1" lang="ja-JP" altLang="en-US"/>
          </a:p>
        </p:txBody>
      </p:sp>
      <p:sp>
        <p:nvSpPr>
          <p:cNvPr id="3" name="フッター プレースホルダー 2">
            <a:extLst>
              <a:ext uri="{FF2B5EF4-FFF2-40B4-BE49-F238E27FC236}">
                <a16:creationId xmlns:a16="http://schemas.microsoft.com/office/drawing/2014/main" id="{BF4DBF9F-88DC-F604-75A9-78AAD9C0BC7D}"/>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71" name="テキスト ボックス 70">
            <a:extLst>
              <a:ext uri="{FF2B5EF4-FFF2-40B4-BE49-F238E27FC236}">
                <a16:creationId xmlns:a16="http://schemas.microsoft.com/office/drawing/2014/main" id="{BA6D723C-9D59-681D-3F91-E4388CD6EE1B}"/>
              </a:ext>
            </a:extLst>
          </p:cNvPr>
          <p:cNvSpPr txBox="1"/>
          <p:nvPr/>
        </p:nvSpPr>
        <p:spPr bwMode="auto">
          <a:xfrm>
            <a:off x="826364" y="1196752"/>
            <a:ext cx="10363658" cy="33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 2. </a:t>
            </a:r>
            <a:r>
              <a:rPr lang="fr-FR"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Create merge recipe YAML</a:t>
            </a:r>
            <a:endPar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endParaRPr>
          </a:p>
          <a:p>
            <a:endPar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endParaRPr>
          </a:p>
          <a:p>
            <a:r>
              <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PowerPoint</a:t>
            </a:r>
            <a:r>
              <a:rPr lang="ja-JP" altLang="en-US"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ファイルを単純結合する結合指示書のサンプル</a:t>
            </a:r>
          </a:p>
          <a:p>
            <a:endPar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endParaRPr>
          </a:p>
          <a:p>
            <a:r>
              <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output: </a:t>
            </a:r>
          </a:p>
          <a:p>
            <a:r>
              <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  pptxfilename: merged.pptx        # </a:t>
            </a:r>
            <a:r>
              <a:rPr lang="ja-JP" altLang="en-US"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結合後の</a:t>
            </a:r>
            <a:r>
              <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pptx</a:t>
            </a:r>
            <a:r>
              <a:rPr lang="ja-JP" altLang="en-US"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ファイルのファイル名</a:t>
            </a:r>
          </a:p>
          <a:p>
            <a:endParaRPr lang="ja-JP" altLang="en-US" sz="1400" b="0" kern="0">
              <a:latin typeface="Moralerspace Neon HW" panose="020B0509020203020207" pitchFamily="49" charset="-128"/>
              <a:ea typeface="Moralerspace Neon HW" panose="020B0509020203020207" pitchFamily="49" charset="-128"/>
              <a:cs typeface="Moralerspace Neon HW" panose="020B0509020203020207" pitchFamily="49" charset="-128"/>
            </a:endParaRPr>
          </a:p>
          <a:p>
            <a:r>
              <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procedure:</a:t>
            </a:r>
          </a:p>
          <a:p>
            <a:r>
              <a:rPr lang="ja-JP" altLang="en-US"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  </a:t>
            </a:r>
            <a:r>
              <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 operation: insertpptx		 # </a:t>
            </a:r>
            <a:r>
              <a:rPr lang="ja-JP" altLang="en-US"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結合後対象のファイルを列挙する</a:t>
            </a:r>
            <a:endPar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endParaRPr>
          </a:p>
          <a:p>
            <a:r>
              <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    pptxfilename: 00_intro.pptx</a:t>
            </a:r>
          </a:p>
          <a:p>
            <a:r>
              <a:rPr lang="ja-JP" altLang="en-US"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  </a:t>
            </a:r>
            <a:r>
              <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 operation: insertpptx</a:t>
            </a:r>
          </a:p>
          <a:p>
            <a:r>
              <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    pptxfilename: 10_basic.pptx</a:t>
            </a:r>
          </a:p>
          <a:p>
            <a:r>
              <a:rPr lang="ja-JP" altLang="en-US"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  </a:t>
            </a:r>
            <a:r>
              <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 operation: insertpptx</a:t>
            </a:r>
          </a:p>
          <a:p>
            <a:r>
              <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    pptxfilename: 20_example.pptx</a:t>
            </a:r>
          </a:p>
          <a:p>
            <a:endPar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endParaRPr>
          </a:p>
        </p:txBody>
      </p:sp>
    </p:spTree>
    <p:extLst>
      <p:ext uri="{BB962C8B-B14F-4D97-AF65-F5344CB8AC3E}">
        <p14:creationId xmlns:p14="http://schemas.microsoft.com/office/powerpoint/2010/main" val="2617824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6A4F3-0085-91DB-8334-3D6A7E844EB9}"/>
            </a:ext>
          </a:extLst>
        </p:cNvPr>
        <p:cNvGrpSpPr/>
        <p:nvPr/>
      </p:nvGrpSpPr>
      <p:grpSpPr>
        <a:xfrm>
          <a:off x="0" y="0"/>
          <a:ext cx="0" cy="0"/>
          <a:chOff x="0" y="0"/>
          <a:chExt cx="0" cy="0"/>
        </a:xfrm>
      </p:grpSpPr>
      <p:sp>
        <p:nvSpPr>
          <p:cNvPr id="5" name="exportrange">
            <a:extLst>
              <a:ext uri="{FF2B5EF4-FFF2-40B4-BE49-F238E27FC236}">
                <a16:creationId xmlns:a16="http://schemas.microsoft.com/office/drawing/2014/main" id="{A7F86F33-8302-763B-44E2-987B0E233277}"/>
              </a:ext>
            </a:extLst>
          </p:cNvPr>
          <p:cNvSpPr/>
          <p:nvPr/>
        </p:nvSpPr>
        <p:spPr bwMode="auto">
          <a:xfrm>
            <a:off x="785954" y="944724"/>
            <a:ext cx="10620091" cy="4140460"/>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3A0AD978-83C2-D14C-9579-CABFC01F0E93}"/>
              </a:ext>
            </a:extLst>
          </p:cNvPr>
          <p:cNvSpPr>
            <a:spLocks noGrp="1"/>
          </p:cNvSpPr>
          <p:nvPr>
            <p:ph type="title"/>
          </p:nvPr>
        </p:nvSpPr>
        <p:spPr/>
        <p:txBody>
          <a:bodyPr/>
          <a:lstStyle/>
          <a:p>
            <a:r>
              <a:rPr kumimoji="1" lang="en-US" altLang="ja-JP"/>
              <a:t>Quick Start</a:t>
            </a:r>
            <a:endParaRPr kumimoji="1" lang="ja-JP" altLang="en-US"/>
          </a:p>
        </p:txBody>
      </p:sp>
      <p:sp>
        <p:nvSpPr>
          <p:cNvPr id="3" name="フッター プレースホルダー 2">
            <a:extLst>
              <a:ext uri="{FF2B5EF4-FFF2-40B4-BE49-F238E27FC236}">
                <a16:creationId xmlns:a16="http://schemas.microsoft.com/office/drawing/2014/main" id="{BF4DBF9F-88DC-F604-75A9-78AAD9C0BC7D}"/>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71" name="テキスト ボックス 70">
            <a:extLst>
              <a:ext uri="{FF2B5EF4-FFF2-40B4-BE49-F238E27FC236}">
                <a16:creationId xmlns:a16="http://schemas.microsoft.com/office/drawing/2014/main" id="{BA6D723C-9D59-681D-3F91-E4388CD6EE1B}"/>
              </a:ext>
            </a:extLst>
          </p:cNvPr>
          <p:cNvSpPr txBox="1"/>
          <p:nvPr/>
        </p:nvSpPr>
        <p:spPr bwMode="auto">
          <a:xfrm>
            <a:off x="826364" y="1196752"/>
            <a:ext cx="10363658"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 3. </a:t>
            </a:r>
            <a:r>
              <a:rPr lang="fr-FR"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Run merge</a:t>
            </a:r>
            <a:endPar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endParaRPr>
          </a:p>
          <a:p>
            <a:endPar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endParaRPr>
          </a:p>
          <a:p>
            <a:r>
              <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pptmdmerge pptmerge merge_recipe.yaml  [options]</a:t>
            </a:r>
          </a:p>
          <a:p>
            <a:endPar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endParaRPr>
          </a:p>
        </p:txBody>
      </p:sp>
      <p:sp>
        <p:nvSpPr>
          <p:cNvPr id="4" name="テキスト ボックス 3">
            <a:extLst>
              <a:ext uri="{FF2B5EF4-FFF2-40B4-BE49-F238E27FC236}">
                <a16:creationId xmlns:a16="http://schemas.microsoft.com/office/drawing/2014/main" id="{E19C2ACC-A508-C253-BC5C-F671590B32BB}"/>
              </a:ext>
            </a:extLst>
          </p:cNvPr>
          <p:cNvSpPr txBox="1"/>
          <p:nvPr/>
        </p:nvSpPr>
        <p:spPr bwMode="auto">
          <a:xfrm>
            <a:off x="826364" y="2186861"/>
            <a:ext cx="10363658"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options</a:t>
            </a:r>
          </a:p>
          <a:p>
            <a:r>
              <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  --log-level debug    </a:t>
            </a:r>
            <a:r>
              <a:rPr lang="ja-JP" altLang="en-US"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設定ミス等を検証するために処理内容を確認したい場合、デバッグ表示を有効に</a:t>
            </a:r>
            <a:endPar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endParaRPr>
          </a:p>
          <a:p>
            <a:r>
              <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  --force              </a:t>
            </a:r>
            <a:r>
              <a:rPr lang="ja-JP" altLang="en-US"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何度も作り直す場合は出力ファイルを上書きにする</a:t>
            </a:r>
            <a:endPar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endParaRPr>
          </a:p>
          <a:p>
            <a:endPar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endParaRPr>
          </a:p>
        </p:txBody>
      </p:sp>
      <p:sp>
        <p:nvSpPr>
          <p:cNvPr id="7" name="テキスト ボックス 6">
            <a:extLst>
              <a:ext uri="{FF2B5EF4-FFF2-40B4-BE49-F238E27FC236}">
                <a16:creationId xmlns:a16="http://schemas.microsoft.com/office/drawing/2014/main" id="{EF0DA7DE-286D-2ADC-72E6-69D714F32A62}"/>
              </a:ext>
            </a:extLst>
          </p:cNvPr>
          <p:cNvSpPr txBox="1"/>
          <p:nvPr/>
        </p:nvSpPr>
        <p:spPr bwMode="auto">
          <a:xfrm>
            <a:off x="826364" y="3449307"/>
            <a:ext cx="10363658"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 4. </a:t>
            </a:r>
            <a:r>
              <a:rPr lang="fr-FR"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output</a:t>
            </a:r>
            <a:endPar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endParaRPr>
          </a:p>
          <a:p>
            <a:endPar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endParaRPr>
          </a:p>
          <a:p>
            <a:r>
              <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rPr>
              <a:t>merged.pptx</a:t>
            </a:r>
          </a:p>
          <a:p>
            <a:endParaRPr lang="en-US" altLang="ja-JP" sz="1400" b="0" kern="0">
              <a:latin typeface="Moralerspace Neon HW" panose="020B0509020203020207" pitchFamily="49" charset="-128"/>
              <a:ea typeface="Moralerspace Neon HW" panose="020B0509020203020207" pitchFamily="49" charset="-128"/>
              <a:cs typeface="Moralerspace Neon HW" panose="020B0509020203020207" pitchFamily="49" charset="-128"/>
            </a:endParaRPr>
          </a:p>
        </p:txBody>
      </p:sp>
    </p:spTree>
    <p:extLst>
      <p:ext uri="{BB962C8B-B14F-4D97-AF65-F5344CB8AC3E}">
        <p14:creationId xmlns:p14="http://schemas.microsoft.com/office/powerpoint/2010/main" val="2375552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6A4F3-0085-91DB-8334-3D6A7E844EB9}"/>
            </a:ext>
          </a:extLst>
        </p:cNvPr>
        <p:cNvGrpSpPr/>
        <p:nvPr/>
      </p:nvGrpSpPr>
      <p:grpSpPr>
        <a:xfrm>
          <a:off x="0" y="0"/>
          <a:ext cx="0" cy="0"/>
          <a:chOff x="0" y="0"/>
          <a:chExt cx="0" cy="0"/>
        </a:xfrm>
      </p:grpSpPr>
      <p:sp>
        <p:nvSpPr>
          <p:cNvPr id="5" name="exportrange">
            <a:extLst>
              <a:ext uri="{FF2B5EF4-FFF2-40B4-BE49-F238E27FC236}">
                <a16:creationId xmlns:a16="http://schemas.microsoft.com/office/drawing/2014/main" id="{A7F86F33-8302-763B-44E2-987B0E233277}"/>
              </a:ext>
            </a:extLst>
          </p:cNvPr>
          <p:cNvSpPr/>
          <p:nvPr/>
        </p:nvSpPr>
        <p:spPr bwMode="auto">
          <a:xfrm>
            <a:off x="785954" y="944724"/>
            <a:ext cx="10620091" cy="4140460"/>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3A0AD978-83C2-D14C-9579-CABFC01F0E93}"/>
              </a:ext>
            </a:extLst>
          </p:cNvPr>
          <p:cNvSpPr>
            <a:spLocks noGrp="1"/>
          </p:cNvSpPr>
          <p:nvPr>
            <p:ph type="title"/>
          </p:nvPr>
        </p:nvSpPr>
        <p:spPr/>
        <p:txBody>
          <a:bodyPr/>
          <a:lstStyle/>
          <a:p>
            <a:r>
              <a:rPr kumimoji="1" lang="en-US" altLang="ja-JP"/>
              <a:t>Examples</a:t>
            </a:r>
            <a:endParaRPr kumimoji="1" lang="ja-JP" altLang="en-US"/>
          </a:p>
        </p:txBody>
      </p:sp>
      <p:sp>
        <p:nvSpPr>
          <p:cNvPr id="3" name="フッター プレースホルダー 2">
            <a:extLst>
              <a:ext uri="{FF2B5EF4-FFF2-40B4-BE49-F238E27FC236}">
                <a16:creationId xmlns:a16="http://schemas.microsoft.com/office/drawing/2014/main" id="{BF4DBF9F-88DC-F604-75A9-78AAD9C0BC7D}"/>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Tree>
    <p:extLst>
      <p:ext uri="{BB962C8B-B14F-4D97-AF65-F5344CB8AC3E}">
        <p14:creationId xmlns:p14="http://schemas.microsoft.com/office/powerpoint/2010/main" val="1077623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Edge">
  <a:themeElements>
    <a:clrScheme name="ユーザー定義 1">
      <a:dk1>
        <a:srgbClr val="292929"/>
      </a:dk1>
      <a:lt1>
        <a:sysClr val="window" lastClr="FFFFFF"/>
      </a:lt1>
      <a:dk2>
        <a:srgbClr val="244242"/>
      </a:dk2>
      <a:lt2>
        <a:srgbClr val="FFFFFF"/>
      </a:lt2>
      <a:accent1>
        <a:srgbClr val="51BD9C"/>
      </a:accent1>
      <a:accent2>
        <a:srgbClr val="FF2121"/>
      </a:accent2>
      <a:accent3>
        <a:srgbClr val="A3E3B1"/>
      </a:accent3>
      <a:accent4>
        <a:srgbClr val="FFE8B3"/>
      </a:accent4>
      <a:accent5>
        <a:srgbClr val="4BACC6"/>
      </a:accent5>
      <a:accent6>
        <a:srgbClr val="F79646"/>
      </a:accent6>
      <a:hlink>
        <a:srgbClr val="0000FF"/>
      </a:hlink>
      <a:folHlink>
        <a:srgbClr val="800080"/>
      </a:folHlink>
    </a:clrScheme>
    <a:fontScheme name="ユーザー定義 1">
      <a:majorFont>
        <a:latin typeface="Calibri"/>
        <a:ea typeface="メイリオ"/>
        <a:cs typeface=""/>
      </a:majorFont>
      <a:minorFont>
        <a:latin typeface="Calibri"/>
        <a:ea typeface="メイリオ"/>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chemeClr val="tx1">
              <a:lumMod val="75000"/>
              <a:lumOff val="25000"/>
            </a:schemeClr>
          </a:solidFill>
          <a:prstDash val="solid"/>
          <a:round/>
          <a:headEnd type="none" w="med" len="med"/>
          <a:tailEnd type="none" w="med" len="med"/>
        </a:ln>
        <a:effectLst/>
      </a:spPr>
      <a:bodyPr vert="horz" wrap="none" lIns="90000" tIns="46800" rIns="90000" bIns="46800" numCol="1" rtlCol="0"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defRPr>
        </a:defPPr>
      </a:lstStyle>
    </a:spDef>
    <a:lnDef>
      <a:spPr bwMode="auto">
        <a:solidFill>
          <a:srgbClr val="CCFFFF"/>
        </a:solidFill>
        <a:ln w="28575" cap="flat" cmpd="sng" algn="ctr">
          <a:solidFill>
            <a:schemeClr val="tx1">
              <a:lumMod val="75000"/>
              <a:lumOff val="25000"/>
            </a:schemeClr>
          </a:solidFill>
          <a:prstDash val="solid"/>
          <a:round/>
          <a:headEnd type="none" w="med" len="med"/>
          <a:tailEnd type="triangle"/>
        </a:ln>
        <a:effectLst/>
      </a:spPr>
      <a:bodyPr/>
      <a:lstStyle/>
    </a:lnDef>
    <a:txDef>
      <a:spPr bwMode="auto">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spPr>
      <a:bodyPr vert="horz" wrap="square" lIns="91440" tIns="45720" rIns="91440" bIns="45720" numCol="1" rtlCol="0" anchor="t" anchorCtr="0" compatLnSpc="1">
        <a:prstTxWarp prst="textNoShape">
          <a:avLst/>
        </a:prstTxWarp>
        <a:spAutoFit/>
      </a:bodyPr>
      <a:lstStyle>
        <a:defPPr algn="l">
          <a:defRPr kumimoji="1" sz="1800" kern="0" smtClean="0">
            <a:latin typeface="BIZ UDPゴシック" panose="020B0400000000000000" pitchFamily="50" charset="-128"/>
            <a:ea typeface="BIZ UDPゴシック" panose="020B0400000000000000" pitchFamily="50" charset="-128"/>
          </a:defRPr>
        </a:defPPr>
      </a:lstStyle>
    </a:tx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31619</TotalTime>
  <Words>5233</Words>
  <Application>Microsoft Office PowerPoint</Application>
  <PresentationFormat>ワイド画面</PresentationFormat>
  <Paragraphs>985</Paragraphs>
  <Slides>18</Slides>
  <Notes>18</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18</vt:i4>
      </vt:variant>
    </vt:vector>
  </HeadingPairs>
  <TitlesOfParts>
    <vt:vector size="25" baseType="lpstr">
      <vt:lpstr>BIZ UDPゴシック</vt:lpstr>
      <vt:lpstr>FOT-UD丸ゴ_ラージ Pr6 M</vt:lpstr>
      <vt:lpstr>Moralerspace Neon HW</vt:lpstr>
      <vt:lpstr>Arial</vt:lpstr>
      <vt:lpstr>Garamond</vt:lpstr>
      <vt:lpstr>Wingdings</vt:lpstr>
      <vt:lpstr>Edge</vt:lpstr>
      <vt:lpstr>PPT &amp; MD merger とは？</vt:lpstr>
      <vt:lpstr>どんな人のためのツール？</vt:lpstr>
      <vt:lpstr>悩み１： ちょっとずつ違うPowerPointのコピーが増殖</vt:lpstr>
      <vt:lpstr>悩み２： 章・節番号をつけるのが面倒くさい</vt:lpstr>
      <vt:lpstr>なんとかこの悩みを解決できないか？</vt:lpstr>
      <vt:lpstr>まずは問題の構造を整理すると・・・</vt:lpstr>
      <vt:lpstr>部品を組み合わせて完成版を構成する仕組みを作る</vt:lpstr>
      <vt:lpstr>自動マージするときに章・節番号を付与する</vt:lpstr>
      <vt:lpstr>補助機能：変数置換</vt:lpstr>
      <vt:lpstr>補助機能： シェイプ/スライドの自動削除</vt:lpstr>
      <vt:lpstr>補助機能： 一時メモ用シェイプの自動削除</vt:lpstr>
      <vt:lpstr>PPTX生成機能と、その他の形式文書生成機能</vt:lpstr>
      <vt:lpstr>システム要件</vt:lpstr>
      <vt:lpstr>インストール方法</vt:lpstr>
      <vt:lpstr>Quick Start</vt:lpstr>
      <vt:lpstr>Quick Start</vt:lpstr>
      <vt:lpstr>Quick Start</vt:lpstr>
      <vt:lpstr>Examples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cp:lastModifiedBy/>
  <cp:revision>4236</cp:revision>
  <dcterms:modified xsi:type="dcterms:W3CDTF">2026-06-05T12:32:49Z</dcterms:modified>
</cp:coreProperties>
</file>