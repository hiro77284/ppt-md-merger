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6"/>
  </p:notesMasterIdLst>
  <p:sldIdLst>
    <p:sldId id="1788" r:id="rId2"/>
    <p:sldId id="1785" r:id="rId3"/>
    <p:sldId id="1789" r:id="rId4"/>
    <p:sldId id="1786" r:id="rId5"/>
    <p:sldId id="1782" r:id="rId6"/>
    <p:sldId id="1790" r:id="rId7"/>
    <p:sldId id="1791" r:id="rId8"/>
    <p:sldId id="1792" r:id="rId9"/>
    <p:sldId id="1793" r:id="rId10"/>
    <p:sldId id="1794" r:id="rId11"/>
    <p:sldId id="1795" r:id="rId12"/>
    <p:sldId id="1798" r:id="rId13"/>
    <p:sldId id="1796" r:id="rId14"/>
    <p:sldId id="1797" r:id="rId15"/>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CCECFF"/>
    <a:srgbClr val="99FFCC"/>
    <a:srgbClr val="FFFF00"/>
    <a:srgbClr val="FF6347"/>
    <a:srgbClr val="FF9933"/>
    <a:srgbClr val="CC66FF"/>
    <a:srgbClr val="E34234"/>
    <a:srgbClr val="292929"/>
    <a:srgbClr val="FF7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9367" autoAdjust="0"/>
  </p:normalViewPr>
  <p:slideViewPr>
    <p:cSldViewPr>
      <p:cViewPr varScale="1">
        <p:scale>
          <a:sx n="78" d="100"/>
          <a:sy n="78" d="100"/>
        </p:scale>
        <p:origin x="924"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2026/6/6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endParaRPr/>
          </a:p>
          <a:p>
            <a:r>
              <a:rPr lang="en-US" altLang="ja-JP"/>
              <a:t>===BLOCK===</a:t>
            </a:r>
          </a:p>
          <a:p>
            <a:r>
              <a:rPr lang="en-US" altLang="ja-JP"/>
              <a:t>{{BLOCK:IMAGE}}</a:t>
            </a:r>
          </a:p>
          <a:p>
            <a:endParaRPr lang="en-US" altLang="ja-JP"/>
          </a:p>
          <a:p>
            <a:r>
              <a:rPr lang="en-US" altLang="ja-JP"/>
              <a:t>export-image-mode: slide_with_rectpct</a:t>
            </a:r>
          </a:p>
          <a:p>
            <a:r>
              <a:rPr lang="en-US" altLang="ja-JP"/>
              <a:t>export-image-target: exportrange</a:t>
            </a:r>
          </a:p>
          <a:p>
            <a:r>
              <a:rPr lang="en-US" altLang="ja-JP"/>
              <a:t>export-image: extracted/figures/&lt;__BASEFILENAME__&gt;_slide&lt;__SLIDENUM__&gt;_fig.png</a:t>
            </a:r>
          </a:p>
          <a:p>
            <a:endParaRPr lang="en-US" altLang="ja-JP"/>
          </a:p>
          <a:p>
            <a:r>
              <a:rPr lang="en-US" altLang="ja-JP"/>
              <a:t>===BLOCK===</a:t>
            </a:r>
          </a:p>
          <a:p>
            <a:r>
              <a:rPr lang="en-US" altLang="ja-JP"/>
              <a:t>{{BLOCK:IMAGE}}</a:t>
            </a:r>
          </a:p>
          <a:p>
            <a:endParaRPr lang="en-US" altLang="ja-JP"/>
          </a:p>
          <a:p>
            <a:r>
              <a:rPr lang="en-US" altLang="ja-JP"/>
              <a:t>export-image-mode: slide_with_rectpct</a:t>
            </a:r>
          </a:p>
          <a:p>
            <a:r>
              <a:rPr lang="en-US" altLang="ja-JP"/>
              <a:t>export-image-target: keyvisual</a:t>
            </a:r>
          </a:p>
          <a:p>
            <a:r>
              <a:rPr lang="en-US" altLang="ja-JP"/>
              <a:t>export-image: extracted/figures/&lt;__BASEFILENAME__&gt;_keyvisual.png</a:t>
            </a:r>
          </a:p>
          <a:p>
            <a:endParaRPr lang="en-US" altLang="ja-JP"/>
          </a:p>
          <a:p>
            <a:r>
              <a:t>===BLOCK===</a:t>
            </a:r>
          </a:p>
          <a:p>
            <a:r>
              <a:t>{{BLOCK:MD:LONG}}</a:t>
            </a:r>
          </a:p>
          <a:p>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export-note: extracted/&lt;__BASEFILENAME__&gt;_slide&lt;__SLIDENUM__&gt;_md.md</a:t>
            </a:r>
          </a:p>
          <a:p>
            <a:r>
              <a:rPr lang="en-US" altLang="ja-JP"/>
              <a:t>{{#id:section:&lt;__BASEFILENAME__&gt;:slide&lt;__SLIDENUM__&gt;}}</a:t>
            </a:r>
          </a:p>
          <a:p>
            <a:r>
              <a:rPr lang="en-US" altLang="ja-JP"/>
              <a:t>## &lt;__TITLE__&gt;</a:t>
            </a:r>
          </a:p>
          <a:p>
            <a:endParaRPr/>
          </a:p>
          <a:p>
            <a:r>
              <a:t>chapt_section ナンバリングにおいて、operation: chapter ではなく、スライド上の特殊文字列でカウントを行う方法があります。</a:t>
            </a:r>
          </a:p>
          <a:p>
            <a:endParaRPr/>
          </a:p>
          <a:p>
            <a:r>
              <a:t>スライド上のどこかにマーカー文字列 #CHAPT# を描いておくと、そのスライドを Chapter cover （章の表紙、章とびら）として扱うものです。</a:t>
            </a:r>
          </a:p>
          <a:p>
            <a:endParaRPr/>
          </a:p>
          <a:p>
            <a:r>
              <a:t>一般のスライドは "1.2) ・・・" のように　章・節番号　でナンバリングしますが、Chapter cover ページは章番号(Chapter番号)だけでナンバリングします。</a:t>
            </a:r>
          </a:p>
          <a:p>
            <a:endParaRPr/>
          </a:p>
          <a:p>
            <a:r>
              <a:t>処理のイメージは下記の通りです。</a:t>
            </a:r>
          </a:p>
          <a:p>
            <a:endParaRPr/>
          </a:p>
          <a:p>
            <a:r>
              <a:t>```{=latex}</a:t>
            </a:r>
          </a:p>
          <a:p>
            <a:r>
              <a:t>\begin{center}</a:t>
            </a:r>
          </a:p>
          <a:p>
            <a:r>
              <a:t>```</a:t>
            </a:r>
          </a:p>
          <a:p>
            <a:endParaRPr/>
          </a:p>
          <a:p>
            <a:r>
              <a:rPr lang="en-US" altLang="ja-JP"/>
              <a:t>![](figures/&lt;__BASEFILENAME__&gt;_slide&lt;__SLIDENUM__&gt;_fig.png){ width=95% }</a:t>
            </a:r>
          </a:p>
          <a:p>
            <a:endParaRPr lang="en-US" altLang="ja-JP"/>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a:t>![](figures/&lt;__BASEFILENAME__&gt;_keyvisual.png){ width=85% }</a:t>
            </a:r>
          </a:p>
          <a:p>
            <a:endParaRPr/>
          </a:p>
          <a:p>
            <a:r>
              <a:t>```{=latex}</a:t>
            </a:r>
          </a:p>
          <a:p>
            <a:r>
              <a:t>\end{center}</a:t>
            </a:r>
          </a:p>
          <a:p>
            <a:r>
              <a:t>```</a:t>
            </a:r>
            <a:endParaRPr lang="en-US"/>
          </a:p>
          <a:p>
            <a:endParaRP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503858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ltLang="ja-JP"/>
              <a:t>export-image: extracted/figures/&lt;__BASEFILENAME__&gt;_slide&lt;__SLIDENUM__&gt;_fig.png</a:t>
            </a:r>
          </a:p>
          <a:p>
            <a:endParaRPr/>
          </a:p>
          <a:p>
            <a:r>
              <a:t>===BLOCK===</a:t>
            </a:r>
          </a:p>
          <a:p>
            <a:r>
              <a:t>{{BLOCK:MD:LONG}}</a:t>
            </a:r>
          </a:p>
          <a:p>
            <a:endParaRPr/>
          </a:p>
          <a:p>
            <a:r>
              <a:rPr lang="en-US" altLang="ja-JP"/>
              <a:t>export-note: extracted/&lt;__BASEFILENAME__&gt;_slide&lt;__SLIDENUM__&gt;_md.md</a:t>
            </a:r>
          </a:p>
          <a:p>
            <a:r>
              <a:rPr lang="en-US" altLang="ja-JP"/>
              <a:t>{{#id:section:&lt;__BASEFILENAME__&gt;:slide&lt;__SLIDENUM__&gt;}}</a:t>
            </a:r>
          </a:p>
          <a:p>
            <a:r>
              <a:rPr lang="en-US" altLang="ja-JP"/>
              <a:t>## &lt;__TITLE__&gt;</a:t>
            </a:r>
          </a:p>
          <a:p>
            <a:endParaRPr/>
          </a:p>
          <a:p>
            <a:r>
              <a:t>マーカー式ナンバリングで使うマーカー文字列 #CHAPT# はスライド上のどこに置いてもかまいません。マージ処理の過程で消去されるので、目立つ大きさや色でもかまいません。ただし、画像ではダメで、テキストシェイプを使ってください。</a:t>
            </a:r>
          </a:p>
          <a:p>
            <a:endParaRPr/>
          </a:p>
          <a:p>
            <a:r>
              <a:t>#CHAPT# マーカーのあるスライドはそのChapterの先頭ですから、Chapter 全体の内容予告や概要説明を行うChapter cover を入れたいときに使うとよいでしょう。</a:t>
            </a:r>
          </a:p>
          <a:p>
            <a:endParaRPr/>
          </a:p>
          <a:p>
            <a:r>
              <a:t>処理のイメージは下記の通りです。</a:t>
            </a:r>
          </a:p>
          <a:p>
            <a:endParaRPr/>
          </a:p>
          <a:p>
            <a:r>
              <a:t>```{=latex}</a:t>
            </a:r>
          </a:p>
          <a:p>
            <a:r>
              <a:t>\begin{center}</a:t>
            </a:r>
          </a:p>
          <a:p>
            <a:r>
              <a:t>```</a:t>
            </a:r>
          </a:p>
          <a:p>
            <a:endParaRPr/>
          </a:p>
          <a:p>
            <a:r>
              <a:rPr lang="en-US" altLang="ja-JP"/>
              <a:t>![](figures/&lt;__BASEFILENAME__&gt;_slide&lt;__SLIDENUM__&gt;_fig.png){ width=95% }</a:t>
            </a:r>
          </a:p>
          <a:p>
            <a:endParaRPr/>
          </a:p>
          <a:p>
            <a:r>
              <a:t>```{=latex}</a:t>
            </a:r>
          </a:p>
          <a:p>
            <a:r>
              <a:t>\end{center}</a:t>
            </a:r>
          </a:p>
          <a:p>
            <a:r>
              <a:t>```</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3921050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ltLang="ja-JP"/>
              <a:t>export-note: extracted/&lt;__BASEFILENAME__&gt;_slide&lt;__SLIDENUM__&gt;_md.md</a:t>
            </a:r>
          </a:p>
          <a:p>
            <a:r>
              <a:rPr lang="en-US"/>
              <a:t>{{#id:section:&lt;__BASEFILENAME__&gt;:slide&lt;__SLIDENUM__&gt;}}</a:t>
            </a:r>
          </a:p>
          <a:p>
            <a:r>
              <a:rPr lang="en-US"/>
              <a:t>## &lt;__TITLE__&gt;</a:t>
            </a:r>
          </a:p>
          <a:p>
            <a:endParaRPr/>
          </a:p>
          <a:p>
            <a:r>
              <a:t>ひとつのファイルの中に複数の #CHAPT# を入れてもかまいません。1ファイル中に複数の Chapter を含むような大きな文書部品もこの方法でナンバリングできます。</a:t>
            </a: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24311804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ltLang="ja-JP"/>
              <a:t>export-note: extracted/&lt;__BASEFILENAME__&gt;_slide&lt;__SLIDENUM__&gt;_md.md</a:t>
            </a:r>
          </a:p>
          <a:p>
            <a:r>
              <a:rPr lang="en-US"/>
              <a:t>{{#id:section:&lt;__BASEFILENAME__&gt;:slide&lt;__SLIDENUM__&gt;}}</a:t>
            </a:r>
          </a:p>
          <a:p>
            <a:r>
              <a:rPr lang="en-US"/>
              <a:t>## &lt;__TITLE__&gt;</a:t>
            </a:r>
          </a:p>
          <a:p>
            <a:endParaRPr/>
          </a:p>
          <a:p>
            <a:r>
              <a:t>#SECTION# マーカーは節番号をリセットします。</a:t>
            </a:r>
          </a:p>
          <a:p>
            <a:r>
              <a:t>あまり使わないと思いますが、たとえば章・節番号が同じで微妙に内容の違うスライドを出したい時には使えるかもしれません。</a:t>
            </a:r>
          </a:p>
          <a:p>
            <a:r>
              <a:t>（ただしその場合は operation: chapter や section で章・節番号をセットするほうが扱いやすいと思いますが）</a:t>
            </a:r>
          </a:p>
          <a:p>
            <a:endParaRP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2653989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ltLang="ja-JP"/>
              <a:t>export-note: extracted/&lt;__BASEFILENAME__&gt;_slide&lt;__SLIDENUM__&gt;_md.md</a:t>
            </a:r>
          </a:p>
          <a:p>
            <a:r>
              <a:rPr lang="en-US"/>
              <a:t>{{#id:section:&lt;__BASEFILENAME__&gt;:slide&lt;__SLIDENUM__&gt;}}</a:t>
            </a:r>
          </a:p>
          <a:p>
            <a:r>
              <a:rPr lang="en-US"/>
              <a:t>## &lt;__TITLE__&gt;</a:t>
            </a:r>
          </a:p>
          <a:p>
            <a:endParaRPr/>
          </a:p>
          <a:p>
            <a:r>
              <a:t>マーカー方式で章・節ナンバリングをする結合指示書のサンプルです。</a:t>
            </a:r>
          </a:p>
          <a:p>
            <a:endParaRPr/>
          </a:p>
          <a:p>
            <a:r>
              <a:t>pptxnumbering: chapt_section は変わりませんが、ナンバリングそのものはマーカーで行うため、procedureには chapter も section も現れません。</a:t>
            </a:r>
          </a:p>
          <a:p>
            <a:endParaRPr/>
          </a:p>
          <a:p>
            <a:r>
              <a:t>なお、２つの結合ファイルのうち１つ目の chapter_marker_numbering_guide.pptx では章・節番号制御をすべて抑制しているので章・節番号がつきません。</a:t>
            </a:r>
          </a:p>
          <a:p>
            <a:endParaRPr/>
          </a:p>
          <a:p>
            <a:r>
              <a:t>#CHAPT#, #SECTION# マーカーによる制御の実サンプルは、２つめの結合ファイルである chapter_marker_numbering_sample.pptx に該当する部分が結合後pptxの中でどうなっているかをご覧ください。</a:t>
            </a:r>
          </a:p>
          <a:p>
            <a:endParaRP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836524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endParaRPr/>
          </a:p>
          <a:p>
            <a:r>
              <a:t>===BLOCK===</a:t>
            </a:r>
          </a:p>
          <a:p>
            <a:r>
              <a:t>{{BLOCK:IMAGE}}</a:t>
            </a:r>
          </a:p>
          <a:p>
            <a:endParaRPr/>
          </a:p>
          <a:p>
            <a:r>
              <a:t>export-image-mode: slide_with_rectpct</a:t>
            </a:r>
          </a:p>
          <a:p>
            <a:r>
              <a:t>export-image-target: exportrange</a:t>
            </a:r>
          </a:p>
          <a:p>
            <a:r>
              <a:rPr lang="en-US"/>
              <a:t>export-image: extracted/figures/&lt;__BASEFILENAME__&gt;_slide&lt;__SLIDENUM__&gt;_fig.png</a:t>
            </a:r>
          </a:p>
          <a:p>
            <a:endParaRPr/>
          </a:p>
          <a:p>
            <a:r>
              <a:t>===BLOCK===</a:t>
            </a:r>
          </a:p>
          <a:p>
            <a:r>
              <a:t>{{BLOCK:MD:LONG}}</a:t>
            </a:r>
          </a:p>
          <a:p>
            <a:endParaRPr/>
          </a:p>
          <a:p>
            <a:r>
              <a:rPr lang="en-US" altLang="ja-JP"/>
              <a:t>export-note: extracted/&lt;__BASEFILENAME__&gt;_slide&lt;__SLIDENUM__&gt;_md.md</a:t>
            </a:r>
          </a:p>
          <a:p>
            <a:r>
              <a:rPr lang="en-US"/>
              <a:t>{{#id:section:&lt;__BASEFILENAME__&gt;:slide&lt;__SLIDENUM__&gt;}}</a:t>
            </a:r>
          </a:p>
          <a:p>
            <a:r>
              <a:rPr lang="en-US"/>
              <a:t>## &lt;__TITLE__&gt;</a:t>
            </a:r>
          </a:p>
          <a:p>
            <a:endParaRPr/>
          </a:p>
          <a:p>
            <a:r>
              <a:t>他にもいくつかのマーカーがあります。</a:t>
            </a:r>
          </a:p>
          <a:p>
            <a:endParaRPr/>
          </a:p>
          <a:p>
            <a:r>
              <a:t>#NONUMBERING# マーカーがあるスライドでは、タイトルに章・節番号を付与しません</a:t>
            </a:r>
          </a:p>
          <a:p>
            <a:endParaRPr/>
          </a:p>
          <a:p>
            <a:r>
              <a:t>#STAY# マーカーがあるスライドでは、　章・節番号のカウントを行いません</a:t>
            </a:r>
          </a:p>
          <a:p>
            <a:endParaRPr/>
          </a:p>
          <a:p>
            <a:r>
              <a:t>#NOREPLACE# マーカーがあるスライドでは、文字列置換を行いません </a:t>
            </a:r>
          </a:p>
          <a:p>
            <a:r>
              <a:t>（#CHAPT#, #SECTION#、その他のマーカーがすべて残ります）</a:t>
            </a:r>
          </a:p>
          <a:p>
            <a:endParaRPr/>
          </a:p>
          <a:p>
            <a:endParaRPr/>
          </a:p>
          <a:p>
            <a:r>
              <a:t>```{=latex}</a:t>
            </a:r>
          </a:p>
          <a:p>
            <a:r>
              <a:t>\begin{center}</a:t>
            </a:r>
          </a:p>
          <a:p>
            <a:r>
              <a:t>```</a:t>
            </a:r>
          </a:p>
          <a:p>
            <a:endParaRPr/>
          </a:p>
          <a:p>
            <a:r>
              <a:rPr lang="en-US"/>
              <a:t>![](figures/&lt;__BASEFILENAME__&gt;_slide&lt;__SLIDENUM__&gt;_fig.png){ width=95% }</a:t>
            </a:r>
          </a:p>
          <a:p>
            <a:endParaRPr/>
          </a:p>
          <a:p>
            <a:r>
              <a:t>```{=latex}</a:t>
            </a:r>
          </a:p>
          <a:p>
            <a:r>
              <a:t>\end{center}</a:t>
            </a:r>
          </a:p>
          <a:p>
            <a:r>
              <a:t>```</a:t>
            </a:r>
            <a:endParaRPr lang="en-US"/>
          </a:p>
          <a:p>
            <a:endParaRP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5</a:t>
            </a:fld>
            <a:endParaRPr kumimoji="1" lang="ja-JP" altLang="en-US"/>
          </a:p>
        </p:txBody>
      </p:sp>
    </p:spTree>
    <p:extLst>
      <p:ext uri="{BB962C8B-B14F-4D97-AF65-F5344CB8AC3E}">
        <p14:creationId xmlns:p14="http://schemas.microsoft.com/office/powerpoint/2010/main" val="2270466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6</a:t>
            </a:fld>
            <a:endParaRPr kumimoji="1" lang="ja-JP" altLang="en-US"/>
          </a:p>
        </p:txBody>
      </p:sp>
    </p:spTree>
    <p:extLst>
      <p:ext uri="{BB962C8B-B14F-4D97-AF65-F5344CB8AC3E}">
        <p14:creationId xmlns:p14="http://schemas.microsoft.com/office/powerpoint/2010/main" val="3969420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7</a:t>
            </a:fld>
            <a:endParaRPr kumimoji="1" lang="ja-JP" altLang="en-US"/>
          </a:p>
        </p:txBody>
      </p:sp>
    </p:spTree>
    <p:extLst>
      <p:ext uri="{BB962C8B-B14F-4D97-AF65-F5344CB8AC3E}">
        <p14:creationId xmlns:p14="http://schemas.microsoft.com/office/powerpoint/2010/main" val="85038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E8D52-90E8-48F9-B474-9B4CB1454A0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E711F4-C5B7-5583-C057-6E1A82DC9AE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C89203-E8B2-87C8-78D0-F0FB6202F1C6}"/>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D0BB1EB5-4506-D417-779D-080E50507901}"/>
              </a:ext>
            </a:extLst>
          </p:cNvPr>
          <p:cNvSpPr>
            <a:spLocks noGrp="1"/>
          </p:cNvSpPr>
          <p:nvPr>
            <p:ph type="sldNum" sz="quarter" idx="5"/>
          </p:nvPr>
        </p:nvSpPr>
        <p:spPr/>
        <p:txBody>
          <a:bodyPr/>
          <a:lstStyle/>
          <a:p>
            <a:fld id="{BA10FDB7-3E02-4363-90B3-590B3C26A88D}" type="slidenum">
              <a:rPr kumimoji="1" lang="ja-JP" altLang="en-US" smtClean="0"/>
              <a:t>8</a:t>
            </a:fld>
            <a:endParaRPr kumimoji="1" lang="ja-JP" altLang="en-US"/>
          </a:p>
        </p:txBody>
      </p:sp>
    </p:spTree>
    <p:extLst>
      <p:ext uri="{BB962C8B-B14F-4D97-AF65-F5344CB8AC3E}">
        <p14:creationId xmlns:p14="http://schemas.microsoft.com/office/powerpoint/2010/main" val="3453505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181BF-F106-5A68-2F88-81827837017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AC6BC1-3226-49D2-A711-3F7D785987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4F520A-25FE-F0D0-E7D6-D2F31E90D6F7}"/>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93BAC264-60E1-445A-8983-CDB2EDE0A7B7}"/>
              </a:ext>
            </a:extLst>
          </p:cNvPr>
          <p:cNvSpPr>
            <a:spLocks noGrp="1"/>
          </p:cNvSpPr>
          <p:nvPr>
            <p:ph type="sldNum" sz="quarter" idx="5"/>
          </p:nvPr>
        </p:nvSpPr>
        <p:spPr/>
        <p:txBody>
          <a:bodyPr/>
          <a:lstStyle/>
          <a:p>
            <a:fld id="{BA10FDB7-3E02-4363-90B3-590B3C26A88D}" type="slidenum">
              <a:rPr kumimoji="1" lang="ja-JP" altLang="en-US" smtClean="0"/>
              <a:t>9</a:t>
            </a:fld>
            <a:endParaRPr kumimoji="1" lang="ja-JP" altLang="en-US"/>
          </a:p>
        </p:txBody>
      </p:sp>
    </p:spTree>
    <p:extLst>
      <p:ext uri="{BB962C8B-B14F-4D97-AF65-F5344CB8AC3E}">
        <p14:creationId xmlns:p14="http://schemas.microsoft.com/office/powerpoint/2010/main" val="1910608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7C7D0-8A86-733F-1BCB-67268363AD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D3DAD7-58AB-FDCF-327E-8C8EFEB6F4A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79CADA-5B2A-4E83-5AF3-96CED45AC23D}"/>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967E0AB6-2914-A930-028E-368281174422}"/>
              </a:ext>
            </a:extLst>
          </p:cNvPr>
          <p:cNvSpPr>
            <a:spLocks noGrp="1"/>
          </p:cNvSpPr>
          <p:nvPr>
            <p:ph type="sldNum" sz="quarter" idx="5"/>
          </p:nvPr>
        </p:nvSpPr>
        <p:spPr/>
        <p:txBody>
          <a:bodyPr/>
          <a:lstStyle/>
          <a:p>
            <a:fld id="{BA10FDB7-3E02-4363-90B3-590B3C26A88D}" type="slidenum">
              <a:rPr kumimoji="1" lang="ja-JP" altLang="en-US" smtClean="0"/>
              <a:t>10</a:t>
            </a:fld>
            <a:endParaRPr kumimoji="1" lang="ja-JP" altLang="en-US"/>
          </a:p>
        </p:txBody>
      </p:sp>
    </p:spTree>
    <p:extLst>
      <p:ext uri="{BB962C8B-B14F-4D97-AF65-F5344CB8AC3E}">
        <p14:creationId xmlns:p14="http://schemas.microsoft.com/office/powerpoint/2010/main" val="1211562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B60BB-6263-DE15-A7E4-ED4AD452B6D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2793D5-09BF-BE97-6018-1E7183D1CB0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B1CF1E1-680E-8D80-DBC5-4CF6AECB3177}"/>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6002F0CE-6BC1-DA9C-1818-01EAE8738A6E}"/>
              </a:ext>
            </a:extLst>
          </p:cNvPr>
          <p:cNvSpPr>
            <a:spLocks noGrp="1"/>
          </p:cNvSpPr>
          <p:nvPr>
            <p:ph type="sldNum" sz="quarter" idx="5"/>
          </p:nvPr>
        </p:nvSpPr>
        <p:spPr/>
        <p:txBody>
          <a:bodyPr/>
          <a:lstStyle/>
          <a:p>
            <a:fld id="{BA10FDB7-3E02-4363-90B3-590B3C26A88D}" type="slidenum">
              <a:rPr kumimoji="1" lang="ja-JP" altLang="en-US" smtClean="0"/>
              <a:t>11</a:t>
            </a:fld>
            <a:endParaRPr kumimoji="1" lang="ja-JP" altLang="en-US"/>
          </a:p>
        </p:txBody>
      </p:sp>
    </p:spTree>
    <p:extLst>
      <p:ext uri="{BB962C8B-B14F-4D97-AF65-F5344CB8AC3E}">
        <p14:creationId xmlns:p14="http://schemas.microsoft.com/office/powerpoint/2010/main" val="2896384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7C7D0-8A86-733F-1BCB-67268363AD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D3DAD7-58AB-FDCF-327E-8C8EFEB6F4A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79CADA-5B2A-4E83-5AF3-96CED45AC23D}"/>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967E0AB6-2914-A930-028E-368281174422}"/>
              </a:ext>
            </a:extLst>
          </p:cNvPr>
          <p:cNvSpPr>
            <a:spLocks noGrp="1"/>
          </p:cNvSpPr>
          <p:nvPr>
            <p:ph type="sldNum" sz="quarter" idx="5"/>
          </p:nvPr>
        </p:nvSpPr>
        <p:spPr/>
        <p:txBody>
          <a:bodyPr/>
          <a:lstStyle/>
          <a:p>
            <a:fld id="{BA10FDB7-3E02-4363-90B3-590B3C26A88D}" type="slidenum">
              <a:rPr kumimoji="1" lang="ja-JP" altLang="en-US" smtClean="0"/>
              <a:t>12</a:t>
            </a:fld>
            <a:endParaRPr kumimoji="1" lang="ja-JP" altLang="en-US"/>
          </a:p>
        </p:txBody>
      </p:sp>
    </p:spTree>
    <p:extLst>
      <p:ext uri="{BB962C8B-B14F-4D97-AF65-F5344CB8AC3E}">
        <p14:creationId xmlns:p14="http://schemas.microsoft.com/office/powerpoint/2010/main" val="3573842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3F285-980A-9852-213B-CA2029C9E3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5CE8E1-8158-8DA7-966C-53565FB8146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FB3E79-D472-7E45-0240-E57F760B6BE6}"/>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F760D7D5-8CAE-CA5A-CF5D-96D8618706AE}"/>
              </a:ext>
            </a:extLst>
          </p:cNvPr>
          <p:cNvSpPr>
            <a:spLocks noGrp="1"/>
          </p:cNvSpPr>
          <p:nvPr>
            <p:ph type="sldNum" sz="quarter" idx="5"/>
          </p:nvPr>
        </p:nvSpPr>
        <p:spPr/>
        <p:txBody>
          <a:bodyPr/>
          <a:lstStyle/>
          <a:p>
            <a:fld id="{BA10FDB7-3E02-4363-90B3-590B3C26A88D}" type="slidenum">
              <a:rPr kumimoji="1" lang="ja-JP" altLang="en-US" smtClean="0"/>
              <a:t>13</a:t>
            </a:fld>
            <a:endParaRPr kumimoji="1" lang="ja-JP" altLang="en-US"/>
          </a:p>
        </p:txBody>
      </p:sp>
    </p:spTree>
    <p:extLst>
      <p:ext uri="{BB962C8B-B14F-4D97-AF65-F5344CB8AC3E}">
        <p14:creationId xmlns:p14="http://schemas.microsoft.com/office/powerpoint/2010/main" val="3376193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exportrange">
            <a:extLst>
              <a:ext uri="{FF2B5EF4-FFF2-40B4-BE49-F238E27FC236}">
                <a16:creationId xmlns:a16="http://schemas.microsoft.com/office/drawing/2014/main" id="{891B6C73-5FC9-0237-457E-C3EE6666585D}"/>
              </a:ext>
            </a:extLst>
          </p:cNvPr>
          <p:cNvSpPr/>
          <p:nvPr/>
        </p:nvSpPr>
        <p:spPr bwMode="auto">
          <a:xfrm>
            <a:off x="623392" y="932443"/>
            <a:ext cx="11042032" cy="189954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keyvisual">
            <a:extLst>
              <a:ext uri="{FF2B5EF4-FFF2-40B4-BE49-F238E27FC236}">
                <a16:creationId xmlns:a16="http://schemas.microsoft.com/office/drawing/2014/main" id="{90D03522-7E96-4467-A32E-65944BB08BC2}"/>
              </a:ext>
            </a:extLst>
          </p:cNvPr>
          <p:cNvSpPr/>
          <p:nvPr/>
        </p:nvSpPr>
        <p:spPr bwMode="auto">
          <a:xfrm>
            <a:off x="1199456" y="2904486"/>
            <a:ext cx="10248718" cy="354885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chapter_marker </a:t>
            </a:r>
            <a:r>
              <a:rPr kumimoji="1" lang="ja-JP" altLang="en-US"/>
              <a:t>によるナンバリング</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4" name="正方形/長方形 3">
            <a:extLst>
              <a:ext uri="{FF2B5EF4-FFF2-40B4-BE49-F238E27FC236}">
                <a16:creationId xmlns:a16="http://schemas.microsoft.com/office/drawing/2014/main" id="{E25E8B59-A9AF-B900-C34B-DAF80BDA8C59}"/>
              </a:ext>
            </a:extLst>
          </p:cNvPr>
          <p:cNvSpPr/>
          <p:nvPr/>
        </p:nvSpPr>
        <p:spPr bwMode="auto">
          <a:xfrm>
            <a:off x="1375461" y="3362308"/>
            <a:ext cx="2379200" cy="171826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4AAA7FF8-69F1-5A70-26E2-14AF997617D4}"/>
              </a:ext>
            </a:extLst>
          </p:cNvPr>
          <p:cNvSpPr/>
          <p:nvPr/>
        </p:nvSpPr>
        <p:spPr bwMode="auto">
          <a:xfrm>
            <a:off x="1627818" y="4042995"/>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356F9C48-04EF-2DA2-70BA-D93E08B23E67}"/>
              </a:ext>
            </a:extLst>
          </p:cNvPr>
          <p:cNvSpPr/>
          <p:nvPr/>
        </p:nvSpPr>
        <p:spPr bwMode="auto">
          <a:xfrm>
            <a:off x="1627818" y="4562686"/>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40B30D01-EC9D-0B99-494F-13BAF499FBF3}"/>
              </a:ext>
            </a:extLst>
          </p:cNvPr>
          <p:cNvSpPr/>
          <p:nvPr/>
        </p:nvSpPr>
        <p:spPr bwMode="auto">
          <a:xfrm>
            <a:off x="1375460" y="5550155"/>
            <a:ext cx="2379202" cy="86668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D72AA984-6FDE-53E5-1111-CB9D2CEA102D}"/>
              </a:ext>
            </a:extLst>
          </p:cNvPr>
          <p:cNvSpPr/>
          <p:nvPr/>
        </p:nvSpPr>
        <p:spPr bwMode="auto">
          <a:xfrm>
            <a:off x="1627818" y="5672125"/>
            <a:ext cx="1895993" cy="275797"/>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eaLnBrk="1" hangingPunct="1"/>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B0</a:t>
            </a:r>
            <a:r>
              <a:rPr lang="ja-JP" altLang="en-US" sz="1600">
                <a:latin typeface="BIZ UDPゴシック" panose="020B0400000000000000" pitchFamily="50" charset="-128"/>
                <a:ea typeface="BIZ UDPゴシック" panose="020B0400000000000000" pitchFamily="50" charset="-128"/>
              </a:rPr>
              <a:t>　</a:t>
            </a:r>
            <a:r>
              <a:rPr lang="en-US" altLang="ja-JP" sz="1600">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F862F9F1-B141-9C48-9446-25852AF136AA}"/>
              </a:ext>
            </a:extLst>
          </p:cNvPr>
          <p:cNvSpPr/>
          <p:nvPr/>
        </p:nvSpPr>
        <p:spPr bwMode="auto">
          <a:xfrm>
            <a:off x="1627818" y="5984441"/>
            <a:ext cx="1895993" cy="275797"/>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B1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C622D55C-0CBD-0C99-E5D3-D909ADB80C53}"/>
              </a:ext>
            </a:extLst>
          </p:cNvPr>
          <p:cNvSpPr txBox="1"/>
          <p:nvPr/>
        </p:nvSpPr>
        <p:spPr bwMode="auto">
          <a:xfrm>
            <a:off x="1333320" y="2984596"/>
            <a:ext cx="2192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45F3E591-71CE-BC67-B88F-1886B9D7DC99}"/>
              </a:ext>
            </a:extLst>
          </p:cNvPr>
          <p:cNvSpPr txBox="1"/>
          <p:nvPr/>
        </p:nvSpPr>
        <p:spPr bwMode="auto">
          <a:xfrm>
            <a:off x="1787939" y="5146635"/>
            <a:ext cx="22198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9F80CE5A-6947-27D7-FD8B-EC11BCAE7C87}"/>
              </a:ext>
            </a:extLst>
          </p:cNvPr>
          <p:cNvSpPr/>
          <p:nvPr/>
        </p:nvSpPr>
        <p:spPr bwMode="auto">
          <a:xfrm>
            <a:off x="7330389" y="3623741"/>
            <a:ext cx="1753392" cy="268557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24C5F1CE-C6BA-1557-2365-50004D41DA5B}"/>
              </a:ext>
            </a:extLst>
          </p:cNvPr>
          <p:cNvSpPr/>
          <p:nvPr/>
        </p:nvSpPr>
        <p:spPr bwMode="auto">
          <a:xfrm>
            <a:off x="7544472" y="4309483"/>
            <a:ext cx="1321696" cy="367086"/>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1.1) A1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0E7AC7F4-3B36-FA83-7EA1-C6593900A275}"/>
              </a:ext>
            </a:extLst>
          </p:cNvPr>
          <p:cNvSpPr/>
          <p:nvPr/>
        </p:nvSpPr>
        <p:spPr bwMode="auto">
          <a:xfrm>
            <a:off x="7544472" y="4752895"/>
            <a:ext cx="1321696" cy="367086"/>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1.2) A2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AC0CA13A-9208-80F4-1063-1E2DDA63A0F6}"/>
              </a:ext>
            </a:extLst>
          </p:cNvPr>
          <p:cNvSpPr/>
          <p:nvPr/>
        </p:nvSpPr>
        <p:spPr bwMode="auto">
          <a:xfrm>
            <a:off x="7544472" y="5377535"/>
            <a:ext cx="1321696" cy="367086"/>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2) B1</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381241AA-267B-0B36-EAAF-F966736AA657}"/>
              </a:ext>
            </a:extLst>
          </p:cNvPr>
          <p:cNvSpPr/>
          <p:nvPr/>
        </p:nvSpPr>
        <p:spPr bwMode="auto">
          <a:xfrm>
            <a:off x="7544472" y="5830935"/>
            <a:ext cx="1321696" cy="367086"/>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2.2) B2</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B168543A-9EB0-5D12-BA3E-6453BE706655}"/>
              </a:ext>
            </a:extLst>
          </p:cNvPr>
          <p:cNvSpPr txBox="1"/>
          <p:nvPr/>
        </p:nvSpPr>
        <p:spPr bwMode="auto">
          <a:xfrm>
            <a:off x="7248128" y="3140968"/>
            <a:ext cx="2018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03C7A03A-D9B4-ED53-7775-F2CE7974A824}"/>
              </a:ext>
            </a:extLst>
          </p:cNvPr>
          <p:cNvSpPr txBox="1"/>
          <p:nvPr/>
        </p:nvSpPr>
        <p:spPr bwMode="auto">
          <a:xfrm>
            <a:off x="4352505" y="3641309"/>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kern="0">
                <a:latin typeface="BIZ UDPゴシック" panose="020B0400000000000000" pitchFamily="50" charset="-128"/>
                <a:ea typeface="BIZ UDPゴシック" panose="020B0400000000000000" pitchFamily="50" charset="-128"/>
              </a:rPr>
              <a:t>pptmerge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31" name="直線矢印コネクタ 30">
            <a:extLst>
              <a:ext uri="{FF2B5EF4-FFF2-40B4-BE49-F238E27FC236}">
                <a16:creationId xmlns:a16="http://schemas.microsoft.com/office/drawing/2014/main" id="{7EFE225C-76DD-F242-461B-1C1509FCAF8E}"/>
              </a:ext>
            </a:extLst>
          </p:cNvPr>
          <p:cNvCxnSpPr>
            <a:cxnSpLocks/>
          </p:cNvCxnSpPr>
          <p:nvPr/>
        </p:nvCxnSpPr>
        <p:spPr bwMode="auto">
          <a:xfrm>
            <a:off x="3782991" y="4120775"/>
            <a:ext cx="339312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5945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chapter_marker_numbering_recipe.yaml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25025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600" kern="0">
                <a:latin typeface="BIZ UDPゴシック" panose="020B0400000000000000" pitchFamily="50" charset="-128"/>
                <a:ea typeface="BIZ UDPゴシック" panose="020B0400000000000000" pitchFamily="50" charset="-128"/>
              </a:rPr>
              <a:t>スライド上の </a:t>
            </a:r>
            <a:r>
              <a:rPr lang="en-US" altLang="ja-JP" sz="1600" kern="0">
                <a:latin typeface="BIZ UDPゴシック" panose="020B0400000000000000" pitchFamily="50" charset="-128"/>
                <a:ea typeface="BIZ UDPゴシック" panose="020B0400000000000000" pitchFamily="50" charset="-128"/>
              </a:rPr>
              <a:t>#CHAPT#, #SECTION#</a:t>
            </a:r>
            <a:r>
              <a:rPr lang="ja-JP" altLang="en-US" sz="1600" kern="0">
                <a:latin typeface="BIZ UDPゴシック" panose="020B0400000000000000" pitchFamily="50" charset="-128"/>
                <a:ea typeface="BIZ UDPゴシック" panose="020B0400000000000000" pitchFamily="50" charset="-128"/>
              </a:rPr>
              <a:t>マーカーを基準に</a:t>
            </a:r>
            <a:r>
              <a:rPr kumimoji="1" lang="ja-JP" altLang="en-US" sz="1600" kern="0">
                <a:latin typeface="BIZ UDPゴシック" panose="020B0400000000000000" pitchFamily="50" charset="-128"/>
                <a:ea typeface="BIZ UDPゴシック" panose="020B0400000000000000" pitchFamily="50" charset="-128"/>
              </a:rPr>
              <a:t>ナンバリングする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"pptxnumbering: chapt_section"</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26123056-39E8-9006-356A-C836B81C314D}"/>
              </a:ext>
            </a:extLst>
          </p:cNvPr>
          <p:cNvSpPr txBox="1"/>
          <p:nvPr/>
        </p:nvSpPr>
        <p:spPr bwMode="auto">
          <a:xfrm>
            <a:off x="3939736" y="4479895"/>
            <a:ext cx="316467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ja-JP" altLang="en-US" sz="1800" kern="0">
                <a:latin typeface="BIZ UDPゴシック" panose="020B0400000000000000" pitchFamily="50" charset="-128"/>
                <a:ea typeface="BIZ UDPゴシック" panose="020B0400000000000000" pitchFamily="50" charset="-128"/>
              </a:rPr>
              <a:t>マーカー文字列 </a:t>
            </a:r>
            <a:r>
              <a:rPr kumimoji="1" lang="en-US" altLang="ja-JP" sz="1800" kern="0">
                <a:latin typeface="BIZ UDPゴシック" panose="020B0400000000000000" pitchFamily="50" charset="-128"/>
                <a:ea typeface="BIZ UDPゴシック" panose="020B0400000000000000" pitchFamily="50" charset="-128"/>
              </a:rPr>
              <a:t>#CHAPT# </a:t>
            </a:r>
            <a:r>
              <a:rPr kumimoji="1" lang="ja-JP" altLang="en-US" sz="1800" kern="0">
                <a:latin typeface="BIZ UDPゴシック" panose="020B0400000000000000" pitchFamily="50" charset="-128"/>
                <a:ea typeface="BIZ UDPゴシック" panose="020B0400000000000000" pitchFamily="50" charset="-128"/>
              </a:rPr>
              <a:t>を含むスライドを</a:t>
            </a:r>
            <a:r>
              <a:rPr kumimoji="1" lang="en-US" altLang="ja-JP" sz="1800" kern="0">
                <a:latin typeface="BIZ UDPゴシック" panose="020B0400000000000000" pitchFamily="50" charset="-128"/>
                <a:ea typeface="BIZ UDPゴシック" panose="020B0400000000000000" pitchFamily="50" charset="-128"/>
              </a:rPr>
              <a:t>Chapter cover </a:t>
            </a:r>
            <a:r>
              <a:rPr kumimoji="1" lang="ja-JP" altLang="en-US" sz="1800" kern="0">
                <a:latin typeface="BIZ UDPゴシック" panose="020B0400000000000000" pitchFamily="50" charset="-128"/>
                <a:ea typeface="BIZ UDPゴシック" panose="020B0400000000000000" pitchFamily="50" charset="-128"/>
              </a:rPr>
              <a:t>として扱い、ナンバリングの基準を変える</a:t>
            </a:r>
          </a:p>
        </p:txBody>
      </p:sp>
      <p:sp>
        <p:nvSpPr>
          <p:cNvPr id="20" name="テキスト ボックス 19">
            <a:extLst>
              <a:ext uri="{FF2B5EF4-FFF2-40B4-BE49-F238E27FC236}">
                <a16:creationId xmlns:a16="http://schemas.microsoft.com/office/drawing/2014/main" id="{FFE381D9-F00C-E5BA-3584-ABDCA945B09F}"/>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12491889-C51E-5A48-83B2-129353663E72}"/>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pm3_chapter_marker_numbering</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45ECCD28-F21A-5979-5AEB-7DC63745607E}"/>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8" name="正方形/長方形 17">
            <a:extLst>
              <a:ext uri="{FF2B5EF4-FFF2-40B4-BE49-F238E27FC236}">
                <a16:creationId xmlns:a16="http://schemas.microsoft.com/office/drawing/2014/main" id="{A7FC1171-C7B7-8500-6A96-FDE522BFABC8}"/>
              </a:ext>
            </a:extLst>
          </p:cNvPr>
          <p:cNvSpPr/>
          <p:nvPr/>
        </p:nvSpPr>
        <p:spPr bwMode="auto">
          <a:xfrm>
            <a:off x="1627818" y="3528466"/>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A0</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4B854DFE-D712-36B1-81D7-0736756D506B}"/>
              </a:ext>
            </a:extLst>
          </p:cNvPr>
          <p:cNvSpPr/>
          <p:nvPr/>
        </p:nvSpPr>
        <p:spPr bwMode="auto">
          <a:xfrm>
            <a:off x="7544472" y="3869901"/>
            <a:ext cx="1321696" cy="367086"/>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b="1" i="0" u="none" strike="noStrike" cap="none" normalizeH="0" baseline="0">
                <a:ln>
                  <a:noFill/>
                </a:ln>
                <a:effectLst/>
                <a:latin typeface="BIZ UDPゴシック" panose="020B0400000000000000" pitchFamily="50" charset="-128"/>
                <a:ea typeface="BIZ UDPゴシック" panose="020B0400000000000000" pitchFamily="50" charset="-128"/>
              </a:rPr>
              <a:t>1) A0</a:t>
            </a:r>
            <a:endParaRPr kumimoji="1" lang="ja-JP" altLang="en-US"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BA9165E2-A4F7-65C1-629C-5A0E94A3BB6F}"/>
              </a:ext>
            </a:extLst>
          </p:cNvPr>
          <p:cNvSpPr txBox="1"/>
          <p:nvPr/>
        </p:nvSpPr>
        <p:spPr bwMode="auto">
          <a:xfrm>
            <a:off x="9459865" y="4438749"/>
            <a:ext cx="2055456"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600" kern="0">
                <a:latin typeface="BIZ UDPゴシック" panose="020B0400000000000000" pitchFamily="50" charset="-128"/>
                <a:ea typeface="BIZ UDPゴシック" panose="020B0400000000000000" pitchFamily="50" charset="-128"/>
              </a:rPr>
              <a:t>Chapter cover </a:t>
            </a:r>
            <a:r>
              <a:rPr kumimoji="1" lang="ja-JP" altLang="en-US" sz="1600" kern="0">
                <a:latin typeface="BIZ UDPゴシック" panose="020B0400000000000000" pitchFamily="50" charset="-128"/>
                <a:ea typeface="BIZ UDPゴシック" panose="020B0400000000000000" pitchFamily="50" charset="-128"/>
              </a:rPr>
              <a:t>スライドのみ、節を含まない番号体系 </a:t>
            </a:r>
            <a:r>
              <a:rPr kumimoji="1" lang="en-US" altLang="ja-JP" sz="1600" kern="0">
                <a:latin typeface="BIZ UDPゴシック" panose="020B0400000000000000" pitchFamily="50" charset="-128"/>
                <a:ea typeface="BIZ UDPゴシック" panose="020B0400000000000000" pitchFamily="50" charset="-128"/>
              </a:rPr>
              <a:t>"1)" </a:t>
            </a:r>
            <a:r>
              <a:rPr kumimoji="1" lang="ja-JP" altLang="en-US" sz="1600" kern="0">
                <a:latin typeface="BIZ UDPゴシック" panose="020B0400000000000000" pitchFamily="50" charset="-128"/>
                <a:ea typeface="BIZ UDPゴシック" panose="020B0400000000000000" pitchFamily="50" charset="-128"/>
              </a:rPr>
              <a:t>を使う</a:t>
            </a:r>
          </a:p>
        </p:txBody>
      </p:sp>
      <p:cxnSp>
        <p:nvCxnSpPr>
          <p:cNvPr id="47" name="直線矢印コネクタ 46">
            <a:extLst>
              <a:ext uri="{FF2B5EF4-FFF2-40B4-BE49-F238E27FC236}">
                <a16:creationId xmlns:a16="http://schemas.microsoft.com/office/drawing/2014/main" id="{7B079CC4-E172-23D0-E8FD-3FB7EDFF1107}"/>
              </a:ext>
            </a:extLst>
          </p:cNvPr>
          <p:cNvCxnSpPr>
            <a:stCxn id="30" idx="1"/>
            <a:endCxn id="19" idx="3"/>
          </p:cNvCxnSpPr>
          <p:nvPr/>
        </p:nvCxnSpPr>
        <p:spPr bwMode="auto">
          <a:xfrm flipH="1" flipV="1">
            <a:off x="8866168" y="4053444"/>
            <a:ext cx="593697" cy="92391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8" name="直線矢印コネクタ 47">
            <a:extLst>
              <a:ext uri="{FF2B5EF4-FFF2-40B4-BE49-F238E27FC236}">
                <a16:creationId xmlns:a16="http://schemas.microsoft.com/office/drawing/2014/main" id="{91158977-F4CC-7D21-9650-29A46BFEC699}"/>
              </a:ext>
            </a:extLst>
          </p:cNvPr>
          <p:cNvCxnSpPr>
            <a:cxnSpLocks/>
            <a:stCxn id="30" idx="1"/>
            <a:endCxn id="26" idx="3"/>
          </p:cNvCxnSpPr>
          <p:nvPr/>
        </p:nvCxnSpPr>
        <p:spPr bwMode="auto">
          <a:xfrm flipH="1">
            <a:off x="8866168" y="4977358"/>
            <a:ext cx="593697" cy="58372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7992FF2F-A093-EDC2-33A1-4A529394D6C4}"/>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A6300419-31FB-4EF5-F1EF-F58FB9ECD854}"/>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08584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790E82AF-C0A4-ED9B-E27A-B8371D6B55AB}"/>
              </a:ext>
            </a:extLst>
          </p:cNvPr>
          <p:cNvSpPr/>
          <p:nvPr/>
        </p:nvSpPr>
        <p:spPr bwMode="auto">
          <a:xfrm>
            <a:off x="898656" y="1068527"/>
            <a:ext cx="10598232" cy="564943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#CHAPT# </a:t>
            </a:r>
            <a:r>
              <a:rPr lang="ja-JP" altLang="en-US"/>
              <a:t>マーカーの埋め込み</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テキスト ボックス 3">
            <a:extLst>
              <a:ext uri="{FF2B5EF4-FFF2-40B4-BE49-F238E27FC236}">
                <a16:creationId xmlns:a16="http://schemas.microsoft.com/office/drawing/2014/main" id="{A242240D-58C1-F648-05BD-09662556ED07}"/>
              </a:ext>
            </a:extLst>
          </p:cNvPr>
          <p:cNvSpPr txBox="1"/>
          <p:nvPr/>
        </p:nvSpPr>
        <p:spPr bwMode="auto">
          <a:xfrm>
            <a:off x="986999" y="1033769"/>
            <a:ext cx="10093888"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ja-JP" altLang="en-US" kern="0">
                <a:latin typeface="BIZ UDPゴシック" panose="020B0400000000000000" pitchFamily="50" charset="-128"/>
                <a:ea typeface="BIZ UDPゴシック" panose="020B0400000000000000" pitchFamily="50" charset="-128"/>
              </a:rPr>
              <a:t>スライドのどこか任意の場所に </a:t>
            </a:r>
            <a:r>
              <a:rPr lang="en-US" altLang="ja-JP" kern="0">
                <a:latin typeface="BIZ UDPゴシック" panose="020B0400000000000000" pitchFamily="50" charset="-128"/>
                <a:ea typeface="BIZ UDPゴシック" panose="020B0400000000000000" pitchFamily="50" charset="-128"/>
              </a:rPr>
              <a:t>#CHAPT# </a:t>
            </a:r>
            <a:r>
              <a:rPr lang="ja-JP" altLang="en-US" kern="0">
                <a:latin typeface="BIZ UDPゴシック" panose="020B0400000000000000" pitchFamily="50" charset="-128"/>
                <a:ea typeface="BIZ UDPゴシック" panose="020B0400000000000000" pitchFamily="50" charset="-128"/>
              </a:rPr>
              <a:t>という文字列を埋め込むと、</a:t>
            </a:r>
            <a:r>
              <a:rPr lang="ja-JP" altLang="en-US" kern="0">
                <a:solidFill>
                  <a:schemeClr val="accent2"/>
                </a:solidFill>
                <a:latin typeface="BIZ UDPゴシック" panose="020B0400000000000000" pitchFamily="50" charset="-128"/>
                <a:ea typeface="BIZ UDPゴシック" panose="020B0400000000000000" pitchFamily="50" charset="-128"/>
              </a:rPr>
              <a:t>そのスライドから新しい</a:t>
            </a:r>
            <a:r>
              <a:rPr lang="en-US" altLang="ja-JP" kern="0">
                <a:solidFill>
                  <a:schemeClr val="accent2"/>
                </a:solidFill>
                <a:latin typeface="BIZ UDPゴシック" panose="020B0400000000000000" pitchFamily="50" charset="-128"/>
                <a:ea typeface="BIZ UDPゴシック" panose="020B0400000000000000" pitchFamily="50" charset="-128"/>
              </a:rPr>
              <a:t>Chapter</a:t>
            </a:r>
            <a:r>
              <a:rPr lang="ja-JP" altLang="en-US" kern="0">
                <a:solidFill>
                  <a:schemeClr val="accent2"/>
                </a:solidFill>
                <a:latin typeface="BIZ UDPゴシック" panose="020B0400000000000000" pitchFamily="50" charset="-128"/>
                <a:ea typeface="BIZ UDPゴシック" panose="020B0400000000000000" pitchFamily="50" charset="-128"/>
              </a:rPr>
              <a:t>が始まる</a:t>
            </a:r>
            <a:r>
              <a:rPr lang="ja-JP" altLang="en-US" kern="0">
                <a:latin typeface="BIZ UDPゴシック" panose="020B0400000000000000" pitchFamily="50" charset="-128"/>
                <a:ea typeface="BIZ UDPゴシック" panose="020B0400000000000000" pitchFamily="50" charset="-128"/>
              </a:rPr>
              <a:t>。</a:t>
            </a:r>
            <a:endParaRPr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r>
              <a:rPr lang="en-US" altLang="ja-JP" kern="0">
                <a:latin typeface="BIZ UDPゴシック" panose="020B0400000000000000" pitchFamily="50" charset="-128"/>
                <a:ea typeface="BIZ UDPゴシック" panose="020B0400000000000000" pitchFamily="50" charset="-128"/>
              </a:rPr>
              <a:t>Chapter </a:t>
            </a:r>
            <a:r>
              <a:rPr lang="ja-JP" altLang="en-US" kern="0">
                <a:latin typeface="BIZ UDPゴシック" panose="020B0400000000000000" pitchFamily="50" charset="-128"/>
                <a:ea typeface="BIZ UDPゴシック" panose="020B0400000000000000" pitchFamily="50" charset="-128"/>
              </a:rPr>
              <a:t>の先頭に、</a:t>
            </a:r>
            <a:r>
              <a:rPr lang="en-US" altLang="ja-JP" kern="0">
                <a:latin typeface="BIZ UDPゴシック" panose="020B0400000000000000" pitchFamily="50" charset="-128"/>
                <a:ea typeface="BIZ UDPゴシック" panose="020B0400000000000000" pitchFamily="50" charset="-128"/>
              </a:rPr>
              <a:t>Chapter </a:t>
            </a:r>
            <a:r>
              <a:rPr lang="ja-JP" altLang="en-US" kern="0">
                <a:latin typeface="BIZ UDPゴシック" panose="020B0400000000000000" pitchFamily="50" charset="-128"/>
                <a:ea typeface="BIZ UDPゴシック" panose="020B0400000000000000" pitchFamily="50" charset="-128"/>
              </a:rPr>
              <a:t>全体の内容予告や概要説明を行う</a:t>
            </a:r>
            <a:r>
              <a:rPr lang="en-US" altLang="ja-JP" kern="0">
                <a:latin typeface="BIZ UDPゴシック" panose="020B0400000000000000" pitchFamily="50" charset="-128"/>
                <a:ea typeface="BIZ UDPゴシック" panose="020B0400000000000000" pitchFamily="50" charset="-128"/>
              </a:rPr>
              <a:t>Chapter cover </a:t>
            </a:r>
            <a:r>
              <a:rPr lang="ja-JP" altLang="en-US" kern="0">
                <a:latin typeface="BIZ UDPゴシック" panose="020B0400000000000000" pitchFamily="50" charset="-128"/>
                <a:ea typeface="BIZ UDPゴシック" panose="020B0400000000000000" pitchFamily="50" charset="-128"/>
              </a:rPr>
              <a:t>を入れたいときに使うとよい。</a:t>
            </a:r>
            <a:endParaRPr kumimoji="1" lang="ja-JP" altLang="en-US" kern="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3865D5D9-3F3B-9ED0-444B-2CAFA5C6EB81}"/>
              </a:ext>
            </a:extLst>
          </p:cNvPr>
          <p:cNvSpPr/>
          <p:nvPr/>
        </p:nvSpPr>
        <p:spPr bwMode="auto">
          <a:xfrm>
            <a:off x="1216008" y="3280629"/>
            <a:ext cx="4117424" cy="2592288"/>
          </a:xfrm>
          <a:prstGeom prst="rect">
            <a:avLst/>
          </a:prstGeom>
          <a:solidFill>
            <a:schemeClr val="bg1"/>
          </a:solidFill>
          <a:ln w="38100" cap="flat" cmpd="sng" algn="ctr">
            <a:solidFill>
              <a:schemeClr val="tx2">
                <a:lumMod val="60000"/>
                <a:lumOff val="4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9" name="直線コネクタ 8">
            <a:extLst>
              <a:ext uri="{FF2B5EF4-FFF2-40B4-BE49-F238E27FC236}">
                <a16:creationId xmlns:a16="http://schemas.microsoft.com/office/drawing/2014/main" id="{60AD2B2D-A571-1C9E-773D-07AEBA213341}"/>
              </a:ext>
            </a:extLst>
          </p:cNvPr>
          <p:cNvCxnSpPr/>
          <p:nvPr/>
        </p:nvCxnSpPr>
        <p:spPr bwMode="auto">
          <a:xfrm>
            <a:off x="1589016" y="3784685"/>
            <a:ext cx="3290079" cy="0"/>
          </a:xfrm>
          <a:prstGeom prst="line">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sp>
        <p:nvSpPr>
          <p:cNvPr id="10" name="テキスト ボックス 9">
            <a:extLst>
              <a:ext uri="{FF2B5EF4-FFF2-40B4-BE49-F238E27FC236}">
                <a16:creationId xmlns:a16="http://schemas.microsoft.com/office/drawing/2014/main" id="{CBD9CDF9-1FB9-07EF-F19E-81C22BBE2717}"/>
              </a:ext>
            </a:extLst>
          </p:cNvPr>
          <p:cNvSpPr txBox="1"/>
          <p:nvPr/>
        </p:nvSpPr>
        <p:spPr bwMode="auto">
          <a:xfrm>
            <a:off x="2266608" y="3347991"/>
            <a:ext cx="20162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スライドタイトル</a:t>
            </a:r>
          </a:p>
        </p:txBody>
      </p:sp>
      <p:sp>
        <p:nvSpPr>
          <p:cNvPr id="11" name="テキスト ボックス 10">
            <a:extLst>
              <a:ext uri="{FF2B5EF4-FFF2-40B4-BE49-F238E27FC236}">
                <a16:creationId xmlns:a16="http://schemas.microsoft.com/office/drawing/2014/main" id="{8A430FD3-585B-9606-9912-25335F3D4963}"/>
              </a:ext>
            </a:extLst>
          </p:cNvPr>
          <p:cNvSpPr txBox="1"/>
          <p:nvPr/>
        </p:nvSpPr>
        <p:spPr bwMode="auto">
          <a:xfrm>
            <a:off x="3965280" y="5560192"/>
            <a:ext cx="12961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latin typeface="BIZ UDPゴシック" panose="020B0400000000000000" pitchFamily="50" charset="-128"/>
                <a:ea typeface="BIZ UDPゴシック" panose="020B0400000000000000" pitchFamily="50" charset="-128"/>
              </a:rPr>
              <a:t>#CHAPT#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97C8A096-36D4-C840-BD79-9F445DC4A1C8}"/>
              </a:ext>
            </a:extLst>
          </p:cNvPr>
          <p:cNvSpPr/>
          <p:nvPr/>
        </p:nvSpPr>
        <p:spPr bwMode="auto">
          <a:xfrm>
            <a:off x="7032104" y="3280629"/>
            <a:ext cx="4117424" cy="2592288"/>
          </a:xfrm>
          <a:prstGeom prst="rect">
            <a:avLst/>
          </a:prstGeom>
          <a:solidFill>
            <a:schemeClr val="bg1"/>
          </a:solidFill>
          <a:ln w="38100" cap="flat" cmpd="sng" algn="ctr">
            <a:solidFill>
              <a:schemeClr val="tx2">
                <a:lumMod val="60000"/>
                <a:lumOff val="40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13" name="直線コネクタ 12">
            <a:extLst>
              <a:ext uri="{FF2B5EF4-FFF2-40B4-BE49-F238E27FC236}">
                <a16:creationId xmlns:a16="http://schemas.microsoft.com/office/drawing/2014/main" id="{B6459399-0091-CF40-1794-9458BBBADB83}"/>
              </a:ext>
            </a:extLst>
          </p:cNvPr>
          <p:cNvCxnSpPr/>
          <p:nvPr/>
        </p:nvCxnSpPr>
        <p:spPr bwMode="auto">
          <a:xfrm>
            <a:off x="7405112" y="3784685"/>
            <a:ext cx="3290079" cy="0"/>
          </a:xfrm>
          <a:prstGeom prst="line">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sp>
        <p:nvSpPr>
          <p:cNvPr id="17" name="テキスト ボックス 16">
            <a:extLst>
              <a:ext uri="{FF2B5EF4-FFF2-40B4-BE49-F238E27FC236}">
                <a16:creationId xmlns:a16="http://schemas.microsoft.com/office/drawing/2014/main" id="{A58C8AC9-C412-7998-5F0B-E668746223DB}"/>
              </a:ext>
            </a:extLst>
          </p:cNvPr>
          <p:cNvSpPr txBox="1"/>
          <p:nvPr/>
        </p:nvSpPr>
        <p:spPr bwMode="auto">
          <a:xfrm>
            <a:off x="7871001" y="3347991"/>
            <a:ext cx="24396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1) </a:t>
            </a:r>
            <a:r>
              <a:rPr kumimoji="1" lang="ja-JP" altLang="en-US" sz="1800" kern="0">
                <a:latin typeface="BIZ UDPゴシック" panose="020B0400000000000000" pitchFamily="50" charset="-128"/>
                <a:ea typeface="BIZ UDPゴシック" panose="020B0400000000000000" pitchFamily="50" charset="-128"/>
              </a:rPr>
              <a:t>スライドタイトル</a:t>
            </a:r>
          </a:p>
        </p:txBody>
      </p:sp>
      <p:cxnSp>
        <p:nvCxnSpPr>
          <p:cNvPr id="25" name="直線矢印コネクタ 24">
            <a:extLst>
              <a:ext uri="{FF2B5EF4-FFF2-40B4-BE49-F238E27FC236}">
                <a16:creationId xmlns:a16="http://schemas.microsoft.com/office/drawing/2014/main" id="{957156AA-9AFB-51B2-9E24-9D631F2FC988}"/>
              </a:ext>
            </a:extLst>
          </p:cNvPr>
          <p:cNvCxnSpPr/>
          <p:nvPr/>
        </p:nvCxnSpPr>
        <p:spPr bwMode="auto">
          <a:xfrm>
            <a:off x="5589918" y="4504765"/>
            <a:ext cx="1224136"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6" name="テキスト ボックス 25">
            <a:extLst>
              <a:ext uri="{FF2B5EF4-FFF2-40B4-BE49-F238E27FC236}">
                <a16:creationId xmlns:a16="http://schemas.microsoft.com/office/drawing/2014/main" id="{6DB93985-923F-6E1F-F6D6-899D42F7B7A1}"/>
              </a:ext>
            </a:extLst>
          </p:cNvPr>
          <p:cNvSpPr txBox="1"/>
          <p:nvPr/>
        </p:nvSpPr>
        <p:spPr bwMode="auto">
          <a:xfrm>
            <a:off x="7104112" y="2429281"/>
            <a:ext cx="432048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600" kern="0">
                <a:latin typeface="BIZ UDPゴシック" panose="020B0400000000000000" pitchFamily="50" charset="-128"/>
                <a:ea typeface="BIZ UDPゴシック" panose="020B0400000000000000" pitchFamily="50" charset="-128"/>
              </a:rPr>
              <a:t>通常ページなら </a:t>
            </a:r>
            <a:r>
              <a:rPr lang="en-US" altLang="ja-JP" sz="1600" kern="0">
                <a:latin typeface="BIZ UDPゴシック" panose="020B0400000000000000" pitchFamily="50" charset="-128"/>
                <a:ea typeface="BIZ UDPゴシック" panose="020B0400000000000000" pitchFamily="50" charset="-128"/>
              </a:rPr>
              <a:t>1.1) </a:t>
            </a:r>
            <a:r>
              <a:rPr lang="ja-JP" altLang="en-US" sz="1600" kern="0">
                <a:latin typeface="BIZ UDPゴシック" panose="020B0400000000000000" pitchFamily="50" charset="-128"/>
                <a:ea typeface="BIZ UDPゴシック" panose="020B0400000000000000" pitchFamily="50" charset="-128"/>
              </a:rPr>
              <a:t>のところ、</a:t>
            </a:r>
            <a:r>
              <a:rPr lang="en-US" altLang="ja-JP" sz="1600" kern="0">
                <a:latin typeface="BIZ UDPゴシック" panose="020B0400000000000000" pitchFamily="50" charset="-128"/>
                <a:ea typeface="BIZ UDPゴシック" panose="020B0400000000000000" pitchFamily="50" charset="-128"/>
              </a:rPr>
              <a:t>Chapter cover </a:t>
            </a:r>
            <a:r>
              <a:rPr lang="ja-JP" altLang="en-US" sz="1600" kern="0">
                <a:latin typeface="BIZ UDPゴシック" panose="020B0400000000000000" pitchFamily="50" charset="-128"/>
                <a:ea typeface="BIZ UDPゴシック" panose="020B0400000000000000" pitchFamily="50" charset="-128"/>
              </a:rPr>
              <a:t>としてのナンバリングなので </a:t>
            </a:r>
            <a:r>
              <a:rPr lang="en-US" altLang="ja-JP" sz="1600" kern="0">
                <a:latin typeface="BIZ UDPゴシック" panose="020B0400000000000000" pitchFamily="50" charset="-128"/>
                <a:ea typeface="BIZ UDPゴシック" panose="020B0400000000000000" pitchFamily="50" charset="-128"/>
              </a:rPr>
              <a:t>1) </a:t>
            </a:r>
            <a:r>
              <a:rPr lang="ja-JP" altLang="en-US" sz="1600" kern="0">
                <a:latin typeface="BIZ UDPゴシック" panose="020B0400000000000000" pitchFamily="50" charset="-128"/>
                <a:ea typeface="BIZ UDPゴシック" panose="020B0400000000000000" pitchFamily="50" charset="-128"/>
              </a:rPr>
              <a:t>のみ</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27" name="直線矢印コネクタ 26">
            <a:extLst>
              <a:ext uri="{FF2B5EF4-FFF2-40B4-BE49-F238E27FC236}">
                <a16:creationId xmlns:a16="http://schemas.microsoft.com/office/drawing/2014/main" id="{82CA32BC-54C7-B407-EC6B-B415D8448C13}"/>
              </a:ext>
            </a:extLst>
          </p:cNvPr>
          <p:cNvCxnSpPr>
            <a:cxnSpLocks/>
          </p:cNvCxnSpPr>
          <p:nvPr/>
        </p:nvCxnSpPr>
        <p:spPr bwMode="auto">
          <a:xfrm>
            <a:off x="7769118" y="3014293"/>
            <a:ext cx="216024" cy="36732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9" name="テキスト ボックス 28">
            <a:extLst>
              <a:ext uri="{FF2B5EF4-FFF2-40B4-BE49-F238E27FC236}">
                <a16:creationId xmlns:a16="http://schemas.microsoft.com/office/drawing/2014/main" id="{894424EA-F1F9-4EE2-C966-254A3B17B2B2}"/>
              </a:ext>
            </a:extLst>
          </p:cNvPr>
          <p:cNvSpPr txBox="1"/>
          <p:nvPr/>
        </p:nvSpPr>
        <p:spPr bwMode="auto">
          <a:xfrm>
            <a:off x="5626935" y="4148029"/>
            <a:ext cx="129614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latin typeface="BIZ UDPゴシック" panose="020B0400000000000000" pitchFamily="50" charset="-128"/>
                <a:ea typeface="BIZ UDPゴシック" panose="020B0400000000000000" pitchFamily="50" charset="-128"/>
              </a:rPr>
              <a:t>pptmerge</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1D76EFE0-4DD9-5CD9-97BE-1529BD8CC1C4}"/>
              </a:ext>
            </a:extLst>
          </p:cNvPr>
          <p:cNvSpPr txBox="1"/>
          <p:nvPr/>
        </p:nvSpPr>
        <p:spPr bwMode="auto">
          <a:xfrm>
            <a:off x="2486210" y="2826366"/>
            <a:ext cx="37157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600" kern="0">
                <a:latin typeface="BIZ UDPゴシック" panose="020B0400000000000000" pitchFamily="50" charset="-128"/>
                <a:ea typeface="BIZ UDPゴシック" panose="020B0400000000000000" pitchFamily="50" charset="-128"/>
              </a:rPr>
              <a:t>マーカー文字列はどこかにあればよい。</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32" name="直線矢印コネクタ 31">
            <a:extLst>
              <a:ext uri="{FF2B5EF4-FFF2-40B4-BE49-F238E27FC236}">
                <a16:creationId xmlns:a16="http://schemas.microsoft.com/office/drawing/2014/main" id="{857CF738-29CE-9EE3-55FC-2A5D777D3726}"/>
              </a:ext>
            </a:extLst>
          </p:cNvPr>
          <p:cNvCxnSpPr>
            <a:cxnSpLocks/>
          </p:cNvCxnSpPr>
          <p:nvPr/>
        </p:nvCxnSpPr>
        <p:spPr bwMode="auto">
          <a:xfrm>
            <a:off x="4314871" y="3175626"/>
            <a:ext cx="216024" cy="2379618"/>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34" name="テキスト ボックス 33">
            <a:extLst>
              <a:ext uri="{FF2B5EF4-FFF2-40B4-BE49-F238E27FC236}">
                <a16:creationId xmlns:a16="http://schemas.microsoft.com/office/drawing/2014/main" id="{292CCA63-2D9F-6C5A-6066-7530F20A2028}"/>
              </a:ext>
            </a:extLst>
          </p:cNvPr>
          <p:cNvSpPr txBox="1"/>
          <p:nvPr/>
        </p:nvSpPr>
        <p:spPr bwMode="auto">
          <a:xfrm>
            <a:off x="8616280" y="6084585"/>
            <a:ext cx="290551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600" kern="0">
                <a:latin typeface="BIZ UDPゴシック" panose="020B0400000000000000" pitchFamily="50" charset="-128"/>
                <a:ea typeface="BIZ UDPゴシック" panose="020B0400000000000000" pitchFamily="50" charset="-128"/>
              </a:rPr>
              <a:t>マーカー文字列は変換後スライドからは消去されます</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35" name="直線矢印コネクタ 34">
            <a:extLst>
              <a:ext uri="{FF2B5EF4-FFF2-40B4-BE49-F238E27FC236}">
                <a16:creationId xmlns:a16="http://schemas.microsoft.com/office/drawing/2014/main" id="{927C2D0D-F7CC-2E93-3A4C-98161DFF0143}"/>
              </a:ext>
            </a:extLst>
          </p:cNvPr>
          <p:cNvCxnSpPr>
            <a:cxnSpLocks/>
          </p:cNvCxnSpPr>
          <p:nvPr/>
        </p:nvCxnSpPr>
        <p:spPr bwMode="auto">
          <a:xfrm flipV="1">
            <a:off x="9238471" y="5783933"/>
            <a:ext cx="830568" cy="389636"/>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37" name="直線矢印コネクタ 36">
            <a:extLst>
              <a:ext uri="{FF2B5EF4-FFF2-40B4-BE49-F238E27FC236}">
                <a16:creationId xmlns:a16="http://schemas.microsoft.com/office/drawing/2014/main" id="{9125A830-C41E-6861-34A8-C96924B7AC79}"/>
              </a:ext>
            </a:extLst>
          </p:cNvPr>
          <p:cNvCxnSpPr>
            <a:cxnSpLocks/>
            <a:endCxn id="11" idx="3"/>
          </p:cNvCxnSpPr>
          <p:nvPr/>
        </p:nvCxnSpPr>
        <p:spPr bwMode="auto">
          <a:xfrm flipH="1" flipV="1">
            <a:off x="5261424" y="5714081"/>
            <a:ext cx="3282409" cy="504057"/>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4" name="テキスト ボックス 13">
            <a:extLst>
              <a:ext uri="{FF2B5EF4-FFF2-40B4-BE49-F238E27FC236}">
                <a16:creationId xmlns:a16="http://schemas.microsoft.com/office/drawing/2014/main" id="{17BBDDC2-96A9-7114-0B91-620EC3BA0AAD}"/>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DB51BA83-55D1-5648-4D6E-12700394C3FF}"/>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80E9647C-C9C8-1E88-82D2-F87827246616}"/>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9489DFE7-657C-13D6-AD64-9240AD08AFF5}"/>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14311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7" name="exportrange">
            <a:extLst>
              <a:ext uri="{FF2B5EF4-FFF2-40B4-BE49-F238E27FC236}">
                <a16:creationId xmlns:a16="http://schemas.microsoft.com/office/drawing/2014/main" id="{1520B57C-D5F9-E7DC-56B9-4C355234370D}"/>
              </a:ext>
            </a:extLst>
          </p:cNvPr>
          <p:cNvSpPr/>
          <p:nvPr/>
        </p:nvSpPr>
        <p:spPr bwMode="auto">
          <a:xfrm>
            <a:off x="898656" y="932443"/>
            <a:ext cx="9733848" cy="5448885"/>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1</a:t>
            </a:r>
            <a:r>
              <a:rPr lang="ja-JP" altLang="en-US"/>
              <a:t>ファイル中の複数 </a:t>
            </a:r>
            <a:r>
              <a:rPr lang="en-US" altLang="ja-JP"/>
              <a:t>#CHAPT# </a:t>
            </a:r>
            <a:r>
              <a:rPr lang="ja-JP" altLang="en-US"/>
              <a:t>も可能</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56AB2EEE-25F9-69C4-1CB9-054755CFDC6F}"/>
              </a:ext>
            </a:extLst>
          </p:cNvPr>
          <p:cNvSpPr/>
          <p:nvPr/>
        </p:nvSpPr>
        <p:spPr bwMode="auto">
          <a:xfrm>
            <a:off x="1498283" y="2924944"/>
            <a:ext cx="2379200"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8F368053-AAF9-37E8-640B-B8BBAD2E2A5F}"/>
              </a:ext>
            </a:extLst>
          </p:cNvPr>
          <p:cNvSpPr/>
          <p:nvPr/>
        </p:nvSpPr>
        <p:spPr bwMode="auto">
          <a:xfrm>
            <a:off x="1750640" y="3583489"/>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EE38BCC6-0113-5EA9-5498-60242E3D410D}"/>
              </a:ext>
            </a:extLst>
          </p:cNvPr>
          <p:cNvSpPr/>
          <p:nvPr/>
        </p:nvSpPr>
        <p:spPr bwMode="auto">
          <a:xfrm>
            <a:off x="1750640" y="4103180"/>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ACCEED8A-9271-F5F0-0B20-8023DA46330E}"/>
              </a:ext>
            </a:extLst>
          </p:cNvPr>
          <p:cNvSpPr txBox="1"/>
          <p:nvPr/>
        </p:nvSpPr>
        <p:spPr bwMode="auto">
          <a:xfrm>
            <a:off x="1661509" y="2483604"/>
            <a:ext cx="2192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32B5C569-F5B7-1517-66BC-56089DEF0853}"/>
              </a:ext>
            </a:extLst>
          </p:cNvPr>
          <p:cNvSpPr/>
          <p:nvPr/>
        </p:nvSpPr>
        <p:spPr bwMode="auto">
          <a:xfrm>
            <a:off x="1750640" y="3068960"/>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A0</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109F5D17-7A5C-99FF-6C9D-41ACC64299B4}"/>
              </a:ext>
            </a:extLst>
          </p:cNvPr>
          <p:cNvSpPr/>
          <p:nvPr/>
        </p:nvSpPr>
        <p:spPr bwMode="auto">
          <a:xfrm>
            <a:off x="1750640" y="5214006"/>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A4</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53F99760-A50B-3A26-A5B5-D70DDC6DEBA6}"/>
              </a:ext>
            </a:extLst>
          </p:cNvPr>
          <p:cNvSpPr/>
          <p:nvPr/>
        </p:nvSpPr>
        <p:spPr bwMode="auto">
          <a:xfrm>
            <a:off x="1750640" y="5733697"/>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A5</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16EC4801-E32D-40BD-7E32-C654726A34AB}"/>
              </a:ext>
            </a:extLst>
          </p:cNvPr>
          <p:cNvSpPr/>
          <p:nvPr/>
        </p:nvSpPr>
        <p:spPr bwMode="auto">
          <a:xfrm>
            <a:off x="1750640" y="4699477"/>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A3</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202CABBB-D5C0-C8FD-445E-B80A52D61AF7}"/>
              </a:ext>
            </a:extLst>
          </p:cNvPr>
          <p:cNvSpPr txBox="1"/>
          <p:nvPr/>
        </p:nvSpPr>
        <p:spPr bwMode="auto">
          <a:xfrm>
            <a:off x="4795347" y="3507818"/>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kern="0">
                <a:latin typeface="BIZ UDPゴシック" panose="020B0400000000000000" pitchFamily="50" charset="-128"/>
                <a:ea typeface="BIZ UDPゴシック" panose="020B0400000000000000" pitchFamily="50" charset="-128"/>
              </a:rPr>
              <a:t>pptmerge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23" name="直線矢印コネクタ 22">
            <a:extLst>
              <a:ext uri="{FF2B5EF4-FFF2-40B4-BE49-F238E27FC236}">
                <a16:creationId xmlns:a16="http://schemas.microsoft.com/office/drawing/2014/main" id="{5D6402ED-FE92-178D-1BC0-E18CC6F7DC1D}"/>
              </a:ext>
            </a:extLst>
          </p:cNvPr>
          <p:cNvCxnSpPr>
            <a:cxnSpLocks/>
          </p:cNvCxnSpPr>
          <p:nvPr/>
        </p:nvCxnSpPr>
        <p:spPr bwMode="auto">
          <a:xfrm>
            <a:off x="4225833" y="3987284"/>
            <a:ext cx="339312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4" name="テキスト ボックス 23">
            <a:extLst>
              <a:ext uri="{FF2B5EF4-FFF2-40B4-BE49-F238E27FC236}">
                <a16:creationId xmlns:a16="http://schemas.microsoft.com/office/drawing/2014/main" id="{C5740383-F433-B0E0-6441-79FC4F1287E6}"/>
              </a:ext>
            </a:extLst>
          </p:cNvPr>
          <p:cNvSpPr txBox="1"/>
          <p:nvPr/>
        </p:nvSpPr>
        <p:spPr bwMode="auto">
          <a:xfrm>
            <a:off x="4322343" y="5294635"/>
            <a:ext cx="31646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1</a:t>
            </a:r>
            <a:r>
              <a:rPr kumimoji="1" lang="ja-JP" altLang="en-US" sz="1800" kern="0">
                <a:latin typeface="BIZ UDPゴシック" panose="020B0400000000000000" pitchFamily="50" charset="-128"/>
                <a:ea typeface="BIZ UDPゴシック" panose="020B0400000000000000" pitchFamily="50" charset="-128"/>
              </a:rPr>
              <a:t>ファイル中に複数の </a:t>
            </a:r>
            <a:r>
              <a:rPr kumimoji="1" lang="en-US" altLang="ja-JP" sz="1800" kern="0">
                <a:latin typeface="BIZ UDPゴシック" panose="020B0400000000000000" pitchFamily="50" charset="-128"/>
                <a:ea typeface="BIZ UDPゴシック" panose="020B0400000000000000" pitchFamily="50" charset="-128"/>
              </a:rPr>
              <a:t>#CHAPT# </a:t>
            </a:r>
            <a:r>
              <a:rPr kumimoji="1" lang="ja-JP" altLang="en-US" sz="1800" kern="0">
                <a:latin typeface="BIZ UDPゴシック" panose="020B0400000000000000" pitchFamily="50" charset="-128"/>
                <a:ea typeface="BIZ UDPゴシック" panose="020B0400000000000000" pitchFamily="50" charset="-128"/>
              </a:rPr>
              <a:t>を入れてもよい</a:t>
            </a:r>
          </a:p>
        </p:txBody>
      </p:sp>
      <p:sp>
        <p:nvSpPr>
          <p:cNvPr id="28" name="正方形/長方形 27">
            <a:extLst>
              <a:ext uri="{FF2B5EF4-FFF2-40B4-BE49-F238E27FC236}">
                <a16:creationId xmlns:a16="http://schemas.microsoft.com/office/drawing/2014/main" id="{D1F8D108-98FD-8EB2-F4F7-8FB269CEE998}"/>
              </a:ext>
            </a:extLst>
          </p:cNvPr>
          <p:cNvSpPr/>
          <p:nvPr/>
        </p:nvSpPr>
        <p:spPr bwMode="auto">
          <a:xfrm>
            <a:off x="7931875" y="2924944"/>
            <a:ext cx="2379200"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9" name="正方形/長方形 28">
            <a:extLst>
              <a:ext uri="{FF2B5EF4-FFF2-40B4-BE49-F238E27FC236}">
                <a16:creationId xmlns:a16="http://schemas.microsoft.com/office/drawing/2014/main" id="{3D7C9828-A92F-AC3F-D6C6-1EE12AF4105A}"/>
              </a:ext>
            </a:extLst>
          </p:cNvPr>
          <p:cNvSpPr/>
          <p:nvPr/>
        </p:nvSpPr>
        <p:spPr bwMode="auto">
          <a:xfrm>
            <a:off x="8184232" y="3583489"/>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1.1) 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0" name="正方形/長方形 29">
            <a:extLst>
              <a:ext uri="{FF2B5EF4-FFF2-40B4-BE49-F238E27FC236}">
                <a16:creationId xmlns:a16="http://schemas.microsoft.com/office/drawing/2014/main" id="{26B60364-CA4C-49B3-39C0-CD899551A88D}"/>
              </a:ext>
            </a:extLst>
          </p:cNvPr>
          <p:cNvSpPr/>
          <p:nvPr/>
        </p:nvSpPr>
        <p:spPr bwMode="auto">
          <a:xfrm>
            <a:off x="8184232" y="4103180"/>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1.2) 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2" name="正方形/長方形 31">
            <a:extLst>
              <a:ext uri="{FF2B5EF4-FFF2-40B4-BE49-F238E27FC236}">
                <a16:creationId xmlns:a16="http://schemas.microsoft.com/office/drawing/2014/main" id="{AED7C5FC-7FD2-12E3-0B3F-CDE82EABA58B}"/>
              </a:ext>
            </a:extLst>
          </p:cNvPr>
          <p:cNvSpPr/>
          <p:nvPr/>
        </p:nvSpPr>
        <p:spPr bwMode="auto">
          <a:xfrm>
            <a:off x="8184232" y="3068960"/>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 A0</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3" name="正方形/長方形 32">
            <a:extLst>
              <a:ext uri="{FF2B5EF4-FFF2-40B4-BE49-F238E27FC236}">
                <a16:creationId xmlns:a16="http://schemas.microsoft.com/office/drawing/2014/main" id="{F1FDDD0C-EB1C-5264-E109-8F13995AA7F7}"/>
              </a:ext>
            </a:extLst>
          </p:cNvPr>
          <p:cNvSpPr/>
          <p:nvPr/>
        </p:nvSpPr>
        <p:spPr bwMode="auto">
          <a:xfrm>
            <a:off x="8184232" y="5214006"/>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2.1) A4</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C57AFE22-08C9-488F-1D40-A1201263CB31}"/>
              </a:ext>
            </a:extLst>
          </p:cNvPr>
          <p:cNvSpPr/>
          <p:nvPr/>
        </p:nvSpPr>
        <p:spPr bwMode="auto">
          <a:xfrm>
            <a:off x="8184232" y="5733697"/>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2.2) A5</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5" name="正方形/長方形 34">
            <a:extLst>
              <a:ext uri="{FF2B5EF4-FFF2-40B4-BE49-F238E27FC236}">
                <a16:creationId xmlns:a16="http://schemas.microsoft.com/office/drawing/2014/main" id="{3436CE44-E3E7-32DD-1253-CFF9D40B0B2E}"/>
              </a:ext>
            </a:extLst>
          </p:cNvPr>
          <p:cNvSpPr/>
          <p:nvPr/>
        </p:nvSpPr>
        <p:spPr bwMode="auto">
          <a:xfrm>
            <a:off x="8184232" y="4699477"/>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2) A3</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7CE9B992-D4A9-9372-ED2B-C8A407AF5700}"/>
              </a:ext>
            </a:extLst>
          </p:cNvPr>
          <p:cNvSpPr txBox="1"/>
          <p:nvPr/>
        </p:nvSpPr>
        <p:spPr bwMode="auto">
          <a:xfrm>
            <a:off x="8112462" y="2483604"/>
            <a:ext cx="2018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cxnSp>
        <p:nvCxnSpPr>
          <p:cNvPr id="37" name="直線矢印コネクタ 36">
            <a:extLst>
              <a:ext uri="{FF2B5EF4-FFF2-40B4-BE49-F238E27FC236}">
                <a16:creationId xmlns:a16="http://schemas.microsoft.com/office/drawing/2014/main" id="{7FAF0825-A2FF-1DB1-E503-F3281628687B}"/>
              </a:ext>
            </a:extLst>
          </p:cNvPr>
          <p:cNvCxnSpPr>
            <a:cxnSpLocks/>
          </p:cNvCxnSpPr>
          <p:nvPr/>
        </p:nvCxnSpPr>
        <p:spPr bwMode="auto">
          <a:xfrm flipH="1" flipV="1">
            <a:off x="3268606" y="3386582"/>
            <a:ext cx="1169982" cy="196064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0" name="直線矢印コネクタ 39">
            <a:extLst>
              <a:ext uri="{FF2B5EF4-FFF2-40B4-BE49-F238E27FC236}">
                <a16:creationId xmlns:a16="http://schemas.microsoft.com/office/drawing/2014/main" id="{81F89DB6-52CA-E2F1-2CF3-0EB439C4375A}"/>
              </a:ext>
            </a:extLst>
          </p:cNvPr>
          <p:cNvCxnSpPr>
            <a:cxnSpLocks/>
          </p:cNvCxnSpPr>
          <p:nvPr/>
        </p:nvCxnSpPr>
        <p:spPr bwMode="auto">
          <a:xfrm flipH="1" flipV="1">
            <a:off x="3514664" y="4996075"/>
            <a:ext cx="923924" cy="40909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2" name="直線矢印コネクタ 41">
            <a:extLst>
              <a:ext uri="{FF2B5EF4-FFF2-40B4-BE49-F238E27FC236}">
                <a16:creationId xmlns:a16="http://schemas.microsoft.com/office/drawing/2014/main" id="{9ED82317-8067-3C78-469B-9B901C338EE3}"/>
              </a:ext>
            </a:extLst>
          </p:cNvPr>
          <p:cNvCxnSpPr>
            <a:cxnSpLocks/>
          </p:cNvCxnSpPr>
          <p:nvPr/>
        </p:nvCxnSpPr>
        <p:spPr bwMode="auto">
          <a:xfrm flipV="1">
            <a:off x="7196187" y="3443905"/>
            <a:ext cx="1118502" cy="1903321"/>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3" name="直線矢印コネクタ 42">
            <a:extLst>
              <a:ext uri="{FF2B5EF4-FFF2-40B4-BE49-F238E27FC236}">
                <a16:creationId xmlns:a16="http://schemas.microsoft.com/office/drawing/2014/main" id="{D08C054A-6AF2-D894-3890-E591E5BD0F66}"/>
              </a:ext>
            </a:extLst>
          </p:cNvPr>
          <p:cNvCxnSpPr>
            <a:cxnSpLocks/>
          </p:cNvCxnSpPr>
          <p:nvPr/>
        </p:nvCxnSpPr>
        <p:spPr bwMode="auto">
          <a:xfrm flipV="1">
            <a:off x="7196187" y="4996075"/>
            <a:ext cx="988045" cy="40909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7" name="テキスト ボックス 46">
            <a:extLst>
              <a:ext uri="{FF2B5EF4-FFF2-40B4-BE49-F238E27FC236}">
                <a16:creationId xmlns:a16="http://schemas.microsoft.com/office/drawing/2014/main" id="{B764AF96-11E8-BD81-5AB4-D82DD20A3055}"/>
              </a:ext>
            </a:extLst>
          </p:cNvPr>
          <p:cNvSpPr txBox="1"/>
          <p:nvPr/>
        </p:nvSpPr>
        <p:spPr bwMode="auto">
          <a:xfrm>
            <a:off x="986999" y="1033769"/>
            <a:ext cx="1009388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lgn="l">
              <a:buFont typeface="Arial" panose="020B0604020202020204" pitchFamily="34" charset="0"/>
              <a:buChar char="•"/>
            </a:pP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ファイル中に複数の </a:t>
            </a:r>
            <a:r>
              <a:rPr kumimoji="1" lang="en-US" altLang="ja-JP" kern="0">
                <a:latin typeface="BIZ UDPゴシック" panose="020B0400000000000000" pitchFamily="50" charset="-128"/>
                <a:ea typeface="BIZ UDPゴシック" panose="020B0400000000000000" pitchFamily="50" charset="-128"/>
              </a:rPr>
              <a:t>#CHAPT# </a:t>
            </a:r>
            <a:r>
              <a:rPr kumimoji="1" lang="ja-JP" altLang="en-US" kern="0">
                <a:latin typeface="BIZ UDPゴシック" panose="020B0400000000000000" pitchFamily="50" charset="-128"/>
                <a:ea typeface="BIZ UDPゴシック" panose="020B0400000000000000" pitchFamily="50" charset="-128"/>
              </a:rPr>
              <a:t>を入れられるので、</a:t>
            </a:r>
            <a:r>
              <a:rPr kumimoji="1" lang="en-US" altLang="ja-JP" kern="0">
                <a:latin typeface="BIZ UDPゴシック" panose="020B0400000000000000" pitchFamily="50" charset="-128"/>
                <a:ea typeface="BIZ UDPゴシック" panose="020B0400000000000000" pitchFamily="50" charset="-128"/>
              </a:rPr>
              <a:t>1</a:t>
            </a:r>
            <a:r>
              <a:rPr kumimoji="1" lang="ja-JP" altLang="en-US" kern="0">
                <a:latin typeface="BIZ UDPゴシック" panose="020B0400000000000000" pitchFamily="50" charset="-128"/>
                <a:ea typeface="BIZ UDPゴシック" panose="020B0400000000000000" pitchFamily="50" charset="-128"/>
              </a:rPr>
              <a:t>ファイル中に複数の</a:t>
            </a:r>
            <a:r>
              <a:rPr kumimoji="1" lang="en-US" altLang="ja-JP" kern="0">
                <a:latin typeface="BIZ UDPゴシック" panose="020B0400000000000000" pitchFamily="50" charset="-128"/>
                <a:ea typeface="BIZ UDPゴシック" panose="020B0400000000000000" pitchFamily="50" charset="-128"/>
              </a:rPr>
              <a:t>Chapter</a:t>
            </a:r>
            <a:r>
              <a:rPr kumimoji="1" lang="ja-JP" altLang="en-US" kern="0">
                <a:latin typeface="BIZ UDPゴシック" panose="020B0400000000000000" pitchFamily="50" charset="-128"/>
                <a:ea typeface="BIZ UDPゴシック" panose="020B0400000000000000" pitchFamily="50" charset="-128"/>
              </a:rPr>
              <a:t>を含むような大きな文書部品もこの方法でナンバリング可能</a:t>
            </a:r>
          </a:p>
        </p:txBody>
      </p:sp>
      <p:sp>
        <p:nvSpPr>
          <p:cNvPr id="9" name="テキスト ボックス 8">
            <a:extLst>
              <a:ext uri="{FF2B5EF4-FFF2-40B4-BE49-F238E27FC236}">
                <a16:creationId xmlns:a16="http://schemas.microsoft.com/office/drawing/2014/main" id="{09032F91-76F1-A0BC-0D6A-82A8778F0306}"/>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E40442A8-3FA5-ECE6-FE2B-182AAB937AEA}"/>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45ADCECA-6245-C4FF-A14F-63DF35FD538C}"/>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C0D8D4E9-F456-D166-605B-9895258CAB12}"/>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5676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26D3E6B1-EB0A-2244-937D-31BBB7AE2F64}"/>
              </a:ext>
            </a:extLst>
          </p:cNvPr>
          <p:cNvSpPr/>
          <p:nvPr/>
        </p:nvSpPr>
        <p:spPr bwMode="auto">
          <a:xfrm>
            <a:off x="898656" y="932443"/>
            <a:ext cx="10093888" cy="5160853"/>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#SECTION# </a:t>
            </a:r>
            <a:r>
              <a:rPr lang="ja-JP" altLang="en-US"/>
              <a:t>マーカーは節番号をリセット</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56AB2EEE-25F9-69C4-1CB9-054755CFDC6F}"/>
              </a:ext>
            </a:extLst>
          </p:cNvPr>
          <p:cNvSpPr/>
          <p:nvPr/>
        </p:nvSpPr>
        <p:spPr bwMode="auto">
          <a:xfrm>
            <a:off x="1570291" y="2509159"/>
            <a:ext cx="2379200"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8F368053-AAF9-37E8-640B-B8BBAD2E2A5F}"/>
              </a:ext>
            </a:extLst>
          </p:cNvPr>
          <p:cNvSpPr/>
          <p:nvPr/>
        </p:nvSpPr>
        <p:spPr bwMode="auto">
          <a:xfrm>
            <a:off x="1727848" y="3167704"/>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0" name="正方形/長方形 9">
            <a:extLst>
              <a:ext uri="{FF2B5EF4-FFF2-40B4-BE49-F238E27FC236}">
                <a16:creationId xmlns:a16="http://schemas.microsoft.com/office/drawing/2014/main" id="{EE38BCC6-0113-5EA9-5498-60242E3D410D}"/>
              </a:ext>
            </a:extLst>
          </p:cNvPr>
          <p:cNvSpPr/>
          <p:nvPr/>
        </p:nvSpPr>
        <p:spPr bwMode="auto">
          <a:xfrm>
            <a:off x="1727848" y="3687395"/>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ACCEED8A-9271-F5F0-0B20-8023DA46330E}"/>
              </a:ext>
            </a:extLst>
          </p:cNvPr>
          <p:cNvSpPr txBox="1"/>
          <p:nvPr/>
        </p:nvSpPr>
        <p:spPr bwMode="auto">
          <a:xfrm>
            <a:off x="1733517" y="2067819"/>
            <a:ext cx="219294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32B5C569-F5B7-1517-66BC-56089DEF0853}"/>
              </a:ext>
            </a:extLst>
          </p:cNvPr>
          <p:cNvSpPr/>
          <p:nvPr/>
        </p:nvSpPr>
        <p:spPr bwMode="auto">
          <a:xfrm>
            <a:off x="1727848" y="2653175"/>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A0</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#CHAPT#</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109F5D17-7A5C-99FF-6C9D-41ACC64299B4}"/>
              </a:ext>
            </a:extLst>
          </p:cNvPr>
          <p:cNvSpPr/>
          <p:nvPr/>
        </p:nvSpPr>
        <p:spPr bwMode="auto">
          <a:xfrm>
            <a:off x="1727848" y="4798221"/>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A4</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53F99760-A50B-3A26-A5B5-D70DDC6DEBA6}"/>
              </a:ext>
            </a:extLst>
          </p:cNvPr>
          <p:cNvSpPr/>
          <p:nvPr/>
        </p:nvSpPr>
        <p:spPr bwMode="auto">
          <a:xfrm>
            <a:off x="1727848" y="5317912"/>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A5</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16EC4801-E32D-40BD-7E32-C654726A34AB}"/>
              </a:ext>
            </a:extLst>
          </p:cNvPr>
          <p:cNvSpPr/>
          <p:nvPr/>
        </p:nvSpPr>
        <p:spPr bwMode="auto">
          <a:xfrm>
            <a:off x="1727848" y="4283692"/>
            <a:ext cx="2085592"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A3</a:t>
            </a:r>
            <a:r>
              <a:rPr kumimoji="1" lang="ja-JP" altLang="en-US" sz="1600" b="1" i="0" u="none" strike="noStrike" cap="none" normalizeH="0" baseline="0">
                <a:ln>
                  <a:noFill/>
                </a:ln>
                <a:effectLst/>
                <a:latin typeface="BIZ UDPゴシック" panose="020B0400000000000000" pitchFamily="50" charset="-128"/>
                <a:ea typeface="BIZ UDPゴシック" panose="020B0400000000000000" pitchFamily="50" charset="-128"/>
              </a:rPr>
              <a:t>　</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#SECTION#</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22" name="テキスト ボックス 21">
            <a:extLst>
              <a:ext uri="{FF2B5EF4-FFF2-40B4-BE49-F238E27FC236}">
                <a16:creationId xmlns:a16="http://schemas.microsoft.com/office/drawing/2014/main" id="{202CABBB-D5C0-C8FD-445E-B80A52D61AF7}"/>
              </a:ext>
            </a:extLst>
          </p:cNvPr>
          <p:cNvSpPr txBox="1"/>
          <p:nvPr/>
        </p:nvSpPr>
        <p:spPr bwMode="auto">
          <a:xfrm>
            <a:off x="4867355" y="3092033"/>
            <a:ext cx="20180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kern="0">
                <a:latin typeface="BIZ UDPゴシック" panose="020B0400000000000000" pitchFamily="50" charset="-128"/>
                <a:ea typeface="BIZ UDPゴシック" panose="020B0400000000000000" pitchFamily="50" charset="-128"/>
              </a:rPr>
              <a:t>pptmerge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23" name="直線矢印コネクタ 22">
            <a:extLst>
              <a:ext uri="{FF2B5EF4-FFF2-40B4-BE49-F238E27FC236}">
                <a16:creationId xmlns:a16="http://schemas.microsoft.com/office/drawing/2014/main" id="{5D6402ED-FE92-178D-1BC0-E18CC6F7DC1D}"/>
              </a:ext>
            </a:extLst>
          </p:cNvPr>
          <p:cNvCxnSpPr>
            <a:cxnSpLocks/>
          </p:cNvCxnSpPr>
          <p:nvPr/>
        </p:nvCxnSpPr>
        <p:spPr bwMode="auto">
          <a:xfrm>
            <a:off x="4297841" y="3571499"/>
            <a:ext cx="3393129"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4" name="テキスト ボックス 23">
            <a:extLst>
              <a:ext uri="{FF2B5EF4-FFF2-40B4-BE49-F238E27FC236}">
                <a16:creationId xmlns:a16="http://schemas.microsoft.com/office/drawing/2014/main" id="{C5740383-F433-B0E0-6441-79FC4F1287E6}"/>
              </a:ext>
            </a:extLst>
          </p:cNvPr>
          <p:cNvSpPr txBox="1"/>
          <p:nvPr/>
        </p:nvSpPr>
        <p:spPr bwMode="auto">
          <a:xfrm>
            <a:off x="4394351" y="4878850"/>
            <a:ext cx="316467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lang="en-US" altLang="ja-JP" sz="1800" kern="0">
                <a:latin typeface="BIZ UDPゴシック" panose="020B0400000000000000" pitchFamily="50" charset="-128"/>
                <a:ea typeface="BIZ UDPゴシック" panose="020B0400000000000000" pitchFamily="50" charset="-128"/>
              </a:rPr>
              <a:t>#SECTION# </a:t>
            </a:r>
            <a:r>
              <a:rPr lang="ja-JP" altLang="en-US" sz="1800" kern="0">
                <a:latin typeface="BIZ UDPゴシック" panose="020B0400000000000000" pitchFamily="50" charset="-128"/>
                <a:ea typeface="BIZ UDPゴシック" panose="020B0400000000000000" pitchFamily="50" charset="-128"/>
              </a:rPr>
              <a:t>は</a:t>
            </a:r>
            <a:endParaRPr lang="en-US" altLang="ja-JP" sz="1800" kern="0">
              <a:latin typeface="BIZ UDPゴシック" panose="020B0400000000000000" pitchFamily="50" charset="-128"/>
              <a:ea typeface="BIZ UDPゴシック" panose="020B0400000000000000" pitchFamily="50" charset="-128"/>
            </a:endParaRPr>
          </a:p>
          <a:p>
            <a:pPr algn="ctr"/>
            <a:r>
              <a:rPr lang="ja-JP" altLang="en-US" sz="1800" kern="0">
                <a:latin typeface="BIZ UDPゴシック" panose="020B0400000000000000" pitchFamily="50" charset="-128"/>
                <a:ea typeface="BIZ UDPゴシック" panose="020B0400000000000000" pitchFamily="50" charset="-128"/>
              </a:rPr>
              <a:t>節番号を</a:t>
            </a:r>
            <a:r>
              <a:rPr kumimoji="1" lang="ja-JP" altLang="en-US" sz="1800" kern="0">
                <a:latin typeface="BIZ UDPゴシック" panose="020B0400000000000000" pitchFamily="50" charset="-128"/>
                <a:ea typeface="BIZ UDPゴシック" panose="020B0400000000000000" pitchFamily="50" charset="-128"/>
              </a:rPr>
              <a:t>リセットする</a:t>
            </a:r>
          </a:p>
        </p:txBody>
      </p:sp>
      <p:sp>
        <p:nvSpPr>
          <p:cNvPr id="28" name="正方形/長方形 27">
            <a:extLst>
              <a:ext uri="{FF2B5EF4-FFF2-40B4-BE49-F238E27FC236}">
                <a16:creationId xmlns:a16="http://schemas.microsoft.com/office/drawing/2014/main" id="{D1F8D108-98FD-8EB2-F4F7-8FB269CEE998}"/>
              </a:ext>
            </a:extLst>
          </p:cNvPr>
          <p:cNvSpPr/>
          <p:nvPr/>
        </p:nvSpPr>
        <p:spPr bwMode="auto">
          <a:xfrm>
            <a:off x="8003883" y="2509159"/>
            <a:ext cx="2379200" cy="331236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9" name="正方形/長方形 28">
            <a:extLst>
              <a:ext uri="{FF2B5EF4-FFF2-40B4-BE49-F238E27FC236}">
                <a16:creationId xmlns:a16="http://schemas.microsoft.com/office/drawing/2014/main" id="{3D7C9828-A92F-AC3F-D6C6-1EE12AF4105A}"/>
              </a:ext>
            </a:extLst>
          </p:cNvPr>
          <p:cNvSpPr/>
          <p:nvPr/>
        </p:nvSpPr>
        <p:spPr bwMode="auto">
          <a:xfrm>
            <a:off x="8256240" y="3167704"/>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1.1) A1</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0" name="正方形/長方形 29">
            <a:extLst>
              <a:ext uri="{FF2B5EF4-FFF2-40B4-BE49-F238E27FC236}">
                <a16:creationId xmlns:a16="http://schemas.microsoft.com/office/drawing/2014/main" id="{26B60364-CA4C-49B3-39C0-CD899551A88D}"/>
              </a:ext>
            </a:extLst>
          </p:cNvPr>
          <p:cNvSpPr/>
          <p:nvPr/>
        </p:nvSpPr>
        <p:spPr bwMode="auto">
          <a:xfrm>
            <a:off x="8256240" y="3687395"/>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1.2) A2</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2" name="正方形/長方形 31">
            <a:extLst>
              <a:ext uri="{FF2B5EF4-FFF2-40B4-BE49-F238E27FC236}">
                <a16:creationId xmlns:a16="http://schemas.microsoft.com/office/drawing/2014/main" id="{AED7C5FC-7FD2-12E3-0B3F-CDE82EABA58B}"/>
              </a:ext>
            </a:extLst>
          </p:cNvPr>
          <p:cNvSpPr/>
          <p:nvPr/>
        </p:nvSpPr>
        <p:spPr bwMode="auto">
          <a:xfrm>
            <a:off x="8256240" y="2653175"/>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 A0</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3" name="正方形/長方形 32">
            <a:extLst>
              <a:ext uri="{FF2B5EF4-FFF2-40B4-BE49-F238E27FC236}">
                <a16:creationId xmlns:a16="http://schemas.microsoft.com/office/drawing/2014/main" id="{F1FDDD0C-EB1C-5264-E109-8F13995AA7F7}"/>
              </a:ext>
            </a:extLst>
          </p:cNvPr>
          <p:cNvSpPr/>
          <p:nvPr/>
        </p:nvSpPr>
        <p:spPr bwMode="auto">
          <a:xfrm>
            <a:off x="8256240" y="4798221"/>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1.2) A4</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4" name="正方形/長方形 33">
            <a:extLst>
              <a:ext uri="{FF2B5EF4-FFF2-40B4-BE49-F238E27FC236}">
                <a16:creationId xmlns:a16="http://schemas.microsoft.com/office/drawing/2014/main" id="{C57AFE22-08C9-488F-1D40-A1201263CB31}"/>
              </a:ext>
            </a:extLst>
          </p:cNvPr>
          <p:cNvSpPr/>
          <p:nvPr/>
        </p:nvSpPr>
        <p:spPr bwMode="auto">
          <a:xfrm>
            <a:off x="8256240" y="5317912"/>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1.3) A5</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5" name="正方形/長方形 34">
            <a:extLst>
              <a:ext uri="{FF2B5EF4-FFF2-40B4-BE49-F238E27FC236}">
                <a16:creationId xmlns:a16="http://schemas.microsoft.com/office/drawing/2014/main" id="{3436CE44-E3E7-32DD-1253-CFF9D40B0B2E}"/>
              </a:ext>
            </a:extLst>
          </p:cNvPr>
          <p:cNvSpPr/>
          <p:nvPr/>
        </p:nvSpPr>
        <p:spPr bwMode="auto">
          <a:xfrm>
            <a:off x="8256240" y="4283692"/>
            <a:ext cx="1895993" cy="403795"/>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en-US" altLang="ja-JP" sz="1600">
                <a:latin typeface="BIZ UDPゴシック" panose="020B0400000000000000" pitchFamily="50" charset="-128"/>
                <a:ea typeface="BIZ UDPゴシック" panose="020B0400000000000000" pitchFamily="50" charset="-128"/>
              </a:rPr>
              <a:t>1.1</a:t>
            </a:r>
            <a:r>
              <a:rPr kumimoji="1" lang="en-US" altLang="ja-JP" sz="1600" b="1" i="0" u="none" strike="noStrike" cap="none" normalizeH="0" baseline="0">
                <a:ln>
                  <a:noFill/>
                </a:ln>
                <a:effectLst/>
                <a:latin typeface="BIZ UDPゴシック" panose="020B0400000000000000" pitchFamily="50" charset="-128"/>
                <a:ea typeface="BIZ UDPゴシック" panose="020B0400000000000000" pitchFamily="50" charset="-128"/>
              </a:rPr>
              <a:t>) A3</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7CE9B992-D4A9-9372-ED2B-C8A407AF5700}"/>
              </a:ext>
            </a:extLst>
          </p:cNvPr>
          <p:cNvSpPr txBox="1"/>
          <p:nvPr/>
        </p:nvSpPr>
        <p:spPr bwMode="auto">
          <a:xfrm>
            <a:off x="8184470" y="2067819"/>
            <a:ext cx="201802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ctr"/>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cxnSp>
        <p:nvCxnSpPr>
          <p:cNvPr id="40" name="直線矢印コネクタ 39">
            <a:extLst>
              <a:ext uri="{FF2B5EF4-FFF2-40B4-BE49-F238E27FC236}">
                <a16:creationId xmlns:a16="http://schemas.microsoft.com/office/drawing/2014/main" id="{81F89DB6-52CA-E2F1-2CF3-0EB439C4375A}"/>
              </a:ext>
            </a:extLst>
          </p:cNvPr>
          <p:cNvCxnSpPr>
            <a:cxnSpLocks/>
          </p:cNvCxnSpPr>
          <p:nvPr/>
        </p:nvCxnSpPr>
        <p:spPr bwMode="auto">
          <a:xfrm flipH="1" flipV="1">
            <a:off x="3586672" y="4580290"/>
            <a:ext cx="923924" cy="40909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43" name="直線矢印コネクタ 42">
            <a:extLst>
              <a:ext uri="{FF2B5EF4-FFF2-40B4-BE49-F238E27FC236}">
                <a16:creationId xmlns:a16="http://schemas.microsoft.com/office/drawing/2014/main" id="{D08C054A-6AF2-D894-3890-E591E5BD0F66}"/>
              </a:ext>
            </a:extLst>
          </p:cNvPr>
          <p:cNvCxnSpPr>
            <a:cxnSpLocks/>
          </p:cNvCxnSpPr>
          <p:nvPr/>
        </p:nvCxnSpPr>
        <p:spPr bwMode="auto">
          <a:xfrm flipV="1">
            <a:off x="7268195" y="4580290"/>
            <a:ext cx="988045" cy="40909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7" name="テキスト ボックス 46">
            <a:extLst>
              <a:ext uri="{FF2B5EF4-FFF2-40B4-BE49-F238E27FC236}">
                <a16:creationId xmlns:a16="http://schemas.microsoft.com/office/drawing/2014/main" id="{B764AF96-11E8-BD81-5AB4-D82DD20A3055}"/>
              </a:ext>
            </a:extLst>
          </p:cNvPr>
          <p:cNvSpPr txBox="1"/>
          <p:nvPr/>
        </p:nvSpPr>
        <p:spPr bwMode="auto">
          <a:xfrm>
            <a:off x="986999" y="1033769"/>
            <a:ext cx="100938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buFont typeface="Arial" panose="020B0604020202020204" pitchFamily="34" charset="0"/>
              <a:buChar char="•"/>
            </a:pPr>
            <a:r>
              <a:rPr lang="en-US" altLang="ja-JP" kern="0">
                <a:latin typeface="BIZ UDPゴシック" panose="020B0400000000000000" pitchFamily="50" charset="-128"/>
                <a:ea typeface="BIZ UDPゴシック" panose="020B0400000000000000" pitchFamily="50" charset="-128"/>
              </a:rPr>
              <a:t>#SECTION# </a:t>
            </a:r>
            <a:r>
              <a:rPr lang="ja-JP" altLang="en-US" kern="0">
                <a:latin typeface="BIZ UDPゴシック" panose="020B0400000000000000" pitchFamily="50" charset="-128"/>
                <a:ea typeface="BIZ UDPゴシック" panose="020B0400000000000000" pitchFamily="50" charset="-128"/>
              </a:rPr>
              <a:t>マーカーは節番号をリセットします（あまり使わないと思いますが）</a:t>
            </a:r>
            <a:endParaRPr kumimoji="1" lang="ja-JP" altLang="en-US"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3A491D8D-32E0-1452-219C-12F8BD59F923}"/>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FD3EEC69-C7DF-4D7E-DCF5-DA1CEACB0355}"/>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88033DDD-7AED-47D8-5922-1D2B0D23977E}"/>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1A04E446-3BB6-0C67-8935-2546E26DE24A}"/>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9774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5" name="exportrange">
            <a:extLst>
              <a:ext uri="{FF2B5EF4-FFF2-40B4-BE49-F238E27FC236}">
                <a16:creationId xmlns:a16="http://schemas.microsoft.com/office/drawing/2014/main" id="{2FBE6BDE-44FE-4551-8646-FEA829AA668E}"/>
              </a:ext>
            </a:extLst>
          </p:cNvPr>
          <p:cNvSpPr/>
          <p:nvPr/>
        </p:nvSpPr>
        <p:spPr bwMode="auto">
          <a:xfrm>
            <a:off x="695400" y="932443"/>
            <a:ext cx="10513168" cy="4872821"/>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E7E72456-A560-97A2-35B8-97B38DB20E81}"/>
              </a:ext>
            </a:extLst>
          </p:cNvPr>
          <p:cNvSpPr/>
          <p:nvPr/>
        </p:nvSpPr>
        <p:spPr bwMode="auto">
          <a:xfrm>
            <a:off x="925138" y="1887756"/>
            <a:ext cx="10067406" cy="362947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altLang="ja-JP" sz="1400"/>
              <a:t>output: </a:t>
            </a:r>
          </a:p>
          <a:p>
            <a:r>
              <a:rPr lang="en-US" altLang="ja-JP" sz="1400"/>
              <a:t>  pptxfilename: chapter_marker_numbering_merged.pptx        # </a:t>
            </a:r>
            <a:r>
              <a:rPr lang="ja-JP" altLang="en-US" sz="1400"/>
              <a:t>結合後の</a:t>
            </a:r>
            <a:r>
              <a:rPr lang="en-US" altLang="ja-JP" sz="1400"/>
              <a:t>pptx</a:t>
            </a:r>
            <a:r>
              <a:rPr lang="ja-JP" altLang="en-US" sz="1400"/>
              <a:t>ファイルのファイル名</a:t>
            </a:r>
          </a:p>
          <a:p>
            <a:endParaRPr lang="ja-JP" altLang="en-US" sz="1400"/>
          </a:p>
          <a:p>
            <a:r>
              <a:rPr lang="en-US" altLang="ja-JP" sz="1400"/>
              <a:t>indexer:</a:t>
            </a:r>
          </a:p>
          <a:p>
            <a:r>
              <a:rPr lang="en-US" altLang="ja-JP" sz="1400"/>
              <a:t>  pptxnumbering: chapt_section</a:t>
            </a:r>
          </a:p>
          <a:p>
            <a:endParaRPr lang="en-US" altLang="ja-JP" sz="1400"/>
          </a:p>
          <a:p>
            <a:endParaRPr lang="en-US" altLang="ja-JP" sz="1400"/>
          </a:p>
          <a:p>
            <a:endParaRPr lang="en-US" altLang="ja-JP" sz="1400"/>
          </a:p>
          <a:p>
            <a:endParaRPr lang="en-US" altLang="ja-JP" sz="1400"/>
          </a:p>
          <a:p>
            <a:endParaRPr lang="ja-JP" altLang="en-US" sz="1400"/>
          </a:p>
          <a:p>
            <a:r>
              <a:rPr lang="en-US" altLang="ja-JP" sz="1400"/>
              <a:t>procedure:</a:t>
            </a:r>
          </a:p>
          <a:p>
            <a:r>
              <a:rPr lang="en-US" altLang="ja-JP" sz="1400"/>
              <a:t>  - operation: insertpptx</a:t>
            </a:r>
          </a:p>
          <a:p>
            <a:r>
              <a:rPr lang="en-US" altLang="ja-JP" sz="1400"/>
              <a:t>    pptxfilename: chapter_marker_numbering_guide.pptx</a:t>
            </a:r>
          </a:p>
          <a:p>
            <a:endParaRPr lang="en-US" altLang="ja-JP" sz="1400"/>
          </a:p>
          <a:p>
            <a:r>
              <a:rPr lang="en-US" altLang="ja-JP" sz="1400"/>
              <a:t>  - operation: insertpptx</a:t>
            </a:r>
          </a:p>
          <a:p>
            <a:r>
              <a:rPr lang="en-US" altLang="ja-JP" sz="1400"/>
              <a:t>    pptxfilename: chapter_marker_numbering_sample.pptx</a:t>
            </a:r>
          </a:p>
          <a:p>
            <a:endParaRPr lang="en-US" altLang="ja-JP" sz="1400"/>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結合指示書サンプル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テキスト ボックス 3">
            <a:extLst>
              <a:ext uri="{FF2B5EF4-FFF2-40B4-BE49-F238E27FC236}">
                <a16:creationId xmlns:a16="http://schemas.microsoft.com/office/drawing/2014/main" id="{3AE5E9DF-A8F6-D697-D01F-CCD64AEB801C}"/>
              </a:ext>
            </a:extLst>
          </p:cNvPr>
          <p:cNvSpPr txBox="1"/>
          <p:nvPr/>
        </p:nvSpPr>
        <p:spPr bwMode="auto">
          <a:xfrm>
            <a:off x="925138" y="980728"/>
            <a:ext cx="1071547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400" kern="0">
                <a:latin typeface="BIZ UDPゴシック" panose="020B0400000000000000" pitchFamily="50" charset="-128"/>
                <a:ea typeface="BIZ UDPゴシック" panose="020B0400000000000000" pitchFamily="50" charset="-128"/>
              </a:rPr>
              <a:t>結合の指示をする </a:t>
            </a:r>
            <a:r>
              <a:rPr kumimoji="1" lang="en-US" altLang="ja-JP" sz="1400" kern="0">
                <a:latin typeface="BIZ UDPゴシック" panose="020B0400000000000000" pitchFamily="50" charset="-128"/>
                <a:ea typeface="BIZ UDPゴシック" panose="020B0400000000000000" pitchFamily="50" charset="-128"/>
              </a:rPr>
              <a:t>recipe yaml </a:t>
            </a:r>
            <a:r>
              <a:rPr kumimoji="1" lang="ja-JP" altLang="en-US" sz="1400" kern="0">
                <a:latin typeface="BIZ UDPゴシック" panose="020B0400000000000000" pitchFamily="50" charset="-128"/>
                <a:ea typeface="BIZ UDPゴシック" panose="020B0400000000000000" pitchFamily="50" charset="-128"/>
              </a:rPr>
              <a:t>ファイル</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　</a:t>
            </a:r>
            <a:r>
              <a:rPr lang="fr-FR" altLang="ja-JP" sz="1400" kern="0">
                <a:latin typeface="BIZ UDPゴシック" panose="020B0400000000000000" pitchFamily="50" charset="-128"/>
                <a:ea typeface="BIZ UDPゴシック" panose="020B0400000000000000" pitchFamily="50" charset="-128"/>
              </a:rPr>
              <a:t>simple_numbering_recipe.yaml </a:t>
            </a:r>
            <a:r>
              <a:rPr lang="ja-JP" altLang="en-US" sz="1400" kern="0">
                <a:latin typeface="BIZ UDPゴシック" panose="020B0400000000000000" pitchFamily="50" charset="-128"/>
                <a:ea typeface="BIZ UDPゴシック" panose="020B0400000000000000" pitchFamily="50" charset="-128"/>
              </a:rPr>
              <a:t>の記入例です。</a:t>
            </a:r>
            <a:endParaRPr lang="en-US" altLang="ja-JP" sz="1400"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B2B69D96-C693-1B5F-BDFD-EA147BCB6A02}"/>
              </a:ext>
            </a:extLst>
          </p:cNvPr>
          <p:cNvSpPr txBox="1"/>
          <p:nvPr/>
        </p:nvSpPr>
        <p:spPr bwMode="auto">
          <a:xfrm>
            <a:off x="7344866" y="4995307"/>
            <a:ext cx="33123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solidFill>
                  <a:srgbClr val="FF0000"/>
                </a:solidFill>
                <a:latin typeface="BIZ UDPゴシック" panose="020B0400000000000000" pitchFamily="50" charset="-128"/>
                <a:ea typeface="BIZ UDPゴシック" panose="020B0400000000000000" pitchFamily="50" charset="-128"/>
              </a:rPr>
              <a:t>chapt, section</a:t>
            </a:r>
            <a:r>
              <a:rPr kumimoji="1" lang="ja-JP" altLang="en-US" sz="1400" kern="0">
                <a:solidFill>
                  <a:srgbClr val="FF0000"/>
                </a:solidFill>
                <a:latin typeface="BIZ UDPゴシック" panose="020B0400000000000000" pitchFamily="50" charset="-128"/>
                <a:ea typeface="BIZ UDPゴシック" panose="020B0400000000000000" pitchFamily="50" charset="-128"/>
              </a:rPr>
              <a:t>マーカーによる章節番号制御の実サンプルはこれを見る</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p:txBody>
      </p:sp>
      <p:cxnSp>
        <p:nvCxnSpPr>
          <p:cNvPr id="9" name="直線矢印コネクタ 8">
            <a:extLst>
              <a:ext uri="{FF2B5EF4-FFF2-40B4-BE49-F238E27FC236}">
                <a16:creationId xmlns:a16="http://schemas.microsoft.com/office/drawing/2014/main" id="{E68C59A4-BFA2-3C33-C8AF-C7FC3EE3BAE4}"/>
              </a:ext>
            </a:extLst>
          </p:cNvPr>
          <p:cNvCxnSpPr>
            <a:cxnSpLocks/>
          </p:cNvCxnSpPr>
          <p:nvPr/>
        </p:nvCxnSpPr>
        <p:spPr bwMode="auto">
          <a:xfrm flipH="1">
            <a:off x="5958841" y="4347235"/>
            <a:ext cx="1965132" cy="216024"/>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cxnSp>
        <p:nvCxnSpPr>
          <p:cNvPr id="12" name="直線矢印コネクタ 11">
            <a:extLst>
              <a:ext uri="{FF2B5EF4-FFF2-40B4-BE49-F238E27FC236}">
                <a16:creationId xmlns:a16="http://schemas.microsoft.com/office/drawing/2014/main" id="{47DD57A8-DB83-BF17-FB37-DF3F2CD578AD}"/>
              </a:ext>
            </a:extLst>
          </p:cNvPr>
          <p:cNvCxnSpPr>
            <a:cxnSpLocks/>
          </p:cNvCxnSpPr>
          <p:nvPr/>
        </p:nvCxnSpPr>
        <p:spPr bwMode="auto">
          <a:xfrm flipH="1">
            <a:off x="6086475" y="5196933"/>
            <a:ext cx="1284496" cy="0"/>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702A24D0-3FAB-97B5-05D0-98C6CC8559C6}"/>
              </a:ext>
            </a:extLst>
          </p:cNvPr>
          <p:cNvSpPr txBox="1"/>
          <p:nvPr/>
        </p:nvSpPr>
        <p:spPr bwMode="auto">
          <a:xfrm>
            <a:off x="7896200" y="4087986"/>
            <a:ext cx="273630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solidFill>
                  <a:srgbClr val="FF0000"/>
                </a:solidFill>
                <a:latin typeface="BIZ UDPゴシック" panose="020B0400000000000000" pitchFamily="50" charset="-128"/>
                <a:ea typeface="BIZ UDPゴシック" panose="020B0400000000000000" pitchFamily="50" charset="-128"/>
              </a:rPr>
              <a:t>このファイルは章節番号制御をすべて抑制しているので、</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a:p>
            <a:pPr algn="l"/>
            <a:r>
              <a:rPr kumimoji="1" lang="ja-JP" altLang="en-US" sz="1400" kern="0">
                <a:solidFill>
                  <a:srgbClr val="FF0000"/>
                </a:solidFill>
                <a:latin typeface="BIZ UDPゴシック" panose="020B0400000000000000" pitchFamily="50" charset="-128"/>
                <a:ea typeface="BIZ UDPゴシック" panose="020B0400000000000000" pitchFamily="50" charset="-128"/>
              </a:rPr>
              <a:t>章節番号がつきません</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p:txBody>
      </p:sp>
      <p:sp>
        <p:nvSpPr>
          <p:cNvPr id="15" name="テキスト ボックス 14">
            <a:extLst>
              <a:ext uri="{FF2B5EF4-FFF2-40B4-BE49-F238E27FC236}">
                <a16:creationId xmlns:a16="http://schemas.microsoft.com/office/drawing/2014/main" id="{14C50910-1EE0-C918-37F2-5448100795A3}"/>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#NOREPLACE#</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C0DAD87E-15D4-FD4C-E609-6CF04D35D31E}"/>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#STAY#</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616E2DC5-4030-BA2F-9ECB-4ED7659B6FCE}"/>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solidFill>
                  <a:schemeClr val="bg1">
                    <a:lumMod val="85000"/>
                  </a:schemeClr>
                </a:solidFill>
                <a:latin typeface="BIZ UDPゴシック" panose="020B0400000000000000" pitchFamily="50" charset="-128"/>
                <a:ea typeface="BIZ UDPゴシック" panose="020B0400000000000000" pitchFamily="50" charset="-128"/>
              </a:rPr>
              <a:t>#NONUMBERING#</a:t>
            </a:r>
            <a:endParaRPr kumimoji="1" lang="en-US" altLang="ja-JP" sz="1050" kern="0">
              <a:solidFill>
                <a:schemeClr val="bg1">
                  <a:lumMod val="85000"/>
                </a:schemeClr>
              </a:solidFill>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A94E790B-5B34-D575-8ACD-15889D5E02ED}"/>
              </a:ext>
            </a:extLst>
          </p:cNvPr>
          <p:cNvSpPr txBox="1"/>
          <p:nvPr/>
        </p:nvSpPr>
        <p:spPr bwMode="auto">
          <a:xfrm>
            <a:off x="4325824" y="3272071"/>
            <a:ext cx="64018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400" kern="0">
                <a:solidFill>
                  <a:srgbClr val="FF0000"/>
                </a:solidFill>
                <a:latin typeface="BIZ UDPゴシック" panose="020B0400000000000000" pitchFamily="50" charset="-128"/>
                <a:ea typeface="BIZ UDPゴシック" panose="020B0400000000000000" pitchFamily="50" charset="-128"/>
              </a:rPr>
              <a:t>ただし、この例では </a:t>
            </a:r>
            <a:r>
              <a:rPr kumimoji="1" lang="en-US" altLang="ja-JP" sz="1400" kern="0">
                <a:solidFill>
                  <a:srgbClr val="FF0000"/>
                </a:solidFill>
                <a:latin typeface="BIZ UDPゴシック" panose="020B0400000000000000" pitchFamily="50" charset="-128"/>
                <a:ea typeface="BIZ UDPゴシック" panose="020B0400000000000000" pitchFamily="50" charset="-128"/>
              </a:rPr>
              <a:t>#CHAPT#, #SECTION# </a:t>
            </a:r>
            <a:r>
              <a:rPr kumimoji="1" lang="ja-JP" altLang="en-US" sz="1400" kern="0">
                <a:solidFill>
                  <a:srgbClr val="FF0000"/>
                </a:solidFill>
                <a:latin typeface="BIZ UDPゴシック" panose="020B0400000000000000" pitchFamily="50" charset="-128"/>
                <a:ea typeface="BIZ UDPゴシック" panose="020B0400000000000000" pitchFamily="50" charset="-128"/>
              </a:rPr>
              <a:t>のみで章・節番号制御をするので、 </a:t>
            </a:r>
            <a:r>
              <a:rPr kumimoji="1" lang="en-US" altLang="ja-JP" sz="1400" kern="0">
                <a:solidFill>
                  <a:srgbClr val="FF0000"/>
                </a:solidFill>
                <a:latin typeface="BIZ UDPゴシック" panose="020B0400000000000000" pitchFamily="50" charset="-128"/>
                <a:ea typeface="BIZ UDPゴシック" panose="020B0400000000000000" pitchFamily="50" charset="-128"/>
              </a:rPr>
              <a:t>operation:chapter </a:t>
            </a:r>
            <a:r>
              <a:rPr kumimoji="1" lang="ja-JP" altLang="en-US" sz="1400" kern="0">
                <a:solidFill>
                  <a:srgbClr val="FF0000"/>
                </a:solidFill>
                <a:latin typeface="BIZ UDPゴシック" panose="020B0400000000000000" pitchFamily="50" charset="-128"/>
                <a:ea typeface="BIZ UDPゴシック" panose="020B0400000000000000" pitchFamily="50" charset="-128"/>
              </a:rPr>
              <a:t>は使用しません</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111CBF86-19B6-D146-B90D-BA131A5A5C27}"/>
              </a:ext>
            </a:extLst>
          </p:cNvPr>
          <p:cNvSpPr txBox="1"/>
          <p:nvPr/>
        </p:nvSpPr>
        <p:spPr bwMode="auto">
          <a:xfrm>
            <a:off x="7608168" y="2624188"/>
            <a:ext cx="32695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400" kern="0">
                <a:solidFill>
                  <a:srgbClr val="FF0000"/>
                </a:solidFill>
                <a:latin typeface="BIZ UDPゴシック" panose="020B0400000000000000" pitchFamily="50" charset="-128"/>
                <a:ea typeface="BIZ UDPゴシック" panose="020B0400000000000000" pitchFamily="50" charset="-128"/>
              </a:rPr>
              <a:t>chapt_section </a:t>
            </a:r>
            <a:r>
              <a:rPr kumimoji="1" lang="ja-JP" altLang="en-US" sz="1400" kern="0">
                <a:solidFill>
                  <a:srgbClr val="FF0000"/>
                </a:solidFill>
                <a:latin typeface="BIZ UDPゴシック" panose="020B0400000000000000" pitchFamily="50" charset="-128"/>
                <a:ea typeface="BIZ UDPゴシック" panose="020B0400000000000000" pitchFamily="50" charset="-128"/>
              </a:rPr>
              <a:t>方式で </a:t>
            </a:r>
            <a:r>
              <a:rPr kumimoji="1" lang="en-US" altLang="ja-JP" sz="1400" kern="0">
                <a:solidFill>
                  <a:srgbClr val="FF0000"/>
                </a:solidFill>
                <a:latin typeface="BIZ UDPゴシック" panose="020B0400000000000000" pitchFamily="50" charset="-128"/>
                <a:ea typeface="BIZ UDPゴシック" panose="020B0400000000000000" pitchFamily="50" charset="-128"/>
              </a:rPr>
              <a:t>numbering </a:t>
            </a:r>
            <a:r>
              <a:rPr kumimoji="1" lang="ja-JP" altLang="en-US" sz="1400" kern="0">
                <a:solidFill>
                  <a:srgbClr val="FF0000"/>
                </a:solidFill>
                <a:latin typeface="BIZ UDPゴシック" panose="020B0400000000000000" pitchFamily="50" charset="-128"/>
                <a:ea typeface="BIZ UDPゴシック" panose="020B0400000000000000" pitchFamily="50" charset="-128"/>
              </a:rPr>
              <a:t>をやれ！　という指示</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p:txBody>
      </p:sp>
      <p:cxnSp>
        <p:nvCxnSpPr>
          <p:cNvPr id="18" name="直線矢印コネクタ 17">
            <a:extLst>
              <a:ext uri="{FF2B5EF4-FFF2-40B4-BE49-F238E27FC236}">
                <a16:creationId xmlns:a16="http://schemas.microsoft.com/office/drawing/2014/main" id="{D7755DFC-4BA4-DC72-C069-883F2932B66A}"/>
              </a:ext>
            </a:extLst>
          </p:cNvPr>
          <p:cNvCxnSpPr>
            <a:cxnSpLocks/>
          </p:cNvCxnSpPr>
          <p:nvPr/>
        </p:nvCxnSpPr>
        <p:spPr bwMode="auto">
          <a:xfrm flipH="1">
            <a:off x="3863752" y="2857240"/>
            <a:ext cx="3663000" cy="0"/>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9" name="正方形/長方形 18">
            <a:extLst>
              <a:ext uri="{FF2B5EF4-FFF2-40B4-BE49-F238E27FC236}">
                <a16:creationId xmlns:a16="http://schemas.microsoft.com/office/drawing/2014/main" id="{8BD6CA44-EBC5-2BC5-5A88-8557D5198E2C}"/>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7270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4" name="exportrange">
            <a:extLst>
              <a:ext uri="{FF2B5EF4-FFF2-40B4-BE49-F238E27FC236}">
                <a16:creationId xmlns:a16="http://schemas.microsoft.com/office/drawing/2014/main" id="{49930E7A-FEB5-EA8B-F475-E4427457563F}"/>
              </a:ext>
            </a:extLst>
          </p:cNvPr>
          <p:cNvSpPr/>
          <p:nvPr/>
        </p:nvSpPr>
        <p:spPr bwMode="auto">
          <a:xfrm>
            <a:off x="898656" y="1268760"/>
            <a:ext cx="10021880" cy="558524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章節番号制御・文字列置換を抑制する</a:t>
            </a:r>
            <a:endParaRPr kumimoji="1" lang="ja-JP" altLang="en-US"/>
          </a:p>
        </p:txBody>
      </p:sp>
      <p:sp>
        <p:nvSpPr>
          <p:cNvPr id="15" name="テキスト ボックス 14">
            <a:extLst>
              <a:ext uri="{FF2B5EF4-FFF2-40B4-BE49-F238E27FC236}">
                <a16:creationId xmlns:a16="http://schemas.microsoft.com/office/drawing/2014/main" id="{14C50910-1EE0-C918-37F2-5448100795A3}"/>
              </a:ext>
            </a:extLst>
          </p:cNvPr>
          <p:cNvSpPr txBox="1"/>
          <p:nvPr/>
        </p:nvSpPr>
        <p:spPr bwMode="auto">
          <a:xfrm>
            <a:off x="3982299"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latin typeface="BIZ UDPゴシック" panose="020B0400000000000000" pitchFamily="50" charset="-128"/>
                <a:ea typeface="BIZ UDPゴシック" panose="020B0400000000000000" pitchFamily="50" charset="-128"/>
              </a:rPr>
              <a:t>#NOREPLACE#</a:t>
            </a:r>
            <a:endParaRPr kumimoji="1" lang="en-US" altLang="ja-JP" sz="1050" kern="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C0DAD87E-15D4-FD4C-E609-6CF04D35D31E}"/>
              </a:ext>
            </a:extLst>
          </p:cNvPr>
          <p:cNvSpPr txBox="1"/>
          <p:nvPr/>
        </p:nvSpPr>
        <p:spPr bwMode="auto">
          <a:xfrm>
            <a:off x="5640210" y="6592396"/>
            <a:ext cx="13752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latin typeface="BIZ UDPゴシック" panose="020B0400000000000000" pitchFamily="50" charset="-128"/>
                <a:ea typeface="BIZ UDPゴシック" panose="020B0400000000000000" pitchFamily="50" charset="-128"/>
              </a:rPr>
              <a:t>#STAY#</a:t>
            </a:r>
            <a:endParaRPr kumimoji="1" lang="en-US" altLang="ja-JP" sz="1050" kern="0">
              <a:latin typeface="BIZ UDPゴシック" panose="020B0400000000000000" pitchFamily="50" charset="-128"/>
              <a:ea typeface="BIZ UDPゴシック" panose="020B0400000000000000" pitchFamily="50" charset="-128"/>
            </a:endParaRPr>
          </a:p>
        </p:txBody>
      </p:sp>
      <p:sp>
        <p:nvSpPr>
          <p:cNvPr id="17" name="テキスト ボックス 16">
            <a:extLst>
              <a:ext uri="{FF2B5EF4-FFF2-40B4-BE49-F238E27FC236}">
                <a16:creationId xmlns:a16="http://schemas.microsoft.com/office/drawing/2014/main" id="{616E2DC5-4030-BA2F-9ECB-4ED7659B6FCE}"/>
              </a:ext>
            </a:extLst>
          </p:cNvPr>
          <p:cNvSpPr txBox="1"/>
          <p:nvPr/>
        </p:nvSpPr>
        <p:spPr bwMode="auto">
          <a:xfrm>
            <a:off x="7038905" y="6592396"/>
            <a:ext cx="17933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050" kern="0">
                <a:latin typeface="BIZ UDPゴシック" panose="020B0400000000000000" pitchFamily="50" charset="-128"/>
                <a:ea typeface="BIZ UDPゴシック" panose="020B0400000000000000" pitchFamily="50" charset="-128"/>
              </a:rPr>
              <a:t>#NONUMBERING#</a:t>
            </a:r>
            <a:endParaRPr kumimoji="1" lang="en-US" altLang="ja-JP" sz="105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0857E850-32D0-D090-3868-D7F1193E4414}"/>
              </a:ext>
            </a:extLst>
          </p:cNvPr>
          <p:cNvSpPr txBox="1"/>
          <p:nvPr/>
        </p:nvSpPr>
        <p:spPr bwMode="auto">
          <a:xfrm>
            <a:off x="986999" y="1362697"/>
            <a:ext cx="10093888"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marL="342900" indent="-342900">
              <a:buFont typeface="Arial" panose="020B0604020202020204" pitchFamily="34" charset="0"/>
              <a:buChar char="•"/>
            </a:pPr>
            <a:r>
              <a:rPr lang="en-US" altLang="ja-JP" kern="0">
                <a:latin typeface="BIZ UDPゴシック" panose="020B0400000000000000" pitchFamily="50" charset="-128"/>
                <a:ea typeface="BIZ UDPゴシック" panose="020B0400000000000000" pitchFamily="50" charset="-128"/>
              </a:rPr>
              <a:t>#NONUMBERING# </a:t>
            </a:r>
            <a:r>
              <a:rPr lang="ja-JP" altLang="en-US" kern="0">
                <a:latin typeface="BIZ UDPゴシック" panose="020B0400000000000000" pitchFamily="50" charset="-128"/>
                <a:ea typeface="BIZ UDPゴシック" panose="020B0400000000000000" pitchFamily="50" charset="-128"/>
              </a:rPr>
              <a:t>マーカーがあるスライドでは、タイトルに章・節番号を付与しません</a:t>
            </a:r>
            <a:endParaRPr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endParaRPr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r>
              <a:rPr kumimoji="1" lang="en-US" altLang="ja-JP" kern="0">
                <a:latin typeface="BIZ UDPゴシック" panose="020B0400000000000000" pitchFamily="50" charset="-128"/>
                <a:ea typeface="BIZ UDPゴシック" panose="020B0400000000000000" pitchFamily="50" charset="-128"/>
              </a:rPr>
              <a:t>#STAY# </a:t>
            </a:r>
            <a:r>
              <a:rPr lang="ja-JP" altLang="en-US" kern="0">
                <a:latin typeface="BIZ UDPゴシック" panose="020B0400000000000000" pitchFamily="50" charset="-128"/>
                <a:ea typeface="BIZ UDPゴシック" panose="020B0400000000000000" pitchFamily="50" charset="-128"/>
              </a:rPr>
              <a:t>マーカー</a:t>
            </a:r>
            <a:r>
              <a:rPr kumimoji="1" lang="ja-JP" altLang="en-US" kern="0">
                <a:latin typeface="BIZ UDPゴシック" panose="020B0400000000000000" pitchFamily="50" charset="-128"/>
                <a:ea typeface="BIZ UDPゴシック" panose="020B0400000000000000" pitchFamily="50" charset="-128"/>
              </a:rPr>
              <a:t>があるスライドでは、　章・節番号のカウントを行いません</a:t>
            </a:r>
            <a:endParaRPr kumimoji="1"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endParaRPr kumimoji="1" lang="en-US" altLang="ja-JP" kern="0">
              <a:latin typeface="BIZ UDPゴシック" panose="020B0400000000000000" pitchFamily="50" charset="-128"/>
              <a:ea typeface="BIZ UDPゴシック" panose="020B0400000000000000" pitchFamily="50" charset="-128"/>
            </a:endParaRPr>
          </a:p>
          <a:p>
            <a:pPr marL="342900" indent="-342900">
              <a:buFont typeface="Arial" panose="020B0604020202020204" pitchFamily="34" charset="0"/>
              <a:buChar char="•"/>
            </a:pPr>
            <a:r>
              <a:rPr lang="en-US" altLang="ja-JP" kern="0">
                <a:latin typeface="BIZ UDPゴシック" panose="020B0400000000000000" pitchFamily="50" charset="-128"/>
                <a:ea typeface="BIZ UDPゴシック" panose="020B0400000000000000" pitchFamily="50" charset="-128"/>
              </a:rPr>
              <a:t>#NOREPLACE# </a:t>
            </a:r>
            <a:r>
              <a:rPr lang="ja-JP" altLang="en-US" kern="0">
                <a:latin typeface="BIZ UDPゴシック" panose="020B0400000000000000" pitchFamily="50" charset="-128"/>
                <a:ea typeface="BIZ UDPゴシック" panose="020B0400000000000000" pitchFamily="50" charset="-128"/>
              </a:rPr>
              <a:t>マーカーがあるスライドでは、文字列置換を行いません </a:t>
            </a:r>
            <a:br>
              <a:rPr lang="en-US" altLang="ja-JP" kern="0">
                <a:latin typeface="BIZ UDPゴシック" panose="020B0400000000000000" pitchFamily="50" charset="-128"/>
                <a:ea typeface="BIZ UDPゴシック" panose="020B0400000000000000" pitchFamily="50" charset="-128"/>
              </a:rPr>
            </a:br>
            <a:r>
              <a:rPr lang="ja-JP" altLang="en-US" kern="0">
                <a:latin typeface="BIZ UDPゴシック" panose="020B0400000000000000" pitchFamily="50" charset="-128"/>
                <a:ea typeface="BIZ UDPゴシック" panose="020B0400000000000000" pitchFamily="50" charset="-128"/>
              </a:rPr>
              <a:t>（</a:t>
            </a:r>
            <a:r>
              <a:rPr lang="en-US" altLang="ja-JP" kern="0">
                <a:latin typeface="BIZ UDPゴシック" panose="020B0400000000000000" pitchFamily="50" charset="-128"/>
                <a:ea typeface="BIZ UDPゴシック" panose="020B0400000000000000" pitchFamily="50" charset="-128"/>
              </a:rPr>
              <a:t>#CHAPT#, #SECTION#</a:t>
            </a:r>
            <a:r>
              <a:rPr lang="ja-JP" altLang="en-US" kern="0">
                <a:latin typeface="BIZ UDPゴシック" panose="020B0400000000000000" pitchFamily="50" charset="-128"/>
                <a:ea typeface="BIZ UDPゴシック" panose="020B0400000000000000" pitchFamily="50" charset="-128"/>
              </a:rPr>
              <a:t>、その他のマーカーがすべて残ります）</a:t>
            </a:r>
            <a:endParaRPr kumimoji="1" lang="ja-JP" altLang="en-US" kern="0">
              <a:latin typeface="BIZ UDPゴシック" panose="020B0400000000000000" pitchFamily="50" charset="-128"/>
              <a:ea typeface="BIZ UDPゴシック" panose="020B0400000000000000" pitchFamily="50" charset="-128"/>
            </a:endParaRPr>
          </a:p>
        </p:txBody>
      </p:sp>
      <p:sp>
        <p:nvSpPr>
          <p:cNvPr id="7" name="テキスト ボックス 6">
            <a:extLst>
              <a:ext uri="{FF2B5EF4-FFF2-40B4-BE49-F238E27FC236}">
                <a16:creationId xmlns:a16="http://schemas.microsoft.com/office/drawing/2014/main" id="{D834B0C3-CB7F-A195-EC3D-9E53DEBD376E}"/>
              </a:ext>
            </a:extLst>
          </p:cNvPr>
          <p:cNvSpPr txBox="1"/>
          <p:nvPr/>
        </p:nvSpPr>
        <p:spPr bwMode="auto">
          <a:xfrm>
            <a:off x="3098797" y="5293657"/>
            <a:ext cx="731768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実はこのファイルでは全スライドの最下部に上記</a:t>
            </a:r>
            <a:r>
              <a:rPr kumimoji="1" lang="en-US" altLang="ja-JP" kern="0">
                <a:latin typeface="BIZ UDPゴシック" panose="020B0400000000000000" pitchFamily="50" charset="-128"/>
                <a:ea typeface="BIZ UDPゴシック" panose="020B0400000000000000" pitchFamily="50" charset="-128"/>
              </a:rPr>
              <a:t>3</a:t>
            </a:r>
            <a:r>
              <a:rPr kumimoji="1" lang="ja-JP" altLang="en-US" kern="0">
                <a:latin typeface="BIZ UDPゴシック" panose="020B0400000000000000" pitchFamily="50" charset="-128"/>
                <a:ea typeface="BIZ UDPゴシック" panose="020B0400000000000000" pitchFamily="50" charset="-128"/>
              </a:rPr>
              <a:t>種を薄い色で埋め込んでいるため、章節番号もつかず、マーカーも残った状態で表示されます</a:t>
            </a:r>
          </a:p>
        </p:txBody>
      </p:sp>
      <p:sp>
        <p:nvSpPr>
          <p:cNvPr id="10" name="右中かっこ 9">
            <a:extLst>
              <a:ext uri="{FF2B5EF4-FFF2-40B4-BE49-F238E27FC236}">
                <a16:creationId xmlns:a16="http://schemas.microsoft.com/office/drawing/2014/main" id="{E492C946-0940-60C7-2E87-DD0C59DC335B}"/>
              </a:ext>
            </a:extLst>
          </p:cNvPr>
          <p:cNvSpPr/>
          <p:nvPr/>
        </p:nvSpPr>
        <p:spPr bwMode="auto">
          <a:xfrm rot="16200000">
            <a:off x="6227281" y="4059381"/>
            <a:ext cx="288032" cy="4777997"/>
          </a:xfrm>
          <a:prstGeom prst="rightBrace">
            <a:avLst>
              <a:gd name="adj1" fmla="val 42725"/>
              <a:gd name="adj2" fmla="val 50000"/>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4BACB9CA-EEA4-238C-4606-4298FA173837}"/>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altLang="ja-JP" sz="1100" b="1" i="0" u="none" strike="noStrike" cap="none" normalizeH="0" baseline="0">
                <a:ln>
                  <a:noFill/>
                </a:ln>
                <a:effectLst/>
                <a:latin typeface="BIZ UDPゴシック" panose="020B0400000000000000" pitchFamily="50" charset="-128"/>
                <a:ea typeface="BIZ UDPゴシック" panose="020B0400000000000000" pitchFamily="50" charset="-128"/>
              </a:rPr>
              <a:t>&lt;__FILENAME__&gt;</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32500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kumimoji="1" lang="en-US" altLang="ja-JP"/>
              <a:t>1) Chapter A</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5F8B27D5-7686-0EE0-1532-5C297DED2E6D}"/>
              </a:ext>
            </a:extLst>
          </p:cNvPr>
          <p:cNvSpPr txBox="1"/>
          <p:nvPr/>
        </p:nvSpPr>
        <p:spPr bwMode="auto">
          <a:xfrm>
            <a:off x="916919" y="4129811"/>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2400" kern="0">
                <a:latin typeface="BIZ UDPゴシック" panose="020B0400000000000000" pitchFamily="50" charset="-128"/>
                <a:ea typeface="BIZ UDPゴシック" panose="020B0400000000000000" pitchFamily="50" charset="-128"/>
              </a:rPr>
              <a:t>Chapter cover </a:t>
            </a:r>
            <a:r>
              <a:rPr kumimoji="1" lang="ja-JP" altLang="en-US" sz="2400" kern="0">
                <a:latin typeface="BIZ UDPゴシック" panose="020B0400000000000000" pitchFamily="50" charset="-128"/>
                <a:ea typeface="BIZ UDPゴシック" panose="020B0400000000000000" pitchFamily="50" charset="-128"/>
              </a:rPr>
              <a:t>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697BB37C-F0D5-DFC9-148F-C38003C5F394}"/>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chapter_marker_numbering_sample.pptx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FDA9C901-11B3-116C-BBE5-CABF95720CE4}"/>
              </a:ext>
            </a:extLst>
          </p:cNvPr>
          <p:cNvSpPr txBox="1"/>
          <p:nvPr/>
        </p:nvSpPr>
        <p:spPr bwMode="auto">
          <a:xfrm>
            <a:off x="916919" y="1649267"/>
            <a:ext cx="23707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p:txBody>
      </p:sp>
      <p:sp>
        <p:nvSpPr>
          <p:cNvPr id="7" name="テキスト ボックス 6">
            <a:extLst>
              <a:ext uri="{FF2B5EF4-FFF2-40B4-BE49-F238E27FC236}">
                <a16:creationId xmlns:a16="http://schemas.microsoft.com/office/drawing/2014/main" id="{FE107E3F-2630-117C-AAE1-81A7A6420CE2}"/>
              </a:ext>
            </a:extLst>
          </p:cNvPr>
          <p:cNvSpPr txBox="1"/>
          <p:nvPr/>
        </p:nvSpPr>
        <p:spPr bwMode="auto">
          <a:xfrm>
            <a:off x="2999655" y="1649266"/>
            <a:ext cx="77327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2400" kern="0">
                <a:latin typeface="BIZ UDPゴシック" panose="020B0400000000000000" pitchFamily="50" charset="-128"/>
                <a:ea typeface="BIZ UDPゴシック" panose="020B0400000000000000" pitchFamily="50" charset="-128"/>
              </a:rPr>
              <a:t>マーカーがあるので、</a:t>
            </a:r>
            <a:r>
              <a:rPr kumimoji="1" lang="en-US" altLang="ja-JP" sz="2400" kern="0">
                <a:latin typeface="BIZ UDPゴシック" panose="020B0400000000000000" pitchFamily="50" charset="-128"/>
                <a:ea typeface="BIZ UDPゴシック" panose="020B0400000000000000" pitchFamily="50" charset="-128"/>
              </a:rPr>
              <a:t>Chapter cover </a:t>
            </a:r>
            <a:r>
              <a:rPr kumimoji="1" lang="ja-JP" altLang="en-US" sz="2400" kern="0">
                <a:latin typeface="BIZ UDPゴシック" panose="020B0400000000000000" pitchFamily="50" charset="-128"/>
                <a:ea typeface="BIZ UDPゴシック" panose="020B0400000000000000" pitchFamily="50" charset="-128"/>
              </a:rPr>
              <a:t>スライドとして扱われ、</a:t>
            </a:r>
            <a:r>
              <a:rPr lang="en-US" altLang="ja-JP" sz="2400" kern="0">
                <a:latin typeface="BIZ UDPゴシック" panose="020B0400000000000000" pitchFamily="50" charset="-128"/>
                <a:ea typeface="BIZ UDPゴシック" panose="020B0400000000000000" pitchFamily="50" charset="-128"/>
              </a:rPr>
              <a:t> #) </a:t>
            </a:r>
            <a:r>
              <a:rPr lang="ja-JP" altLang="en-US" sz="2400" kern="0">
                <a:latin typeface="BIZ UDPゴシック" panose="020B0400000000000000" pitchFamily="50" charset="-128"/>
                <a:ea typeface="BIZ UDPゴシック" panose="020B0400000000000000" pitchFamily="50" charset="-128"/>
              </a:rPr>
              <a:t>形式のナンバーがつきます</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9" name="直線矢印コネクタ 8">
            <a:extLst>
              <a:ext uri="{FF2B5EF4-FFF2-40B4-BE49-F238E27FC236}">
                <a16:creationId xmlns:a16="http://schemas.microsoft.com/office/drawing/2014/main" id="{477F07C4-A43A-9854-0A98-E35546C0C095}"/>
              </a:ext>
            </a:extLst>
          </p:cNvPr>
          <p:cNvCxnSpPr>
            <a:cxnSpLocks/>
          </p:cNvCxnSpPr>
          <p:nvPr/>
        </p:nvCxnSpPr>
        <p:spPr bwMode="auto">
          <a:xfrm flipH="1" flipV="1">
            <a:off x="1631504" y="856967"/>
            <a:ext cx="1440160" cy="74908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072812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1.1) section 1</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5F8B27D5-7686-0EE0-1532-5C297DED2E6D}"/>
              </a:ext>
            </a:extLst>
          </p:cNvPr>
          <p:cNvSpPr txBox="1"/>
          <p:nvPr/>
        </p:nvSpPr>
        <p:spPr bwMode="auto">
          <a:xfrm>
            <a:off x="916919" y="3048152"/>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section </a:t>
            </a:r>
            <a:r>
              <a:rPr lang="ja-JP" altLang="en-US" sz="2400" kern="0">
                <a:latin typeface="BIZ UDPゴシック" panose="020B0400000000000000" pitchFamily="50" charset="-128"/>
                <a:ea typeface="BIZ UDPゴシック" panose="020B0400000000000000" pitchFamily="50" charset="-128"/>
              </a:rPr>
              <a:t>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8942EE9F-AB28-D3C1-EBE5-47995233E3FF}"/>
              </a:ext>
            </a:extLst>
          </p:cNvPr>
          <p:cNvSpPr txBox="1"/>
          <p:nvPr/>
        </p:nvSpPr>
        <p:spPr bwMode="auto">
          <a:xfrm>
            <a:off x="2999655" y="1649266"/>
            <a:ext cx="77327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2400" kern="0">
                <a:latin typeface="BIZ UDPゴシック" panose="020B0400000000000000" pitchFamily="50" charset="-128"/>
                <a:ea typeface="BIZ UDPゴシック" panose="020B0400000000000000" pitchFamily="50" charset="-128"/>
              </a:rPr>
              <a:t>マーカーがないので、</a:t>
            </a:r>
            <a:r>
              <a:rPr kumimoji="1" lang="en-US" altLang="ja-JP" sz="2400" kern="0">
                <a:latin typeface="BIZ UDPゴシック" panose="020B0400000000000000" pitchFamily="50" charset="-128"/>
                <a:ea typeface="BIZ UDPゴシック" panose="020B0400000000000000" pitchFamily="50" charset="-128"/>
              </a:rPr>
              <a:t>section </a:t>
            </a:r>
            <a:r>
              <a:rPr kumimoji="1" lang="ja-JP" altLang="en-US" sz="2400" kern="0">
                <a:latin typeface="BIZ UDPゴシック" panose="020B0400000000000000" pitchFamily="50" charset="-128"/>
                <a:ea typeface="BIZ UDPゴシック" panose="020B0400000000000000" pitchFamily="50" charset="-128"/>
              </a:rPr>
              <a:t>スライドとして扱われ、</a:t>
            </a:r>
            <a:r>
              <a:rPr lang="en-US" altLang="ja-JP" sz="2400" kern="0">
                <a:latin typeface="BIZ UDPゴシック" panose="020B0400000000000000" pitchFamily="50" charset="-128"/>
                <a:ea typeface="BIZ UDPゴシック" panose="020B0400000000000000" pitchFamily="50" charset="-128"/>
              </a:rPr>
              <a:t> #.#) </a:t>
            </a:r>
            <a:r>
              <a:rPr lang="ja-JP" altLang="en-US" sz="2400" kern="0">
                <a:latin typeface="BIZ UDPゴシック" panose="020B0400000000000000" pitchFamily="50" charset="-128"/>
                <a:ea typeface="BIZ UDPゴシック" panose="020B0400000000000000" pitchFamily="50" charset="-128"/>
              </a:rPr>
              <a:t>形式のナンバーがつきます</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 name="直線矢印コネクタ 10">
            <a:extLst>
              <a:ext uri="{FF2B5EF4-FFF2-40B4-BE49-F238E27FC236}">
                <a16:creationId xmlns:a16="http://schemas.microsoft.com/office/drawing/2014/main" id="{6B2FA2E9-447F-4933-FE51-3FDE2C8DC212}"/>
              </a:ext>
            </a:extLst>
          </p:cNvPr>
          <p:cNvCxnSpPr>
            <a:cxnSpLocks/>
          </p:cNvCxnSpPr>
          <p:nvPr/>
        </p:nvCxnSpPr>
        <p:spPr bwMode="auto">
          <a:xfrm flipH="1" flipV="1">
            <a:off x="1631504" y="856967"/>
            <a:ext cx="1440160" cy="74908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270E44B0-E326-C3AB-B063-6320F4B8C5C2}"/>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chapter_marker_numbering_sample.pptx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0247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CF92-991A-0265-6D21-E0AF3126AAE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A9DA21-3456-B752-9FA4-2402235517A2}"/>
              </a:ext>
            </a:extLst>
          </p:cNvPr>
          <p:cNvSpPr>
            <a:spLocks noGrp="1"/>
          </p:cNvSpPr>
          <p:nvPr>
            <p:ph type="title"/>
          </p:nvPr>
        </p:nvSpPr>
        <p:spPr/>
        <p:txBody>
          <a:bodyPr/>
          <a:lstStyle/>
          <a:p>
            <a:r>
              <a:rPr lang="en-US" altLang="ja-JP"/>
              <a:t>1.2) section 2</a:t>
            </a:r>
            <a:endParaRPr kumimoji="1" lang="ja-JP" altLang="en-US"/>
          </a:p>
        </p:txBody>
      </p:sp>
      <p:sp>
        <p:nvSpPr>
          <p:cNvPr id="3" name="フッター プレースホルダー 2">
            <a:extLst>
              <a:ext uri="{FF2B5EF4-FFF2-40B4-BE49-F238E27FC236}">
                <a16:creationId xmlns:a16="http://schemas.microsoft.com/office/drawing/2014/main" id="{89FEEEDA-414D-2FB2-BBA7-846C2E134DF4}"/>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80A542C7-3E26-56FA-38AB-C7B9FF49EB3C}"/>
              </a:ext>
            </a:extLst>
          </p:cNvPr>
          <p:cNvSpPr txBox="1"/>
          <p:nvPr/>
        </p:nvSpPr>
        <p:spPr bwMode="auto">
          <a:xfrm>
            <a:off x="916919" y="3048152"/>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section </a:t>
            </a:r>
            <a:r>
              <a:rPr lang="ja-JP" altLang="en-US" sz="2400" kern="0">
                <a:latin typeface="BIZ UDPゴシック" panose="020B0400000000000000" pitchFamily="50" charset="-128"/>
                <a:ea typeface="BIZ UDPゴシック" panose="020B0400000000000000" pitchFamily="50" charset="-128"/>
              </a:rPr>
              <a:t>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9CD6987E-7884-64B6-35C4-D5D1C3F5C7EB}"/>
              </a:ext>
            </a:extLst>
          </p:cNvPr>
          <p:cNvSpPr txBox="1"/>
          <p:nvPr/>
        </p:nvSpPr>
        <p:spPr bwMode="auto">
          <a:xfrm>
            <a:off x="2999655" y="1649266"/>
            <a:ext cx="77327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2400" kern="0">
                <a:latin typeface="BIZ UDPゴシック" panose="020B0400000000000000" pitchFamily="50" charset="-128"/>
                <a:ea typeface="BIZ UDPゴシック" panose="020B0400000000000000" pitchFamily="50" charset="-128"/>
              </a:rPr>
              <a:t>マーカーがないので、</a:t>
            </a:r>
            <a:r>
              <a:rPr kumimoji="1" lang="en-US" altLang="ja-JP" sz="2400" kern="0">
                <a:latin typeface="BIZ UDPゴシック" panose="020B0400000000000000" pitchFamily="50" charset="-128"/>
                <a:ea typeface="BIZ UDPゴシック" panose="020B0400000000000000" pitchFamily="50" charset="-128"/>
              </a:rPr>
              <a:t>section </a:t>
            </a:r>
            <a:r>
              <a:rPr kumimoji="1" lang="ja-JP" altLang="en-US" sz="2400" kern="0">
                <a:latin typeface="BIZ UDPゴシック" panose="020B0400000000000000" pitchFamily="50" charset="-128"/>
                <a:ea typeface="BIZ UDPゴシック" panose="020B0400000000000000" pitchFamily="50" charset="-128"/>
              </a:rPr>
              <a:t>スライドとして扱われ、</a:t>
            </a:r>
            <a:r>
              <a:rPr lang="en-US" altLang="ja-JP" sz="2400" kern="0">
                <a:latin typeface="BIZ UDPゴシック" panose="020B0400000000000000" pitchFamily="50" charset="-128"/>
                <a:ea typeface="BIZ UDPゴシック" panose="020B0400000000000000" pitchFamily="50" charset="-128"/>
              </a:rPr>
              <a:t> #.#) </a:t>
            </a:r>
            <a:r>
              <a:rPr lang="ja-JP" altLang="en-US" sz="2400" kern="0">
                <a:latin typeface="BIZ UDPゴシック" panose="020B0400000000000000" pitchFamily="50" charset="-128"/>
                <a:ea typeface="BIZ UDPゴシック" panose="020B0400000000000000" pitchFamily="50" charset="-128"/>
              </a:rPr>
              <a:t>形式のナンバーがつきます</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 name="直線矢印コネクタ 10">
            <a:extLst>
              <a:ext uri="{FF2B5EF4-FFF2-40B4-BE49-F238E27FC236}">
                <a16:creationId xmlns:a16="http://schemas.microsoft.com/office/drawing/2014/main" id="{9F878EBA-9931-8138-F956-905DEFAA7DAA}"/>
              </a:ext>
            </a:extLst>
          </p:cNvPr>
          <p:cNvCxnSpPr>
            <a:cxnSpLocks/>
          </p:cNvCxnSpPr>
          <p:nvPr/>
        </p:nvCxnSpPr>
        <p:spPr bwMode="auto">
          <a:xfrm flipH="1" flipV="1">
            <a:off x="1631504" y="856967"/>
            <a:ext cx="1440160" cy="74908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 name="正方形/長方形 3">
            <a:extLst>
              <a:ext uri="{FF2B5EF4-FFF2-40B4-BE49-F238E27FC236}">
                <a16:creationId xmlns:a16="http://schemas.microsoft.com/office/drawing/2014/main" id="{F8C6CCFE-6E05-0EAF-92E4-CD3DD381B599}"/>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chapter_marker_numbering_sample.pptx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67381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B3218-DCD3-354F-536B-D702C8D85EC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76AD70-FAFE-25B0-213B-A7926F3974C1}"/>
              </a:ext>
            </a:extLst>
          </p:cNvPr>
          <p:cNvSpPr>
            <a:spLocks noGrp="1"/>
          </p:cNvSpPr>
          <p:nvPr>
            <p:ph type="title"/>
          </p:nvPr>
        </p:nvSpPr>
        <p:spPr/>
        <p:txBody>
          <a:bodyPr/>
          <a:lstStyle/>
          <a:p>
            <a:r>
              <a:rPr kumimoji="1" lang="en-US" altLang="ja-JP"/>
              <a:t>2) Chapter B</a:t>
            </a:r>
            <a:endParaRPr kumimoji="1" lang="ja-JP" altLang="en-US"/>
          </a:p>
        </p:txBody>
      </p:sp>
      <p:sp>
        <p:nvSpPr>
          <p:cNvPr id="3" name="フッター プレースホルダー 2">
            <a:extLst>
              <a:ext uri="{FF2B5EF4-FFF2-40B4-BE49-F238E27FC236}">
                <a16:creationId xmlns:a16="http://schemas.microsoft.com/office/drawing/2014/main" id="{277E17E9-EF1C-75AE-5BA3-7D3F099FA93E}"/>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2AB7D3D7-6275-15D3-A8F4-4FE9112B5E7C}"/>
              </a:ext>
            </a:extLst>
          </p:cNvPr>
          <p:cNvSpPr txBox="1"/>
          <p:nvPr/>
        </p:nvSpPr>
        <p:spPr bwMode="auto">
          <a:xfrm>
            <a:off x="916919" y="3421100"/>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2400" kern="0">
                <a:latin typeface="BIZ UDPゴシック" panose="020B0400000000000000" pitchFamily="50" charset="-128"/>
                <a:ea typeface="BIZ UDPゴシック" panose="020B0400000000000000" pitchFamily="50" charset="-128"/>
              </a:rPr>
              <a:t>Chapter cover </a:t>
            </a:r>
            <a:r>
              <a:rPr kumimoji="1" lang="ja-JP" altLang="en-US" sz="2400" kern="0">
                <a:latin typeface="BIZ UDPゴシック" panose="020B0400000000000000" pitchFamily="50" charset="-128"/>
                <a:ea typeface="BIZ UDPゴシック" panose="020B0400000000000000" pitchFamily="50" charset="-128"/>
              </a:rPr>
              <a:t>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218DA6B2-DE1D-1650-A3C7-0306F9796323}"/>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chapter_marker_numbering_sample.pptx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299396BA-686E-5B3C-0400-E6635A3586AB}"/>
              </a:ext>
            </a:extLst>
          </p:cNvPr>
          <p:cNvSpPr txBox="1"/>
          <p:nvPr/>
        </p:nvSpPr>
        <p:spPr bwMode="auto">
          <a:xfrm>
            <a:off x="916919" y="1649267"/>
            <a:ext cx="23707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p:txBody>
      </p:sp>
      <p:sp>
        <p:nvSpPr>
          <p:cNvPr id="7" name="テキスト ボックス 6">
            <a:extLst>
              <a:ext uri="{FF2B5EF4-FFF2-40B4-BE49-F238E27FC236}">
                <a16:creationId xmlns:a16="http://schemas.microsoft.com/office/drawing/2014/main" id="{DDA306F9-4520-A329-A9BB-B1CE50778D42}"/>
              </a:ext>
            </a:extLst>
          </p:cNvPr>
          <p:cNvSpPr txBox="1"/>
          <p:nvPr/>
        </p:nvSpPr>
        <p:spPr bwMode="auto">
          <a:xfrm>
            <a:off x="2999655" y="1649266"/>
            <a:ext cx="773270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2400" kern="0">
                <a:latin typeface="BIZ UDPゴシック" panose="020B0400000000000000" pitchFamily="50" charset="-128"/>
                <a:ea typeface="BIZ UDPゴシック" panose="020B0400000000000000" pitchFamily="50" charset="-128"/>
              </a:rPr>
              <a:t>2</a:t>
            </a:r>
            <a:r>
              <a:rPr kumimoji="1" lang="ja-JP" altLang="en-US" sz="2400" kern="0">
                <a:latin typeface="BIZ UDPゴシック" panose="020B0400000000000000" pitchFamily="50" charset="-128"/>
                <a:ea typeface="BIZ UDPゴシック" panose="020B0400000000000000" pitchFamily="50" charset="-128"/>
              </a:rPr>
              <a:t>つめの </a:t>
            </a:r>
            <a:r>
              <a:rPr kumimoji="1" lang="en-US" altLang="ja-JP" sz="2400" kern="0">
                <a:latin typeface="BIZ UDPゴシック" panose="020B0400000000000000" pitchFamily="50" charset="-128"/>
                <a:ea typeface="BIZ UDPゴシック" panose="020B0400000000000000" pitchFamily="50" charset="-128"/>
              </a:rPr>
              <a:t>CHAPT</a:t>
            </a:r>
            <a:r>
              <a:rPr kumimoji="1" lang="ja-JP" altLang="en-US" sz="2400" kern="0">
                <a:latin typeface="BIZ UDPゴシック" panose="020B0400000000000000" pitchFamily="50" charset="-128"/>
                <a:ea typeface="BIZ UDPゴシック" panose="020B0400000000000000" pitchFamily="50" charset="-128"/>
              </a:rPr>
              <a:t>マーカーがあるので、ここから新しい</a:t>
            </a:r>
            <a:r>
              <a:rPr kumimoji="1" lang="en-US" altLang="ja-JP" sz="2400" kern="0">
                <a:latin typeface="BIZ UDPゴシック" panose="020B0400000000000000" pitchFamily="50" charset="-128"/>
                <a:ea typeface="BIZ UDPゴシック" panose="020B0400000000000000" pitchFamily="50" charset="-128"/>
              </a:rPr>
              <a:t>Chapter </a:t>
            </a:r>
            <a:r>
              <a:rPr kumimoji="1" lang="ja-JP" altLang="en-US" sz="2400" kern="0">
                <a:latin typeface="BIZ UDPゴシック" panose="020B0400000000000000" pitchFamily="50" charset="-128"/>
                <a:ea typeface="BIZ UDPゴシック" panose="020B0400000000000000" pitchFamily="50" charset="-128"/>
              </a:rPr>
              <a:t>として扱われます</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9" name="直線矢印コネクタ 8">
            <a:extLst>
              <a:ext uri="{FF2B5EF4-FFF2-40B4-BE49-F238E27FC236}">
                <a16:creationId xmlns:a16="http://schemas.microsoft.com/office/drawing/2014/main" id="{6BF92EC6-9965-8600-5591-52F396B4319C}"/>
              </a:ext>
            </a:extLst>
          </p:cNvPr>
          <p:cNvCxnSpPr>
            <a:cxnSpLocks/>
          </p:cNvCxnSpPr>
          <p:nvPr/>
        </p:nvCxnSpPr>
        <p:spPr bwMode="auto">
          <a:xfrm flipH="1" flipV="1">
            <a:off x="1631504" y="856967"/>
            <a:ext cx="1440160" cy="74908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160010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02803-B10E-0C55-D603-F2F9BF0FEB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4BF376-608B-0BD2-9634-09CACA5361BB}"/>
              </a:ext>
            </a:extLst>
          </p:cNvPr>
          <p:cNvSpPr>
            <a:spLocks noGrp="1"/>
          </p:cNvSpPr>
          <p:nvPr>
            <p:ph type="title"/>
          </p:nvPr>
        </p:nvSpPr>
        <p:spPr/>
        <p:txBody>
          <a:bodyPr/>
          <a:lstStyle/>
          <a:p>
            <a:r>
              <a:rPr lang="en-US" altLang="ja-JP"/>
              <a:t>2.1) section 1</a:t>
            </a:r>
            <a:endParaRPr kumimoji="1" lang="ja-JP" altLang="en-US"/>
          </a:p>
        </p:txBody>
      </p:sp>
      <p:sp>
        <p:nvSpPr>
          <p:cNvPr id="3" name="フッター プレースホルダー 2">
            <a:extLst>
              <a:ext uri="{FF2B5EF4-FFF2-40B4-BE49-F238E27FC236}">
                <a16:creationId xmlns:a16="http://schemas.microsoft.com/office/drawing/2014/main" id="{8240DE31-4EC8-20F1-5660-14E36E179C69}"/>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11DAB8F2-32EA-869F-49D0-CF545BCA92B5}"/>
              </a:ext>
            </a:extLst>
          </p:cNvPr>
          <p:cNvSpPr txBox="1"/>
          <p:nvPr/>
        </p:nvSpPr>
        <p:spPr bwMode="auto">
          <a:xfrm>
            <a:off x="916919" y="3048152"/>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section </a:t>
            </a:r>
            <a:r>
              <a:rPr lang="ja-JP" altLang="en-US" sz="2400" kern="0">
                <a:latin typeface="BIZ UDPゴシック" panose="020B0400000000000000" pitchFamily="50" charset="-128"/>
                <a:ea typeface="BIZ UDPゴシック" panose="020B0400000000000000" pitchFamily="50" charset="-128"/>
              </a:rPr>
              <a:t>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725BFCF4-427F-2ACB-5D24-6E36143ACBE3}"/>
              </a:ext>
            </a:extLst>
          </p:cNvPr>
          <p:cNvSpPr txBox="1"/>
          <p:nvPr/>
        </p:nvSpPr>
        <p:spPr bwMode="auto">
          <a:xfrm>
            <a:off x="2999655" y="1649266"/>
            <a:ext cx="77327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2400" kern="0">
                <a:latin typeface="BIZ UDPゴシック" panose="020B0400000000000000" pitchFamily="50" charset="-128"/>
                <a:ea typeface="BIZ UDPゴシック" panose="020B0400000000000000" pitchFamily="50" charset="-128"/>
              </a:rPr>
              <a:t>新</a:t>
            </a:r>
            <a:r>
              <a:rPr kumimoji="1" lang="en-US" altLang="ja-JP" sz="2400" kern="0">
                <a:latin typeface="BIZ UDPゴシック" panose="020B0400000000000000" pitchFamily="50" charset="-128"/>
                <a:ea typeface="BIZ UDPゴシック" panose="020B0400000000000000" pitchFamily="50" charset="-128"/>
              </a:rPr>
              <a:t>Chapter</a:t>
            </a:r>
            <a:r>
              <a:rPr kumimoji="1" lang="ja-JP" altLang="en-US" sz="2400" kern="0">
                <a:latin typeface="BIZ UDPゴシック" panose="020B0400000000000000" pitchFamily="50" charset="-128"/>
                <a:ea typeface="BIZ UDPゴシック" panose="020B0400000000000000" pitchFamily="50" charset="-128"/>
              </a:rPr>
              <a:t>の</a:t>
            </a:r>
            <a:r>
              <a:rPr kumimoji="1" lang="en-US" altLang="ja-JP" sz="2400" kern="0">
                <a:latin typeface="BIZ UDPゴシック" panose="020B0400000000000000" pitchFamily="50" charset="-128"/>
                <a:ea typeface="BIZ UDPゴシック" panose="020B0400000000000000" pitchFamily="50" charset="-128"/>
              </a:rPr>
              <a:t>section</a:t>
            </a:r>
            <a:r>
              <a:rPr kumimoji="1" lang="ja-JP" altLang="en-US" sz="2400" kern="0">
                <a:latin typeface="BIZ UDPゴシック" panose="020B0400000000000000" pitchFamily="50" charset="-128"/>
                <a:ea typeface="BIZ UDPゴシック" panose="020B0400000000000000" pitchFamily="50" charset="-128"/>
              </a:rPr>
              <a:t>番号になっています</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 name="直線矢印コネクタ 10">
            <a:extLst>
              <a:ext uri="{FF2B5EF4-FFF2-40B4-BE49-F238E27FC236}">
                <a16:creationId xmlns:a16="http://schemas.microsoft.com/office/drawing/2014/main" id="{5CE11AFA-E9D3-E248-6229-FA931CA17804}"/>
              </a:ext>
            </a:extLst>
          </p:cNvPr>
          <p:cNvCxnSpPr>
            <a:cxnSpLocks/>
          </p:cNvCxnSpPr>
          <p:nvPr/>
        </p:nvCxnSpPr>
        <p:spPr bwMode="auto">
          <a:xfrm flipH="1" flipV="1">
            <a:off x="1631504" y="856967"/>
            <a:ext cx="1440160" cy="74908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701F6983-5A2F-0C4C-6860-8A567C543F4E}"/>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chapter_marker_numbering_sample.pptx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6732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D01B3-6F40-0995-586A-5E53D45F5A2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610219B-542B-420C-E99B-7BEB1772A551}"/>
              </a:ext>
            </a:extLst>
          </p:cNvPr>
          <p:cNvSpPr>
            <a:spLocks noGrp="1"/>
          </p:cNvSpPr>
          <p:nvPr>
            <p:ph type="title"/>
          </p:nvPr>
        </p:nvSpPr>
        <p:spPr/>
        <p:txBody>
          <a:bodyPr/>
          <a:lstStyle/>
          <a:p>
            <a:r>
              <a:rPr lang="en-US" altLang="ja-JP"/>
              <a:t>2.2) section 2</a:t>
            </a:r>
            <a:endParaRPr kumimoji="1" lang="ja-JP" altLang="en-US"/>
          </a:p>
        </p:txBody>
      </p:sp>
      <p:sp>
        <p:nvSpPr>
          <p:cNvPr id="3" name="フッター プレースホルダー 2">
            <a:extLst>
              <a:ext uri="{FF2B5EF4-FFF2-40B4-BE49-F238E27FC236}">
                <a16:creationId xmlns:a16="http://schemas.microsoft.com/office/drawing/2014/main" id="{AF4134F7-B944-B62B-EA5C-9BCAE956C43B}"/>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04D0F4B4-E4B5-6A4F-1A1C-FEDDE5047C4B}"/>
              </a:ext>
            </a:extLst>
          </p:cNvPr>
          <p:cNvSpPr txBox="1"/>
          <p:nvPr/>
        </p:nvSpPr>
        <p:spPr bwMode="auto">
          <a:xfrm>
            <a:off x="916919" y="3048152"/>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section </a:t>
            </a:r>
            <a:r>
              <a:rPr lang="ja-JP" altLang="en-US" sz="2400" kern="0">
                <a:latin typeface="BIZ UDPゴシック" panose="020B0400000000000000" pitchFamily="50" charset="-128"/>
                <a:ea typeface="BIZ UDPゴシック" panose="020B0400000000000000" pitchFamily="50" charset="-128"/>
              </a:rPr>
              <a:t>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654383F4-F772-F13C-6522-2D55F934D84C}"/>
              </a:ext>
            </a:extLst>
          </p:cNvPr>
          <p:cNvSpPr txBox="1"/>
          <p:nvPr/>
        </p:nvSpPr>
        <p:spPr bwMode="auto">
          <a:xfrm>
            <a:off x="2999655" y="1649266"/>
            <a:ext cx="77327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2400" kern="0">
                <a:latin typeface="BIZ UDPゴシック" panose="020B0400000000000000" pitchFamily="50" charset="-128"/>
                <a:ea typeface="BIZ UDPゴシック" panose="020B0400000000000000" pitchFamily="50" charset="-128"/>
              </a:rPr>
              <a:t>新</a:t>
            </a:r>
            <a:r>
              <a:rPr kumimoji="1" lang="en-US" altLang="ja-JP" sz="2400" kern="0">
                <a:latin typeface="BIZ UDPゴシック" panose="020B0400000000000000" pitchFamily="50" charset="-128"/>
                <a:ea typeface="BIZ UDPゴシック" panose="020B0400000000000000" pitchFamily="50" charset="-128"/>
              </a:rPr>
              <a:t>Chapter</a:t>
            </a:r>
            <a:r>
              <a:rPr kumimoji="1" lang="ja-JP" altLang="en-US" sz="2400" kern="0">
                <a:latin typeface="BIZ UDPゴシック" panose="020B0400000000000000" pitchFamily="50" charset="-128"/>
                <a:ea typeface="BIZ UDPゴシック" panose="020B0400000000000000" pitchFamily="50" charset="-128"/>
              </a:rPr>
              <a:t>の</a:t>
            </a:r>
            <a:r>
              <a:rPr kumimoji="1" lang="en-US" altLang="ja-JP" sz="2400" kern="0">
                <a:latin typeface="BIZ UDPゴシック" panose="020B0400000000000000" pitchFamily="50" charset="-128"/>
                <a:ea typeface="BIZ UDPゴシック" panose="020B0400000000000000" pitchFamily="50" charset="-128"/>
              </a:rPr>
              <a:t>section</a:t>
            </a:r>
            <a:r>
              <a:rPr kumimoji="1" lang="ja-JP" altLang="en-US" sz="2400" kern="0">
                <a:latin typeface="BIZ UDPゴシック" panose="020B0400000000000000" pitchFamily="50" charset="-128"/>
                <a:ea typeface="BIZ UDPゴシック" panose="020B0400000000000000" pitchFamily="50" charset="-128"/>
              </a:rPr>
              <a:t>番号になっています</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 name="直線矢印コネクタ 10">
            <a:extLst>
              <a:ext uri="{FF2B5EF4-FFF2-40B4-BE49-F238E27FC236}">
                <a16:creationId xmlns:a16="http://schemas.microsoft.com/office/drawing/2014/main" id="{B2ACEFC6-85D9-E4E0-4223-907C89096E47}"/>
              </a:ext>
            </a:extLst>
          </p:cNvPr>
          <p:cNvCxnSpPr>
            <a:cxnSpLocks/>
          </p:cNvCxnSpPr>
          <p:nvPr/>
        </p:nvCxnSpPr>
        <p:spPr bwMode="auto">
          <a:xfrm flipH="1" flipV="1">
            <a:off x="1631504" y="856967"/>
            <a:ext cx="1440160" cy="74908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2A22C822-DDBB-2B4E-9274-5D1323B915DD}"/>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chapter_marker_numbering_sample.pptx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439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02803-B10E-0C55-D603-F2F9BF0FEB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04BF376-608B-0BD2-9634-09CACA5361BB}"/>
              </a:ext>
            </a:extLst>
          </p:cNvPr>
          <p:cNvSpPr>
            <a:spLocks noGrp="1"/>
          </p:cNvSpPr>
          <p:nvPr>
            <p:ph type="title"/>
          </p:nvPr>
        </p:nvSpPr>
        <p:spPr/>
        <p:txBody>
          <a:bodyPr/>
          <a:lstStyle/>
          <a:p>
            <a:r>
              <a:rPr lang="en-US" altLang="ja-JP"/>
              <a:t>2.1) section 1</a:t>
            </a:r>
            <a:endParaRPr kumimoji="1" lang="ja-JP" altLang="en-US"/>
          </a:p>
        </p:txBody>
      </p:sp>
      <p:sp>
        <p:nvSpPr>
          <p:cNvPr id="3" name="フッター プレースホルダー 2">
            <a:extLst>
              <a:ext uri="{FF2B5EF4-FFF2-40B4-BE49-F238E27FC236}">
                <a16:creationId xmlns:a16="http://schemas.microsoft.com/office/drawing/2014/main" id="{8240DE31-4EC8-20F1-5660-14E36E179C69}"/>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11DAB8F2-32EA-869F-49D0-CF545BCA92B5}"/>
              </a:ext>
            </a:extLst>
          </p:cNvPr>
          <p:cNvSpPr txBox="1"/>
          <p:nvPr/>
        </p:nvSpPr>
        <p:spPr bwMode="auto">
          <a:xfrm>
            <a:off x="916919" y="3171614"/>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section </a:t>
            </a:r>
            <a:r>
              <a:rPr lang="ja-JP" altLang="en-US" sz="2400" kern="0">
                <a:latin typeface="BIZ UDPゴシック" panose="020B0400000000000000" pitchFamily="50" charset="-128"/>
                <a:ea typeface="BIZ UDPゴシック" panose="020B0400000000000000" pitchFamily="50" charset="-128"/>
              </a:rPr>
              <a:t>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725BFCF4-427F-2ACB-5D24-6E36143ACBE3}"/>
              </a:ext>
            </a:extLst>
          </p:cNvPr>
          <p:cNvSpPr txBox="1"/>
          <p:nvPr/>
        </p:nvSpPr>
        <p:spPr bwMode="auto">
          <a:xfrm>
            <a:off x="3575720" y="1649266"/>
            <a:ext cx="715664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2400" kern="0">
                <a:latin typeface="BIZ UDPゴシック" panose="020B0400000000000000" pitchFamily="50" charset="-128"/>
                <a:ea typeface="BIZ UDPゴシック" panose="020B0400000000000000" pitchFamily="50" charset="-128"/>
              </a:rPr>
              <a:t>section</a:t>
            </a:r>
            <a:r>
              <a:rPr kumimoji="1" lang="ja-JP" altLang="en-US" sz="2400" kern="0">
                <a:latin typeface="BIZ UDPゴシック" panose="020B0400000000000000" pitchFamily="50" charset="-128"/>
                <a:ea typeface="BIZ UDPゴシック" panose="020B0400000000000000" pitchFamily="50" charset="-128"/>
              </a:rPr>
              <a:t>マーカーがあると、節番号がリセットされます</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 name="直線矢印コネクタ 10">
            <a:extLst>
              <a:ext uri="{FF2B5EF4-FFF2-40B4-BE49-F238E27FC236}">
                <a16:creationId xmlns:a16="http://schemas.microsoft.com/office/drawing/2014/main" id="{5CE11AFA-E9D3-E248-6229-FA931CA17804}"/>
              </a:ext>
            </a:extLst>
          </p:cNvPr>
          <p:cNvCxnSpPr>
            <a:cxnSpLocks/>
          </p:cNvCxnSpPr>
          <p:nvPr/>
        </p:nvCxnSpPr>
        <p:spPr bwMode="auto">
          <a:xfrm flipH="1" flipV="1">
            <a:off x="1271464" y="856068"/>
            <a:ext cx="2448272" cy="848772"/>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701F6983-5A2F-0C4C-6860-8A567C543F4E}"/>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chapter_marker_numbering_sample.pptx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F1A95F63-8559-DEA3-B9B8-35EFE5FF29DE}"/>
              </a:ext>
            </a:extLst>
          </p:cNvPr>
          <p:cNvSpPr txBox="1"/>
          <p:nvPr/>
        </p:nvSpPr>
        <p:spPr bwMode="auto">
          <a:xfrm>
            <a:off x="916919" y="1649267"/>
            <a:ext cx="237076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p:txBody>
      </p:sp>
    </p:spTree>
    <p:extLst>
      <p:ext uri="{BB962C8B-B14F-4D97-AF65-F5344CB8AC3E}">
        <p14:creationId xmlns:p14="http://schemas.microsoft.com/office/powerpoint/2010/main" val="645685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DEEFC-EFD6-4CF4-20D4-F4E929EC81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FA1349E-1B93-F861-05B1-B4B3AFC6284B}"/>
              </a:ext>
            </a:extLst>
          </p:cNvPr>
          <p:cNvSpPr>
            <a:spLocks noGrp="1"/>
          </p:cNvSpPr>
          <p:nvPr>
            <p:ph type="title"/>
          </p:nvPr>
        </p:nvSpPr>
        <p:spPr/>
        <p:txBody>
          <a:bodyPr/>
          <a:lstStyle/>
          <a:p>
            <a:r>
              <a:rPr lang="en-US" altLang="ja-JP"/>
              <a:t>2.2) section 2</a:t>
            </a:r>
            <a:endParaRPr kumimoji="1" lang="ja-JP" altLang="en-US"/>
          </a:p>
        </p:txBody>
      </p:sp>
      <p:sp>
        <p:nvSpPr>
          <p:cNvPr id="3" name="フッター プレースホルダー 2">
            <a:extLst>
              <a:ext uri="{FF2B5EF4-FFF2-40B4-BE49-F238E27FC236}">
                <a16:creationId xmlns:a16="http://schemas.microsoft.com/office/drawing/2014/main" id="{39168F23-1F8A-7DFC-3BD1-2EDFC92EC6BC}"/>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テキスト ボックス 4">
            <a:extLst>
              <a:ext uri="{FF2B5EF4-FFF2-40B4-BE49-F238E27FC236}">
                <a16:creationId xmlns:a16="http://schemas.microsoft.com/office/drawing/2014/main" id="{438E7473-6E5D-B3D7-DC8F-E28A44150CC8}"/>
              </a:ext>
            </a:extLst>
          </p:cNvPr>
          <p:cNvSpPr txBox="1"/>
          <p:nvPr/>
        </p:nvSpPr>
        <p:spPr bwMode="auto">
          <a:xfrm>
            <a:off x="916919" y="3171614"/>
            <a:ext cx="9793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2400" kern="0">
                <a:latin typeface="BIZ UDPゴシック" panose="020B0400000000000000" pitchFamily="50" charset="-128"/>
                <a:ea typeface="BIZ UDPゴシック" panose="020B0400000000000000" pitchFamily="50" charset="-128"/>
              </a:rPr>
              <a:t>section </a:t>
            </a:r>
            <a:r>
              <a:rPr lang="ja-JP" altLang="en-US" sz="2400" kern="0">
                <a:latin typeface="BIZ UDPゴシック" panose="020B0400000000000000" pitchFamily="50" charset="-128"/>
                <a:ea typeface="BIZ UDPゴシック" panose="020B0400000000000000" pitchFamily="50" charset="-128"/>
              </a:rPr>
              <a:t>コンテンツ</a:t>
            </a:r>
            <a:endParaRPr kumimoji="1" lang="en-US" altLang="ja-JP" sz="24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15C1B6EF-0BB3-5AC5-C013-F6AD9DE0605A}"/>
              </a:ext>
            </a:extLst>
          </p:cNvPr>
          <p:cNvSpPr txBox="1"/>
          <p:nvPr/>
        </p:nvSpPr>
        <p:spPr bwMode="auto">
          <a:xfrm>
            <a:off x="3575720" y="1649266"/>
            <a:ext cx="715664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2400" kern="0">
                <a:latin typeface="BIZ UDPゴシック" panose="020B0400000000000000" pitchFamily="50" charset="-128"/>
                <a:ea typeface="BIZ UDPゴシック" panose="020B0400000000000000" pitchFamily="50" charset="-128"/>
              </a:rPr>
              <a:t>リセット後の節番号をもとに継続されます</a:t>
            </a:r>
            <a:endParaRPr kumimoji="1" lang="en-US" altLang="ja-JP" sz="2400" kern="0">
              <a:latin typeface="BIZ UDPゴシック" panose="020B0400000000000000" pitchFamily="50" charset="-128"/>
              <a:ea typeface="BIZ UDPゴシック" panose="020B0400000000000000" pitchFamily="50" charset="-128"/>
            </a:endParaRPr>
          </a:p>
        </p:txBody>
      </p:sp>
      <p:cxnSp>
        <p:nvCxnSpPr>
          <p:cNvPr id="11" name="直線矢印コネクタ 10">
            <a:extLst>
              <a:ext uri="{FF2B5EF4-FFF2-40B4-BE49-F238E27FC236}">
                <a16:creationId xmlns:a16="http://schemas.microsoft.com/office/drawing/2014/main" id="{50B1FF03-AC94-8B1B-4FC8-0EC8FC65C137}"/>
              </a:ext>
            </a:extLst>
          </p:cNvPr>
          <p:cNvCxnSpPr>
            <a:cxnSpLocks/>
          </p:cNvCxnSpPr>
          <p:nvPr/>
        </p:nvCxnSpPr>
        <p:spPr bwMode="auto">
          <a:xfrm flipH="1" flipV="1">
            <a:off x="1271464" y="856068"/>
            <a:ext cx="2448272" cy="848772"/>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2" name="正方形/長方形 11">
            <a:extLst>
              <a:ext uri="{FF2B5EF4-FFF2-40B4-BE49-F238E27FC236}">
                <a16:creationId xmlns:a16="http://schemas.microsoft.com/office/drawing/2014/main" id="{595345E8-96E4-CEF2-DE69-DA63214AC24E}"/>
              </a:ext>
            </a:extLst>
          </p:cNvPr>
          <p:cNvSpPr/>
          <p:nvPr/>
        </p:nvSpPr>
        <p:spPr bwMode="auto">
          <a:xfrm>
            <a:off x="8193680" y="195005"/>
            <a:ext cx="3672408" cy="499264"/>
          </a:xfrm>
          <a:prstGeom prst="rect">
            <a:avLst/>
          </a:prstGeom>
          <a:solidFill>
            <a:srgbClr val="99FFCC"/>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chapter_marker_numbering_sample.pptx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7867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29871</TotalTime>
  <Words>1988</Words>
  <Application>Microsoft Office PowerPoint</Application>
  <PresentationFormat>ワイド画面</PresentationFormat>
  <Paragraphs>389</Paragraphs>
  <Slides>14</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14</vt:i4>
      </vt:variant>
    </vt:vector>
  </HeadingPairs>
  <TitlesOfParts>
    <vt:vector size="20" baseType="lpstr">
      <vt:lpstr>BIZ UDPゴシック</vt:lpstr>
      <vt:lpstr>FOT-UD丸ゴ_ラージ Pr6 M</vt:lpstr>
      <vt:lpstr>Arial</vt:lpstr>
      <vt:lpstr>Garamond</vt:lpstr>
      <vt:lpstr>Wingdings</vt:lpstr>
      <vt:lpstr>Edge</vt:lpstr>
      <vt:lpstr>chapter_marker によるナンバリング</vt:lpstr>
      <vt:lpstr>#CHAPT# マーカーの埋め込み</vt:lpstr>
      <vt:lpstr>1ファイル中の複数 #CHAPT# も可能</vt:lpstr>
      <vt:lpstr>#SECTION# マーカーは節番号をリセット</vt:lpstr>
      <vt:lpstr>結合指示書サンプル</vt:lpstr>
      <vt:lpstr>章節番号制御・文字列置換を抑制する</vt:lpstr>
      <vt:lpstr>Chapter A</vt:lpstr>
      <vt:lpstr>section 1</vt:lpstr>
      <vt:lpstr>section 2</vt:lpstr>
      <vt:lpstr>Chapter B</vt:lpstr>
      <vt:lpstr>section 1</vt:lpstr>
      <vt:lpstr>section 2</vt:lpstr>
      <vt:lpstr>section 1</vt:lpstr>
      <vt:lpstr>section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4099</cp:revision>
  <dcterms:modified xsi:type="dcterms:W3CDTF">2026-06-06T13:11:10Z</dcterms:modified>
</cp:coreProperties>
</file>