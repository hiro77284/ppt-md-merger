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1"/>
  </p:sldMasterIdLst>
  <p:notesMasterIdLst>
    <p:notesMasterId r:id="rId8"/>
  </p:notesMasterIdLst>
  <p:sldIdLst>
    <p:sldId id="1788" r:id="rId2"/>
    <p:sldId id="1785" r:id="rId3"/>
    <p:sldId id="1789" r:id="rId4"/>
    <p:sldId id="1786" r:id="rId5"/>
    <p:sldId id="1782" r:id="rId6"/>
    <p:sldId id="1790" r:id="rId7"/>
  </p:sldIdLst>
  <p:sldSz cx="12192000" cy="6858000"/>
  <p:notesSz cx="6858000" cy="9144000"/>
  <p:defaultTextStyle>
    <a:defPPr>
      <a:defRPr lang="en-US"/>
    </a:defPPr>
    <a:lvl1pPr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FF"/>
    <a:srgbClr val="CCECFF"/>
    <a:srgbClr val="99FFCC"/>
    <a:srgbClr val="FFFF00"/>
    <a:srgbClr val="FF6347"/>
    <a:srgbClr val="FF9933"/>
    <a:srgbClr val="CC66FF"/>
    <a:srgbClr val="E34234"/>
    <a:srgbClr val="292929"/>
    <a:srgbClr val="FF7F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94" autoAdjust="0"/>
    <p:restoredTop sz="69367" autoAdjust="0"/>
  </p:normalViewPr>
  <p:slideViewPr>
    <p:cSldViewPr>
      <p:cViewPr varScale="1">
        <p:scale>
          <a:sx n="97" d="100"/>
          <a:sy n="97" d="100"/>
        </p:scale>
        <p:origin x="174" y="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9404"/>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4670BC-B8C6-44A7-84E1-23632D8FD86F}" type="datetimeFigureOut">
              <a:rPr kumimoji="1" lang="ja-JP" altLang="en-US" smtClean="0"/>
              <a:t>2026/5/24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10FDB7-3E02-4363-90B3-590B3C26A88D}" type="slidenum">
              <a:rPr kumimoji="1" lang="ja-JP" altLang="en-US" smtClean="0"/>
              <a:t>‹#›</a:t>
            </a:fld>
            <a:endParaRPr kumimoji="1" lang="ja-JP" altLang="en-US"/>
          </a:p>
        </p:txBody>
      </p:sp>
    </p:spTree>
    <p:extLst>
      <p:ext uri="{BB962C8B-B14F-4D97-AF65-F5344CB8AC3E}">
        <p14:creationId xmlns:p14="http://schemas.microsoft.com/office/powerpoint/2010/main" val="3067353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1pPr>
    <a:lvl2pPr marL="4572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2pPr>
    <a:lvl3pPr marL="9144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3pPr>
    <a:lvl4pPr marL="13716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4pPr>
    <a:lvl5pPr marL="18288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NOTE_CONTENT_FORMAT: 1.0</a:t>
            </a:r>
          </a:p>
          <a:p/>
          <a:p>
            <a:r>
              <a:t>===BLOCK===</a:t>
            </a:r>
          </a:p>
          <a:p>
            <a:r>
              <a:t>{{BLOCK:IMAGE}}</a:t>
            </a:r>
          </a:p>
          <a:p/>
          <a:p>
            <a:r>
              <a:t>export-image-mode: slide_with_rectpct</a:t>
            </a:r>
          </a:p>
          <a:p>
            <a:r>
              <a:t>export-image-target: exportrange</a:t>
            </a:r>
          </a:p>
          <a:p>
            <a:r>
              <a:t>export-image: extracted/figures/&lt;__BASEFILENAME__&gt;_slide&lt;__SLIDENUM__&gt;_fig.png</a:t>
            </a:r>
          </a:p>
          <a:p/>
          <a:p>
            <a:r>
              <a:t>===BLOCK===</a:t>
            </a:r>
          </a:p>
          <a:p>
            <a:r>
              <a:t>{{BLOCK:IMAGE}}</a:t>
            </a:r>
          </a:p>
          <a:p/>
          <a:p>
            <a:r>
              <a:t>export-image-mode: slide_with_rectpct</a:t>
            </a:r>
          </a:p>
          <a:p>
            <a:r>
              <a:t>export-image-target: keyvisual</a:t>
            </a:r>
          </a:p>
          <a:p>
            <a:r>
              <a:t>export-image: extracted/figures/&lt;__BASEFILENAME__&gt;_keyvisual.png</a:t>
            </a:r>
          </a:p>
          <a:p/>
          <a:p>
            <a:r>
              <a:t>===BLOCK===</a:t>
            </a:r>
          </a:p>
          <a:p>
            <a:r>
              <a:t>{{BLOCK:MD:LONG}}</a:t>
            </a:r>
          </a:p>
          <a:p/>
          <a:p>
            <a:r>
              <a:t>export-note: extracted/&lt;__BASEFILENAME__&gt;_slide&lt;__SLIDENUM__&gt;_md.md</a:t>
            </a:r>
          </a:p>
          <a:p>
            <a:r>
              <a:t>{{#id:section:&lt;__BASEFILENAME__&gt;:slide&lt;__SLIDENUM__&gt;}}</a:t>
            </a:r>
          </a:p>
          <a:p>
            <a:r>
              <a:t>## &lt;__TITLE__&gt;</a:t>
            </a:r>
          </a:p>
          <a:p/>
          <a:p>
            <a:r>
              <a:t>chapt_section ナンバリングにおいて、operation: chapter ではなく、スライド上の特殊文字列でカウントを行う方法があります。</a:t>
            </a:r>
          </a:p>
          <a:p/>
          <a:p>
            <a:r>
              <a:t>スライド上のどこかにマーカー文字列 #CHAPT# を描いておくと、そのスライドを Chapter cover （章の表紙、章とびら）として扱うものです。</a:t>
            </a:r>
          </a:p>
          <a:p/>
          <a:p>
            <a:r>
              <a:t>一般のスライドは "1.2) ・・・" のように　章・節番号　でナンバリングしますが、Chapter cover ページは章番号(Chapter番号)だけでナンバリングします。</a:t>
            </a:r>
          </a:p>
          <a:p/>
          <a:p>
            <a:r>
              <a:t>処理のイメージは下記の通りです。</a:t>
            </a:r>
          </a:p>
          <a:p/>
          <a:p>
            <a:r>
              <a:t>::: {.center}</a:t>
            </a:r>
          </a:p>
          <a:p/>
          <a:p>
            <a:r>
              <a:t>![](figures/&lt;__BASEFILENAME__&gt;_slide&lt;__SLIDENUM__&gt;_fig.png){ width=95% }</a:t>
            </a:r>
          </a:p>
          <a:p/>
          <a:p>
            <a:r>
              <a:t>![](figures/&lt;__BASEFILENAME__&gt;_keyvisual.png){ width=85% }</a:t>
            </a:r>
          </a:p>
          <a:p/>
          <a:p>
            <a:r>
              <a:t>:::</a:t>
            </a:r>
          </a:p>
          <a:p/>
          <a:p/>
        </p:txBody>
      </p:sp>
      <p:sp>
        <p:nvSpPr>
          <p:cNvPr id="4" name="スライド番号プレースホルダー 3"/>
          <p:cNvSpPr>
            <a:spLocks noGrp="1"/>
          </p:cNvSpPr>
          <p:nvPr>
            <p:ph type="sldNum" sz="quarter" idx="5"/>
          </p:nvPr>
        </p:nvSpPr>
        <p:spPr/>
        <p:txBody>
          <a:bodyPr/>
          <a:lstStyle/>
          <a:p>
            <a:fld id="{BA10FDB7-3E02-4363-90B3-590B3C26A88D}" type="slidenum">
              <a:rPr kumimoji="1" lang="ja-JP" altLang="en-US" smtClean="0"/>
              <a:t>0</a:t>
            </a:fld>
            <a:endParaRPr kumimoji="1" lang="ja-JP" altLang="en-US"/>
          </a:p>
        </p:txBody>
      </p:sp>
    </p:spTree>
    <p:extLst>
      <p:ext uri="{BB962C8B-B14F-4D97-AF65-F5344CB8AC3E}">
        <p14:creationId xmlns:p14="http://schemas.microsoft.com/office/powerpoint/2010/main" val="2839612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p>
            <a:r>
              <a:t>===BLOCK===</a:t>
            </a:r>
          </a:p>
          <a:p>
            <a:r>
              <a:t>{{BLOCK:IMAGE}}</a:t>
            </a:r>
          </a:p>
          <a:p/>
          <a:p>
            <a:r>
              <a:t>export-image-mode: slide_with_rectpct</a:t>
            </a:r>
          </a:p>
          <a:p>
            <a:r>
              <a:t>export-image-target: exportrange</a:t>
            </a:r>
          </a:p>
          <a:p>
            <a:r>
              <a:t>export-image: extracted/figures/&lt;__BASEFILENAME__&gt;_slide&lt;__SLIDENUM__&gt;_fig.png</a:t>
            </a:r>
          </a:p>
          <a:p/>
          <a:p>
            <a:r>
              <a:t>===BLOCK===</a:t>
            </a:r>
          </a:p>
          <a:p>
            <a:r>
              <a:t>{{BLOCK:MD:LONG}}</a:t>
            </a:r>
          </a:p>
          <a:p/>
          <a:p>
            <a:r>
              <a:t>export-note: extracted/&lt;__BASEFILENAME__&gt;_slide&lt;__SLIDENUM__&gt;_md.md</a:t>
            </a:r>
          </a:p>
          <a:p>
            <a:r>
              <a:t>{{#id:section:&lt;__BASEFILENAME__&gt;:slide&lt;__SLIDENUM__&gt;}}</a:t>
            </a:r>
          </a:p>
          <a:p>
            <a:r>
              <a:t>## &lt;__TITLE__&gt;</a:t>
            </a:r>
          </a:p>
          <a:p/>
          <a:p>
            <a:r>
              <a:t>マーカー式ナンバリングで使うマーカー文字列 #CHAPT# はスライド上のどこに置いてもかまいません。マージ処理の過程で消去されるので、目立つ大きさや色でもかまいません。ただし、画像ではダメで、テキストシェイプを使ってください。</a:t>
            </a:r>
          </a:p>
          <a:p/>
          <a:p>
            <a:r>
              <a:t>#CHAPT# マーカーのあるスライドはそのChapterの先頭ですから、Chapter 全体の内容予告や概要説明を行うChapter cover を入れたいときに使うとよいでしょう。</a:t>
            </a:r>
          </a:p>
          <a:p/>
          <a:p>
            <a:r>
              <a:t>処理のイメージは下記の通りです。</a:t>
            </a:r>
          </a:p>
          <a:p/>
          <a:p>
            <a:r>
              <a:t>::: {.center}</a:t>
            </a:r>
          </a:p>
          <a:p/>
          <a:p>
            <a:r>
              <a:t>![](figures/&lt;__BASEFILENAME__&gt;_slide&lt;__SLIDENUM__&gt;_fig.png){ width=95% }</a:t>
            </a:r>
          </a:p>
          <a:p/>
          <a:p>
            <a:r>
              <a:t>:::</a:t>
            </a:r>
          </a:p>
          <a:p/>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1</a:t>
            </a:fld>
            <a:endParaRPr kumimoji="1" lang="ja-JP" altLang="en-US"/>
          </a:p>
        </p:txBody>
      </p:sp>
    </p:spTree>
    <p:extLst>
      <p:ext uri="{BB962C8B-B14F-4D97-AF65-F5344CB8AC3E}">
        <p14:creationId xmlns:p14="http://schemas.microsoft.com/office/powerpoint/2010/main" val="10579334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p>
            <a:r>
              <a:t>===BLOCK===</a:t>
            </a:r>
          </a:p>
          <a:p>
            <a:r>
              <a:t>{{BLOCK:IMAGE}}</a:t>
            </a:r>
          </a:p>
          <a:p/>
          <a:p>
            <a:r>
              <a:t>export-image-mode: slide_with_rectpct</a:t>
            </a:r>
          </a:p>
          <a:p>
            <a:r>
              <a:t>export-image-target: exportrange</a:t>
            </a:r>
          </a:p>
          <a:p>
            <a:r>
              <a:t>export-image: extracted/figures/&lt;__BASEFILENAME__&gt;_slide&lt;__SLIDENUM__&gt;_fig.png</a:t>
            </a:r>
          </a:p>
          <a:p/>
          <a:p>
            <a:r>
              <a:t>===BLOCK===</a:t>
            </a:r>
          </a:p>
          <a:p>
            <a:r>
              <a:t>{{BLOCK:MD:LONG}}</a:t>
            </a:r>
          </a:p>
          <a:p/>
          <a:p>
            <a:r>
              <a:t>export-note: extracted/&lt;__BASEFILENAME__&gt;_slide&lt;__SLIDENUM__&gt;_md.md</a:t>
            </a:r>
          </a:p>
          <a:p>
            <a:r>
              <a:t>{{#id:section:&lt;__BASEFILENAME__&gt;:slide&lt;__SLIDENUM__&gt;}}</a:t>
            </a:r>
          </a:p>
          <a:p>
            <a:r>
              <a:t>## &lt;__TITLE__&gt;</a:t>
            </a:r>
          </a:p>
          <a:p/>
          <a:p>
            <a:r>
              <a:t>ひとつのファイルの中に複数の #CHAPT# を入れてもかまいません。1ファイル中に複数の Chapter を含むような大きな文書部品もこの方法でナンバリングできます。</a:t>
            </a:r>
          </a:p>
          <a:p/>
          <a:p>
            <a:r>
              <a:t>::: {.center}</a:t>
            </a:r>
          </a:p>
          <a:p/>
          <a:p>
            <a:r>
              <a:t>![](figures/&lt;__BASEFILENAME__&gt;_slide&lt;__SLIDENUM__&gt;_fig.png){ width=95% }</a:t>
            </a:r>
          </a:p>
          <a:p/>
          <a:p>
            <a:r>
              <a:t>:::</a:t>
            </a:r>
          </a:p>
          <a:p/>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2</a:t>
            </a:fld>
            <a:endParaRPr kumimoji="1" lang="ja-JP" altLang="en-US"/>
          </a:p>
        </p:txBody>
      </p:sp>
    </p:spTree>
    <p:extLst>
      <p:ext uri="{BB962C8B-B14F-4D97-AF65-F5344CB8AC3E}">
        <p14:creationId xmlns:p14="http://schemas.microsoft.com/office/powerpoint/2010/main" val="38853588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p>
            <a:r>
              <a:t>===BLOCK===</a:t>
            </a:r>
          </a:p>
          <a:p>
            <a:r>
              <a:t>{{BLOCK:IMAGE}}</a:t>
            </a:r>
          </a:p>
          <a:p/>
          <a:p>
            <a:r>
              <a:t>export-image-mode: slide_with_rectpct</a:t>
            </a:r>
          </a:p>
          <a:p>
            <a:r>
              <a:t>export-image-target: exportrange</a:t>
            </a:r>
          </a:p>
          <a:p>
            <a:r>
              <a:t>export-image: extracted/figures/&lt;__BASEFILENAME__&gt;_slide&lt;__SLIDENUM__&gt;_fig.png</a:t>
            </a:r>
          </a:p>
          <a:p/>
          <a:p>
            <a:r>
              <a:t>===BLOCK===</a:t>
            </a:r>
          </a:p>
          <a:p>
            <a:r>
              <a:t>{{BLOCK:MD:LONG}}</a:t>
            </a:r>
          </a:p>
          <a:p/>
          <a:p>
            <a:r>
              <a:t>export-note: extracted/&lt;__BASEFILENAME__&gt;_slide&lt;__SLIDENUM__&gt;_md.md</a:t>
            </a:r>
          </a:p>
          <a:p>
            <a:r>
              <a:t>{{#id:section:&lt;__BASEFILENAME__&gt;:slide&lt;__SLIDENUM__&gt;}}</a:t>
            </a:r>
          </a:p>
          <a:p>
            <a:r>
              <a:t>## &lt;__TITLE__&gt;</a:t>
            </a:r>
          </a:p>
          <a:p/>
          <a:p>
            <a:r>
              <a:t>#SECTION# マーカーは節番号をリセットします。</a:t>
            </a:r>
          </a:p>
          <a:p>
            <a:r>
              <a:t>あまり使わないと思いますが、たとえば章・節番号が同じで微妙に内容の違うスライドを出したい時には使えるかもしれません。</a:t>
            </a:r>
          </a:p>
          <a:p>
            <a:r>
              <a:t>（ただしその場合は operation: chapter や section で章・節番号をセットするほうが扱いやすいと思いますが）</a:t>
            </a:r>
          </a:p>
          <a:p/>
          <a:p/>
          <a:p>
            <a:r>
              <a:t>::: {.center}</a:t>
            </a:r>
          </a:p>
          <a:p/>
          <a:p>
            <a:r>
              <a:t>![](figures/&lt;__BASEFILENAME__&gt;_slide&lt;__SLIDENUM__&gt;_fig.png){ width=95% }</a:t>
            </a:r>
          </a:p>
          <a:p/>
          <a:p>
            <a:r>
              <a:t>:::</a:t>
            </a:r>
          </a:p>
          <a:p/>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3</a:t>
            </a:fld>
            <a:endParaRPr kumimoji="1" lang="ja-JP" altLang="en-US"/>
          </a:p>
        </p:txBody>
      </p:sp>
    </p:spTree>
    <p:extLst>
      <p:ext uri="{BB962C8B-B14F-4D97-AF65-F5344CB8AC3E}">
        <p14:creationId xmlns:p14="http://schemas.microsoft.com/office/powerpoint/2010/main" val="19044530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p>
            <a:r>
              <a:t>===BLOCK===</a:t>
            </a:r>
          </a:p>
          <a:p>
            <a:r>
              <a:t>{{BLOCK:IMAGE}}</a:t>
            </a:r>
          </a:p>
          <a:p/>
          <a:p>
            <a:r>
              <a:t>export-image-mode: slide_with_rectpct</a:t>
            </a:r>
          </a:p>
          <a:p>
            <a:r>
              <a:t>export-image-target: exportrange</a:t>
            </a:r>
          </a:p>
          <a:p>
            <a:r>
              <a:t>export-image: extracted/figures/&lt;__BASEFILENAME__&gt;_slide&lt;__SLIDENUM__&gt;_fig.png</a:t>
            </a:r>
          </a:p>
          <a:p/>
          <a:p>
            <a:r>
              <a:t>===BLOCK===</a:t>
            </a:r>
          </a:p>
          <a:p>
            <a:r>
              <a:t>{{BLOCK:MD:LONG}}</a:t>
            </a:r>
          </a:p>
          <a:p/>
          <a:p>
            <a:r>
              <a:t>export-note: extracted/&lt;__BASEFILENAME__&gt;_slide&lt;__SLIDENUM__&gt;_md.md</a:t>
            </a:r>
          </a:p>
          <a:p>
            <a:r>
              <a:t>{{#id:section:&lt;__BASEFILENAME__&gt;:slide&lt;__SLIDENUM__&gt;}}</a:t>
            </a:r>
          </a:p>
          <a:p>
            <a:r>
              <a:t>## &lt;__TITLE__&gt;</a:t>
            </a:r>
          </a:p>
          <a:p/>
          <a:p>
            <a:r>
              <a:t>マーカー方式で章・節ナンバリングをする結合指示書のサンプルです。</a:t>
            </a:r>
          </a:p>
          <a:p/>
          <a:p>
            <a:r>
              <a:t>pptxnumbering: chapt_section は変わりませんが、ナンバリングそのものはマーカーで行うため、procedureには chapter も section も現れません。</a:t>
            </a:r>
          </a:p>
          <a:p/>
          <a:p>
            <a:r>
              <a:t>なお、２つの結合ファイルのうち１つ目の chapter_marker_numbering_guide.pptx では章・節番号制御をすべて抑制しているので章・節番号がつきません。</a:t>
            </a:r>
          </a:p>
          <a:p/>
          <a:p>
            <a:r>
              <a:t>#CHAPT#, #SECTION# マーカーによる制御の実サンプルは、２つめの結合ファイルである chapter_marker_numbering_sample.pptx に該当する部分が結合後pptxの中でどうなっているかをご覧ください。</a:t>
            </a:r>
          </a:p>
          <a:p/>
          <a:p/>
          <a:p>
            <a:r>
              <a:t>::: {.center}</a:t>
            </a:r>
          </a:p>
          <a:p/>
          <a:p>
            <a:r>
              <a:t>![](figures/&lt;__BASEFILENAME__&gt;_slide&lt;__SLIDENUM__&gt;_fig.png){ width=95% }</a:t>
            </a:r>
          </a:p>
          <a:p/>
          <a:p>
            <a:r>
              <a:t>:::</a:t>
            </a:r>
          </a:p>
          <a:p/>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4</a:t>
            </a:fld>
            <a:endParaRPr kumimoji="1" lang="ja-JP" altLang="en-US"/>
          </a:p>
        </p:txBody>
      </p:sp>
    </p:spTree>
    <p:extLst>
      <p:ext uri="{BB962C8B-B14F-4D97-AF65-F5344CB8AC3E}">
        <p14:creationId xmlns:p14="http://schemas.microsoft.com/office/powerpoint/2010/main" val="19317753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p>
            <a:r>
              <a:t>===BLOCK===</a:t>
            </a:r>
          </a:p>
          <a:p>
            <a:r>
              <a:t>{{BLOCK:IMAGE}}</a:t>
            </a:r>
          </a:p>
          <a:p/>
          <a:p>
            <a:r>
              <a:t>export-image-mode: slide_with_rectpct</a:t>
            </a:r>
          </a:p>
          <a:p>
            <a:r>
              <a:t>export-image-target: exportrange</a:t>
            </a:r>
          </a:p>
          <a:p>
            <a:r>
              <a:t>export-image: extracted/figures/&lt;__BASEFILENAME__&gt;_slide&lt;__SLIDENUM__&gt;_fig.png</a:t>
            </a:r>
          </a:p>
          <a:p/>
          <a:p>
            <a:r>
              <a:t>===BLOCK===</a:t>
            </a:r>
          </a:p>
          <a:p>
            <a:r>
              <a:t>{{BLOCK:MD:LONG}}</a:t>
            </a:r>
          </a:p>
          <a:p/>
          <a:p>
            <a:r>
              <a:t>export-note: extracted/&lt;__BASEFILENAME__&gt;_slide&lt;__SLIDENUM__&gt;_md.md</a:t>
            </a:r>
          </a:p>
          <a:p>
            <a:r>
              <a:t>{{#id:section:&lt;__BASEFILENAME__&gt;:slide&lt;__SLIDENUM__&gt;}}</a:t>
            </a:r>
          </a:p>
          <a:p>
            <a:r>
              <a:t>## &lt;__TITLE__&gt;</a:t>
            </a:r>
          </a:p>
          <a:p/>
          <a:p>
            <a:r>
              <a:t>他にもいくつかのマーカーがあります。</a:t>
            </a:r>
          </a:p>
          <a:p/>
          <a:p>
            <a:r>
              <a:t>#NONUMBERING# マーカーがあるスライドでは、タイトルに章・節番号を付与しません</a:t>
            </a:r>
          </a:p>
          <a:p/>
          <a:p>
            <a:r>
              <a:t>#STAY# マーカーがあるスライドでは、　章・節番号のカウントを行いません</a:t>
            </a:r>
          </a:p>
          <a:p/>
          <a:p>
            <a:r>
              <a:t>#NOREPLACE# マーカーがあるスライドでは、文字列置換を行いません </a:t>
            </a:r>
          </a:p>
          <a:p>
            <a:r>
              <a:t>（#CHAPT#, #SECTION#、その他のマーカーがすべて残ります）</a:t>
            </a:r>
          </a:p>
          <a:p/>
          <a:p/>
          <a:p>
            <a:r>
              <a:t>::: {.center}</a:t>
            </a:r>
          </a:p>
          <a:p/>
          <a:p>
            <a:r>
              <a:t>![](figures/&lt;__BASEFILENAME__&gt;_slide&lt;__SLIDENUM__&gt;_fig.png){ width=95% }</a:t>
            </a:r>
          </a:p>
          <a:p/>
          <a:p>
            <a:r>
              <a:t>:::</a:t>
            </a:r>
          </a:p>
          <a:p/>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5</a:t>
            </a:fld>
            <a:endParaRPr kumimoji="1" lang="ja-JP" altLang="en-US"/>
          </a:p>
        </p:txBody>
      </p:sp>
    </p:spTree>
    <p:extLst>
      <p:ext uri="{BB962C8B-B14F-4D97-AF65-F5344CB8AC3E}">
        <p14:creationId xmlns:p14="http://schemas.microsoft.com/office/powerpoint/2010/main" val="474176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007436" y="1524000"/>
            <a:ext cx="10164233" cy="1752600"/>
          </a:xfrm>
        </p:spPr>
        <p:txBody>
          <a:bodyPr/>
          <a:lstStyle>
            <a:lvl1pPr>
              <a:defRPr sz="4200">
                <a:solidFill>
                  <a:schemeClr val="tx2"/>
                </a:solidFill>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endParaRPr lang="en-US" altLang="ja-JP" dirty="0"/>
          </a:p>
        </p:txBody>
      </p:sp>
      <p:sp>
        <p:nvSpPr>
          <p:cNvPr id="10243" name="Rectangle 3"/>
          <p:cNvSpPr>
            <a:spLocks noGrp="1" noChangeArrowheads="1"/>
          </p:cNvSpPr>
          <p:nvPr>
            <p:ph type="subTitle" idx="1"/>
          </p:nvPr>
        </p:nvSpPr>
        <p:spPr>
          <a:xfrm>
            <a:off x="3407834" y="3962400"/>
            <a:ext cx="7971367" cy="1752600"/>
          </a:xfrm>
          <a:prstGeom prst="rect">
            <a:avLst/>
          </a:prstGeom>
        </p:spPr>
        <p:txBody>
          <a:bodyPr/>
          <a:lstStyle>
            <a:lvl1pPr marL="0" indent="0">
              <a:buFont typeface="Wingdings" pitchFamily="2" charset="2"/>
              <a:buNone/>
              <a:defRPr sz="2800">
                <a:latin typeface="BIZ UDPゴシック" panose="020B0400000000000000" pitchFamily="50" charset="-128"/>
                <a:ea typeface="BIZ UDPゴシック" panose="020B0400000000000000" pitchFamily="50" charset="-128"/>
              </a:defRPr>
            </a:lvl1pPr>
          </a:lstStyle>
          <a:p>
            <a:r>
              <a:rPr lang="ja-JP" altLang="en-US" dirty="0"/>
              <a:t>マスター サブタイトルの書式設定</a:t>
            </a:r>
            <a:endParaRPr lang="en-US" altLang="ja-JP" dirty="0"/>
          </a:p>
        </p:txBody>
      </p:sp>
      <p:sp>
        <p:nvSpPr>
          <p:cNvPr id="4" name="四角形: 角を丸くする 3">
            <a:extLst>
              <a:ext uri="{FF2B5EF4-FFF2-40B4-BE49-F238E27FC236}">
                <a16:creationId xmlns:a16="http://schemas.microsoft.com/office/drawing/2014/main" id="{8254D289-857E-022B-E722-6C7257F338BE}"/>
              </a:ext>
            </a:extLst>
          </p:cNvPr>
          <p:cNvSpPr/>
          <p:nvPr userDrawn="1"/>
        </p:nvSpPr>
        <p:spPr bwMode="auto">
          <a:xfrm>
            <a:off x="3312000" y="3666171"/>
            <a:ext cx="8328616" cy="91135"/>
          </a:xfrm>
          <a:prstGeom prst="roundRect">
            <a:avLst>
              <a:gd name="adj" fmla="val 49227"/>
            </a:avLst>
          </a:prstGeom>
          <a:solidFill>
            <a:srgbClr val="339966"/>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20352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5" name="Rectangle 5"/>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2" name="タイトル 1"/>
          <p:cNvSpPr>
            <a:spLocks noGrp="1"/>
          </p:cNvSpPr>
          <p:nvPr>
            <p:ph type="title"/>
          </p:nvPr>
        </p:nvSpPr>
        <p:spPr>
          <a:xfrm>
            <a:off x="898656" y="260648"/>
            <a:ext cx="10957984" cy="648072"/>
          </a:xfrm>
        </p:spPr>
        <p:txBody>
          <a:bodyPr/>
          <a:lstStyle>
            <a:lvl1pPr>
              <a:defRPr sz="28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sp>
        <p:nvSpPr>
          <p:cNvPr id="3" name="コンテンツ プレースホルダ 2"/>
          <p:cNvSpPr>
            <a:spLocks noGrp="1"/>
          </p:cNvSpPr>
          <p:nvPr>
            <p:ph idx="1"/>
          </p:nvPr>
        </p:nvSpPr>
        <p:spPr>
          <a:xfrm>
            <a:off x="609600" y="980728"/>
            <a:ext cx="10972800" cy="5256584"/>
          </a:xfrm>
          <a:prstGeom prst="rect">
            <a:avLst/>
          </a:prstGeom>
        </p:spPr>
        <p:txBody>
          <a:bodyPr/>
          <a:lstStyle>
            <a:lvl1pPr marL="342900" indent="-342900">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1pPr>
            <a:lvl2pPr marL="669925" indent="-3254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2pPr>
            <a:lvl3pPr marL="1022350" indent="-3508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3pPr>
            <a:lvl4pPr marL="1339850" indent="-315913">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4pPr>
            <a:lvl5pPr marL="1681163" indent="-339725">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cxnSp>
        <p:nvCxnSpPr>
          <p:cNvPr id="7" name="直線コネクタ 6">
            <a:extLst>
              <a:ext uri="{FF2B5EF4-FFF2-40B4-BE49-F238E27FC236}">
                <a16:creationId xmlns:a16="http://schemas.microsoft.com/office/drawing/2014/main" id="{F7DC264F-9A8B-8BC9-4FFA-4238A27ED534}"/>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6BB55BAD-460C-3254-9DE7-B95DC62378A8}"/>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35756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VTWB">
    <p:spTree>
      <p:nvGrpSpPr>
        <p:cNvPr id="1" name=""/>
        <p:cNvGrpSpPr/>
        <p:nvPr/>
      </p:nvGrpSpPr>
      <p:grpSpPr>
        <a:xfrm>
          <a:off x="0" y="0"/>
          <a:ext cx="0" cy="0"/>
          <a:chOff x="0" y="0"/>
          <a:chExt cx="0" cy="0"/>
        </a:xfrm>
      </p:grpSpPr>
      <p:cxnSp>
        <p:nvCxnSpPr>
          <p:cNvPr id="7" name="直線コネクタ 6">
            <a:extLst>
              <a:ext uri="{FF2B5EF4-FFF2-40B4-BE49-F238E27FC236}">
                <a16:creationId xmlns:a16="http://schemas.microsoft.com/office/drawing/2014/main" id="{F7DC264F-9A8B-8BC9-4FFA-4238A27ED534}"/>
              </a:ext>
            </a:extLst>
          </p:cNvPr>
          <p:cNvCxnSpPr>
            <a:cxnSpLocks/>
          </p:cNvCxnSpPr>
          <p:nvPr/>
        </p:nvCxnSpPr>
        <p:spPr bwMode="auto">
          <a:xfrm>
            <a:off x="301057" y="833306"/>
            <a:ext cx="11616074"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4" name="タイトル 1">
            <a:extLst>
              <a:ext uri="{FF2B5EF4-FFF2-40B4-BE49-F238E27FC236}">
                <a16:creationId xmlns:a16="http://schemas.microsoft.com/office/drawing/2014/main" id="{5ED325D3-3CCE-5405-EA2A-09E70E70C4ED}"/>
              </a:ext>
            </a:extLst>
          </p:cNvPr>
          <p:cNvSpPr>
            <a:spLocks noGrp="1"/>
          </p:cNvSpPr>
          <p:nvPr>
            <p:ph type="title"/>
          </p:nvPr>
        </p:nvSpPr>
        <p:spPr>
          <a:xfrm>
            <a:off x="898656" y="260648"/>
            <a:ext cx="10957984" cy="501352"/>
          </a:xfrm>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a:t>マスター タイトルの書式設定</a:t>
            </a:r>
            <a:endParaRPr lang="ja-JP" altLang="en-US" dirty="0"/>
          </a:p>
        </p:txBody>
      </p:sp>
      <p:sp>
        <p:nvSpPr>
          <p:cNvPr id="3" name="Rectangle 5">
            <a:extLst>
              <a:ext uri="{FF2B5EF4-FFF2-40B4-BE49-F238E27FC236}">
                <a16:creationId xmlns:a16="http://schemas.microsoft.com/office/drawing/2014/main" id="{62F59FD7-9291-23C8-03A9-329B4C15CFF6}"/>
              </a:ext>
            </a:extLst>
          </p:cNvPr>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2191782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cxnSp>
        <p:nvCxnSpPr>
          <p:cNvPr id="5" name="直線コネクタ 4">
            <a:extLst>
              <a:ext uri="{FF2B5EF4-FFF2-40B4-BE49-F238E27FC236}">
                <a16:creationId xmlns:a16="http://schemas.microsoft.com/office/drawing/2014/main" id="{0DDA252F-B76B-2A98-8A15-68FEF4A206CF}"/>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7" name="Rectangle 5">
            <a:extLst>
              <a:ext uri="{FF2B5EF4-FFF2-40B4-BE49-F238E27FC236}">
                <a16:creationId xmlns:a16="http://schemas.microsoft.com/office/drawing/2014/main" id="{83FEA43B-F379-CB8A-0CC1-34E310D7DF90}"/>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8" name="Rectangle 6">
            <a:extLst>
              <a:ext uri="{FF2B5EF4-FFF2-40B4-BE49-F238E27FC236}">
                <a16:creationId xmlns:a16="http://schemas.microsoft.com/office/drawing/2014/main" id="{27F33519-DE7B-1578-63B1-C7F9384DEEE9}"/>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250980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CCA1F410-EAC2-3B54-16CE-1F8AD3A29273}"/>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6" name="Rectangle 6">
            <a:extLst>
              <a:ext uri="{FF2B5EF4-FFF2-40B4-BE49-F238E27FC236}">
                <a16:creationId xmlns:a16="http://schemas.microsoft.com/office/drawing/2014/main" id="{79E8B39C-04D2-1AF7-9927-F5F6D4CA6FEA}"/>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908343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609600" y="277813"/>
            <a:ext cx="10972800" cy="5853112"/>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vl2pPr>
              <a:defRPr>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defRPr>
                <a:latin typeface="BIZ UDPゴシック" panose="020B0400000000000000" pitchFamily="50" charset="-128"/>
                <a:ea typeface="BIZ UDPゴシック" panose="020B0400000000000000" pitchFamily="50" charset="-128"/>
              </a:defRPr>
            </a:lvl4pPr>
            <a:lvl5pPr>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6" name="Rectangle 6">
            <a:extLst>
              <a:ext uri="{FF2B5EF4-FFF2-40B4-BE49-F238E27FC236}">
                <a16:creationId xmlns:a16="http://schemas.microsoft.com/office/drawing/2014/main" id="{101701D8-2655-4364-A1CC-F63E88A9B833}"/>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5" name="Rectangle 5">
            <a:extLst>
              <a:ext uri="{FF2B5EF4-FFF2-40B4-BE49-F238E27FC236}">
                <a16:creationId xmlns:a16="http://schemas.microsoft.com/office/drawing/2014/main" id="{DAFE0410-6CDA-6DC1-4B56-83230C710187}"/>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17954691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98656" y="260648"/>
            <a:ext cx="10957984" cy="50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dirty="0" err="1"/>
              <a:t>マスタ</a:t>
            </a:r>
            <a:r>
              <a:rPr lang="en-US" altLang="ja-JP" dirty="0"/>
              <a:t> </a:t>
            </a:r>
            <a:r>
              <a:rPr lang="en-US" altLang="ja-JP" dirty="0" err="1"/>
              <a:t>タイトルの書式設定</a:t>
            </a:r>
            <a:endParaRPr lang="en-US" altLang="ja-JP" dirty="0"/>
          </a:p>
        </p:txBody>
      </p:sp>
      <p:sp>
        <p:nvSpPr>
          <p:cNvPr id="2" name="Rectangle 6">
            <a:extLst>
              <a:ext uri="{FF2B5EF4-FFF2-40B4-BE49-F238E27FC236}">
                <a16:creationId xmlns:a16="http://schemas.microsoft.com/office/drawing/2014/main" id="{91A1ECCD-F85D-D247-549B-2E41B84C18AE}"/>
              </a:ext>
            </a:extLst>
          </p:cNvPr>
          <p:cNvSpPr>
            <a:spLocks noGrp="1" noChangeArrowheads="1"/>
          </p:cNvSpPr>
          <p:nvPr>
            <p:ph type="sldNum" sz="quarter" idx="4"/>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1155326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8" r:id="rId3"/>
    <p:sldLayoutId id="2147483664" r:id="rId4"/>
    <p:sldLayoutId id="2147483666" r:id="rId5"/>
    <p:sldLayoutId id="2147483667" r:id="rId6"/>
  </p:sldLayoutIdLst>
  <p:hf sldNum="0" hdr="0" dt="0"/>
  <p:txStyles>
    <p:titleStyle>
      <a:lvl1pPr algn="l" rtl="0" eaLnBrk="1" fontAlgn="base" hangingPunct="1">
        <a:spcBef>
          <a:spcPct val="0"/>
        </a:spcBef>
        <a:spcAft>
          <a:spcPct val="0"/>
        </a:spcAft>
        <a:defRPr kumimoji="1" sz="2800" b="1">
          <a:solidFill>
            <a:schemeClr val="tx2"/>
          </a:solidFill>
          <a:latin typeface="BIZ UDPゴシック" panose="020B0400000000000000" pitchFamily="50" charset="-128"/>
          <a:ea typeface="BIZ UDPゴシック" panose="020B0400000000000000" pitchFamily="50" charset="-128"/>
          <a:cs typeface="+mj-cs"/>
        </a:defRPr>
      </a:lvl1pPr>
      <a:lvl2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2pPr>
      <a:lvl3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3pPr>
      <a:lvl4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4pPr>
      <a:lvl5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5pPr>
      <a:lvl6pPr marL="4572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6pPr>
      <a:lvl7pPr marL="9144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7pPr>
      <a:lvl8pPr marL="13716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8pPr>
      <a:lvl9pPr marL="18288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9pPr>
    </p:titleStyle>
    <p:bodyStyle>
      <a:lvl1pPr marL="342900" indent="-342900"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2000" b="1">
          <a:solidFill>
            <a:schemeClr val="tx1"/>
          </a:solidFill>
          <a:latin typeface="FOT-UD丸ゴ_ラージ Pr6 M" panose="02020400000000000000" pitchFamily="18" charset="-128"/>
          <a:ea typeface="FOT-UD丸ゴ_ラージ Pr6 M" panose="02020400000000000000" pitchFamily="18" charset="-128"/>
          <a:cs typeface="+mn-cs"/>
        </a:defRPr>
      </a:lvl1pPr>
      <a:lvl2pPr marL="669925" indent="-325438" algn="l" rtl="0" eaLnBrk="1" fontAlgn="base" hangingPunct="1">
        <a:lnSpc>
          <a:spcPct val="150000"/>
        </a:lnSpc>
        <a:spcBef>
          <a:spcPct val="20000"/>
        </a:spcBef>
        <a:spcAft>
          <a:spcPct val="0"/>
        </a:spcAft>
        <a:buClr>
          <a:schemeClr val="tx1">
            <a:lumMod val="75000"/>
            <a:lumOff val="25000"/>
          </a:schemeClr>
        </a:buClr>
        <a:buSzPct val="60000"/>
        <a:buFont typeface="Wingdings" panose="05000000000000000000" pitchFamily="2" charset="2"/>
        <a:buChar char="n"/>
        <a:defRPr kumimoji="1" sz="1800" b="1">
          <a:solidFill>
            <a:schemeClr val="tx1"/>
          </a:solidFill>
          <a:latin typeface="FOT-UD丸ゴ_ラージ Pr6 M" panose="02020400000000000000" pitchFamily="18" charset="-128"/>
          <a:ea typeface="FOT-UD丸ゴ_ラージ Pr6 M" panose="02020400000000000000" pitchFamily="18" charset="-128"/>
        </a:defRPr>
      </a:lvl2pPr>
      <a:lvl3pPr marL="1022350" indent="-350838"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1600" b="1">
          <a:solidFill>
            <a:schemeClr val="tx1"/>
          </a:solidFill>
          <a:latin typeface="FOT-UD丸ゴ_ラージ Pr6 M" panose="02020400000000000000" pitchFamily="18" charset="-128"/>
          <a:ea typeface="FOT-UD丸ゴ_ラージ Pr6 M" panose="02020400000000000000" pitchFamily="18" charset="-128"/>
        </a:defRPr>
      </a:lvl3pPr>
      <a:lvl4pPr marL="1339850" indent="-315913" algn="l" rtl="0" eaLnBrk="1" fontAlgn="base" hangingPunct="1">
        <a:lnSpc>
          <a:spcPct val="150000"/>
        </a:lnSpc>
        <a:spcBef>
          <a:spcPct val="20000"/>
        </a:spcBef>
        <a:spcAft>
          <a:spcPct val="0"/>
        </a:spcAft>
        <a:buClr>
          <a:schemeClr val="tx1">
            <a:lumMod val="75000"/>
            <a:lumOff val="25000"/>
          </a:schemeClr>
        </a:buClr>
        <a:buSzPct val="70000"/>
        <a:buFont typeface="Wingdings" panose="05000000000000000000" pitchFamily="2" charset="2"/>
        <a:buChar char="n"/>
        <a:defRPr kumimoji="1" sz="1400" b="1">
          <a:solidFill>
            <a:schemeClr val="tx1"/>
          </a:solidFill>
          <a:latin typeface="FOT-UD丸ゴ_ラージ Pr6 M" panose="02020400000000000000" pitchFamily="18" charset="-128"/>
          <a:ea typeface="FOT-UD丸ゴ_ラージ Pr6 M" panose="02020400000000000000" pitchFamily="18" charset="-128"/>
        </a:defRPr>
      </a:lvl4pPr>
      <a:lvl5pPr marL="1681163" indent="-339725" algn="l" rtl="0" eaLnBrk="1" fontAlgn="base" hangingPunct="1">
        <a:lnSpc>
          <a:spcPct val="150000"/>
        </a:lnSpc>
        <a:spcBef>
          <a:spcPct val="20000"/>
        </a:spcBef>
        <a:spcAft>
          <a:spcPct val="0"/>
        </a:spcAft>
        <a:buClr>
          <a:schemeClr val="tx1">
            <a:lumMod val="75000"/>
            <a:lumOff val="25000"/>
          </a:schemeClr>
        </a:buClr>
        <a:buSzPct val="75000"/>
        <a:buFont typeface="Wingdings" panose="05000000000000000000" pitchFamily="2" charset="2"/>
        <a:buChar char="n"/>
        <a:defRPr kumimoji="1" sz="1200" b="1">
          <a:solidFill>
            <a:schemeClr val="tx1"/>
          </a:solidFill>
          <a:latin typeface="FOT-UD丸ゴ_ラージ Pr6 M" panose="02020400000000000000" pitchFamily="18" charset="-128"/>
          <a:ea typeface="FOT-UD丸ゴ_ラージ Pr6 M" panose="02020400000000000000" pitchFamily="18" charset="-128"/>
        </a:defRPr>
      </a:lvl5pPr>
      <a:lvl6pPr marL="21383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6pPr>
      <a:lvl7pPr marL="25955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7pPr>
      <a:lvl8pPr marL="30527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8pPr>
      <a:lvl9pPr marL="35099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exportrange">
            <a:extLst>
              <a:ext uri="{FF2B5EF4-FFF2-40B4-BE49-F238E27FC236}">
                <a16:creationId xmlns:a16="http://schemas.microsoft.com/office/drawing/2014/main" id="{891B6C73-5FC9-0237-457E-C3EE6666585D}"/>
              </a:ext>
            </a:extLst>
          </p:cNvPr>
          <p:cNvSpPr/>
          <p:nvPr/>
        </p:nvSpPr>
        <p:spPr bwMode="auto">
          <a:xfrm>
            <a:off x="623392" y="932443"/>
            <a:ext cx="11042032" cy="1899547"/>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6" name="keyvisual">
            <a:extLst>
              <a:ext uri="{FF2B5EF4-FFF2-40B4-BE49-F238E27FC236}">
                <a16:creationId xmlns:a16="http://schemas.microsoft.com/office/drawing/2014/main" id="{90D03522-7E96-4467-A32E-65944BB08BC2}"/>
              </a:ext>
            </a:extLst>
          </p:cNvPr>
          <p:cNvSpPr/>
          <p:nvPr/>
        </p:nvSpPr>
        <p:spPr bwMode="auto">
          <a:xfrm>
            <a:off x="1199456" y="2904486"/>
            <a:ext cx="10248718" cy="3548850"/>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DF2C10AA-AFC9-04E7-6FD9-0422F716289F}"/>
              </a:ext>
            </a:extLst>
          </p:cNvPr>
          <p:cNvSpPr>
            <a:spLocks noGrp="1"/>
          </p:cNvSpPr>
          <p:nvPr>
            <p:ph type="title"/>
          </p:nvPr>
        </p:nvSpPr>
        <p:spPr/>
        <p:txBody>
          <a:bodyPr/>
          <a:lstStyle/>
          <a:p>
            <a:r>
              <a:rPr kumimoji="1" lang="en-US" altLang="ja-JP"/>
              <a:t>chapter_marker </a:t>
            </a:r>
            <a:r>
              <a:rPr kumimoji="1" lang="ja-JP" altLang="en-US"/>
              <a:t>によるナンバリング</a:t>
            </a:r>
          </a:p>
        </p:txBody>
      </p:sp>
      <p:sp>
        <p:nvSpPr>
          <p:cNvPr id="3" name="フッター プレースホルダー 2">
            <a:extLst>
              <a:ext uri="{FF2B5EF4-FFF2-40B4-BE49-F238E27FC236}">
                <a16:creationId xmlns:a16="http://schemas.microsoft.com/office/drawing/2014/main" id="{9D9D1AEB-A653-E353-2924-C4320726663C}"/>
              </a:ext>
            </a:extLst>
          </p:cNvPr>
          <p:cNvSpPr>
            <a:spLocks noGrp="1"/>
          </p:cNvSpPr>
          <p:nvPr>
            <p:ph type="ftr" sz="quarter" idx="11"/>
          </p:nvPr>
        </p:nvSpPr>
        <p:spPr/>
        <p:txBody>
          <a:bodyPr/>
          <a:lstStyle/>
          <a:p>
            <a:r>
              <a:rPr lang="en-US" altLang="ja-JP"/>
              <a:t>Copyright 2026 </a:t>
            </a:r>
            <a:r>
              <a:rPr lang="ja-JP" altLang="en-US"/>
              <a:t>アイデアクラフト </a:t>
            </a:r>
            <a:r>
              <a:rPr lang="en-US" altLang="ja-JP"/>
              <a:t>Kaimai Mizuhiro</a:t>
            </a:r>
            <a:endParaRPr lang="ja-JP" altLang="en-US" dirty="0"/>
          </a:p>
        </p:txBody>
      </p:sp>
      <p:sp>
        <p:nvSpPr>
          <p:cNvPr id="4" name="正方形/長方形 3">
            <a:extLst>
              <a:ext uri="{FF2B5EF4-FFF2-40B4-BE49-F238E27FC236}">
                <a16:creationId xmlns:a16="http://schemas.microsoft.com/office/drawing/2014/main" id="{E25E8B59-A9AF-B900-C34B-DAF80BDA8C59}"/>
              </a:ext>
            </a:extLst>
          </p:cNvPr>
          <p:cNvSpPr/>
          <p:nvPr/>
        </p:nvSpPr>
        <p:spPr bwMode="auto">
          <a:xfrm>
            <a:off x="1375461" y="3362308"/>
            <a:ext cx="2379200" cy="171826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5" name="正方形/長方形 4">
            <a:extLst>
              <a:ext uri="{FF2B5EF4-FFF2-40B4-BE49-F238E27FC236}">
                <a16:creationId xmlns:a16="http://schemas.microsoft.com/office/drawing/2014/main" id="{4AAA7FF8-69F1-5A70-26E2-14AF997617D4}"/>
              </a:ext>
            </a:extLst>
          </p:cNvPr>
          <p:cNvSpPr/>
          <p:nvPr/>
        </p:nvSpPr>
        <p:spPr bwMode="auto">
          <a:xfrm>
            <a:off x="1627818" y="4042995"/>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A1</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6" name="正方形/長方形 5">
            <a:extLst>
              <a:ext uri="{FF2B5EF4-FFF2-40B4-BE49-F238E27FC236}">
                <a16:creationId xmlns:a16="http://schemas.microsoft.com/office/drawing/2014/main" id="{356F9C48-04EF-2DA2-70BA-D93E08B23E67}"/>
              </a:ext>
            </a:extLst>
          </p:cNvPr>
          <p:cNvSpPr/>
          <p:nvPr/>
        </p:nvSpPr>
        <p:spPr bwMode="auto">
          <a:xfrm>
            <a:off x="1627818" y="4562686"/>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A2</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7" name="正方形/長方形 6">
            <a:extLst>
              <a:ext uri="{FF2B5EF4-FFF2-40B4-BE49-F238E27FC236}">
                <a16:creationId xmlns:a16="http://schemas.microsoft.com/office/drawing/2014/main" id="{40B30D01-EC9D-0B99-494F-13BAF499FBF3}"/>
              </a:ext>
            </a:extLst>
          </p:cNvPr>
          <p:cNvSpPr/>
          <p:nvPr/>
        </p:nvSpPr>
        <p:spPr bwMode="auto">
          <a:xfrm>
            <a:off x="1375460" y="5550155"/>
            <a:ext cx="2379202" cy="866687"/>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8" name="正方形/長方形 7">
            <a:extLst>
              <a:ext uri="{FF2B5EF4-FFF2-40B4-BE49-F238E27FC236}">
                <a16:creationId xmlns:a16="http://schemas.microsoft.com/office/drawing/2014/main" id="{D72AA984-6FDE-53E5-1111-CB9D2CEA102D}"/>
              </a:ext>
            </a:extLst>
          </p:cNvPr>
          <p:cNvSpPr/>
          <p:nvPr/>
        </p:nvSpPr>
        <p:spPr bwMode="auto">
          <a:xfrm>
            <a:off x="1627818" y="5672125"/>
            <a:ext cx="1895993" cy="275797"/>
          </a:xfrm>
          <a:prstGeom prst="rect">
            <a:avLst/>
          </a:prstGeom>
          <a:solidFill>
            <a:schemeClr val="accent3">
              <a:lumMod val="7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eaLnBrk="1" hangingPunct="1"/>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B0</a:t>
            </a:r>
            <a:r>
              <a:rPr lang="ja-JP" altLang="en-US" sz="1600">
                <a:latin typeface="BIZ UDPゴシック" panose="020B0400000000000000" pitchFamily="50" charset="-128"/>
                <a:ea typeface="BIZ UDPゴシック" panose="020B0400000000000000" pitchFamily="50" charset="-128"/>
              </a:rPr>
              <a:t>　</a:t>
            </a:r>
            <a:r>
              <a:rPr lang="en-US" altLang="ja-JP" sz="1600">
                <a:latin typeface="BIZ UDPゴシック" panose="020B0400000000000000" pitchFamily="50" charset="-128"/>
                <a:ea typeface="BIZ UDPゴシック" panose="020B0400000000000000" pitchFamily="50" charset="-128"/>
              </a:rPr>
              <a:t>#CHAPT#</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9" name="正方形/長方形 8">
            <a:extLst>
              <a:ext uri="{FF2B5EF4-FFF2-40B4-BE49-F238E27FC236}">
                <a16:creationId xmlns:a16="http://schemas.microsoft.com/office/drawing/2014/main" id="{F862F9F1-B141-9C48-9446-25852AF136AA}"/>
              </a:ext>
            </a:extLst>
          </p:cNvPr>
          <p:cNvSpPr/>
          <p:nvPr/>
        </p:nvSpPr>
        <p:spPr bwMode="auto">
          <a:xfrm>
            <a:off x="1627818" y="5984441"/>
            <a:ext cx="1895993" cy="275797"/>
          </a:xfrm>
          <a:prstGeom prst="rect">
            <a:avLst/>
          </a:prstGeom>
          <a:solidFill>
            <a:schemeClr val="accent3">
              <a:lumMod val="7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B1</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C622D55C-0CBD-0C99-E5D3-D909ADB80C53}"/>
              </a:ext>
            </a:extLst>
          </p:cNvPr>
          <p:cNvSpPr txBox="1"/>
          <p:nvPr/>
        </p:nvSpPr>
        <p:spPr bwMode="auto">
          <a:xfrm>
            <a:off x="1333320" y="2984596"/>
            <a:ext cx="21929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sz="1800" kern="0">
                <a:latin typeface="BIZ UDPゴシック" panose="020B0400000000000000" pitchFamily="50" charset="-128"/>
                <a:ea typeface="BIZ UDPゴシック" panose="020B0400000000000000" pitchFamily="50" charset="-128"/>
              </a:rPr>
              <a:t>A.pptx</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45F3E591-71CE-BC67-B88F-1886B9D7DC99}"/>
              </a:ext>
            </a:extLst>
          </p:cNvPr>
          <p:cNvSpPr txBox="1"/>
          <p:nvPr/>
        </p:nvSpPr>
        <p:spPr bwMode="auto">
          <a:xfrm>
            <a:off x="1787939" y="5146635"/>
            <a:ext cx="22198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sz="1800" kern="0">
                <a:latin typeface="BIZ UDPゴシック" panose="020B0400000000000000" pitchFamily="50" charset="-128"/>
                <a:ea typeface="BIZ UDPゴシック" panose="020B0400000000000000" pitchFamily="50" charset="-128"/>
              </a:rPr>
              <a:t>B.pptx</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22" name="正方形/長方形 21">
            <a:extLst>
              <a:ext uri="{FF2B5EF4-FFF2-40B4-BE49-F238E27FC236}">
                <a16:creationId xmlns:a16="http://schemas.microsoft.com/office/drawing/2014/main" id="{9F80CE5A-6947-27D7-FD8B-EC11BCAE7C87}"/>
              </a:ext>
            </a:extLst>
          </p:cNvPr>
          <p:cNvSpPr/>
          <p:nvPr/>
        </p:nvSpPr>
        <p:spPr bwMode="auto">
          <a:xfrm>
            <a:off x="7330389" y="3623741"/>
            <a:ext cx="1753392" cy="2685579"/>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3" name="正方形/長方形 22">
            <a:extLst>
              <a:ext uri="{FF2B5EF4-FFF2-40B4-BE49-F238E27FC236}">
                <a16:creationId xmlns:a16="http://schemas.microsoft.com/office/drawing/2014/main" id="{24C5F1CE-C6BA-1557-2365-50004D41DA5B}"/>
              </a:ext>
            </a:extLst>
          </p:cNvPr>
          <p:cNvSpPr/>
          <p:nvPr/>
        </p:nvSpPr>
        <p:spPr bwMode="auto">
          <a:xfrm>
            <a:off x="7544472" y="4309483"/>
            <a:ext cx="1321696" cy="367086"/>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b="1" i="0" u="none" strike="noStrike" cap="none" normalizeH="0" baseline="0">
                <a:ln>
                  <a:noFill/>
                </a:ln>
                <a:effectLst/>
                <a:latin typeface="BIZ UDPゴシック" panose="020B0400000000000000" pitchFamily="50" charset="-128"/>
                <a:ea typeface="BIZ UDPゴシック" panose="020B0400000000000000" pitchFamily="50" charset="-128"/>
              </a:rPr>
              <a:t>1.1) A1</a:t>
            </a:r>
            <a:endParaRPr kumimoji="1" lang="ja-JP" altLang="en-US"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24" name="正方形/長方形 23">
            <a:extLst>
              <a:ext uri="{FF2B5EF4-FFF2-40B4-BE49-F238E27FC236}">
                <a16:creationId xmlns:a16="http://schemas.microsoft.com/office/drawing/2014/main" id="{0E7AC7F4-3B36-FA83-7EA1-C6593900A275}"/>
              </a:ext>
            </a:extLst>
          </p:cNvPr>
          <p:cNvSpPr/>
          <p:nvPr/>
        </p:nvSpPr>
        <p:spPr bwMode="auto">
          <a:xfrm>
            <a:off x="7544472" y="4752895"/>
            <a:ext cx="1321696" cy="367086"/>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b="1" i="0" u="none" strike="noStrike" cap="none" normalizeH="0" baseline="0">
                <a:ln>
                  <a:noFill/>
                </a:ln>
                <a:effectLst/>
                <a:latin typeface="BIZ UDPゴシック" panose="020B0400000000000000" pitchFamily="50" charset="-128"/>
                <a:ea typeface="BIZ UDPゴシック" panose="020B0400000000000000" pitchFamily="50" charset="-128"/>
              </a:rPr>
              <a:t>1.2) A2</a:t>
            </a:r>
            <a:endParaRPr kumimoji="1" lang="ja-JP" altLang="en-US"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26" name="正方形/長方形 25">
            <a:extLst>
              <a:ext uri="{FF2B5EF4-FFF2-40B4-BE49-F238E27FC236}">
                <a16:creationId xmlns:a16="http://schemas.microsoft.com/office/drawing/2014/main" id="{AC0CA13A-9208-80F4-1063-1E2DDA63A0F6}"/>
              </a:ext>
            </a:extLst>
          </p:cNvPr>
          <p:cNvSpPr/>
          <p:nvPr/>
        </p:nvSpPr>
        <p:spPr bwMode="auto">
          <a:xfrm>
            <a:off x="7544472" y="5377535"/>
            <a:ext cx="1321696" cy="367086"/>
          </a:xfrm>
          <a:prstGeom prst="rect">
            <a:avLst/>
          </a:prstGeom>
          <a:solidFill>
            <a:schemeClr val="accent3">
              <a:lumMod val="7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b="1" i="0" u="none" strike="noStrike" cap="none" normalizeH="0" baseline="0">
                <a:ln>
                  <a:noFill/>
                </a:ln>
                <a:effectLst/>
                <a:latin typeface="BIZ UDPゴシック" panose="020B0400000000000000" pitchFamily="50" charset="-128"/>
                <a:ea typeface="BIZ UDPゴシック" panose="020B0400000000000000" pitchFamily="50" charset="-128"/>
              </a:rPr>
              <a:t>2) B1</a:t>
            </a:r>
            <a:endParaRPr kumimoji="1" lang="ja-JP" altLang="en-US"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27" name="正方形/長方形 26">
            <a:extLst>
              <a:ext uri="{FF2B5EF4-FFF2-40B4-BE49-F238E27FC236}">
                <a16:creationId xmlns:a16="http://schemas.microsoft.com/office/drawing/2014/main" id="{381241AA-267B-0B36-EAAF-F966736AA657}"/>
              </a:ext>
            </a:extLst>
          </p:cNvPr>
          <p:cNvSpPr/>
          <p:nvPr/>
        </p:nvSpPr>
        <p:spPr bwMode="auto">
          <a:xfrm>
            <a:off x="7544472" y="5830935"/>
            <a:ext cx="1321696" cy="367086"/>
          </a:xfrm>
          <a:prstGeom prst="rect">
            <a:avLst/>
          </a:prstGeom>
          <a:solidFill>
            <a:schemeClr val="accent3">
              <a:lumMod val="7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b="1" i="0" u="none" strike="noStrike" cap="none" normalizeH="0" baseline="0">
                <a:ln>
                  <a:noFill/>
                </a:ln>
                <a:effectLst/>
                <a:latin typeface="BIZ UDPゴシック" panose="020B0400000000000000" pitchFamily="50" charset="-128"/>
                <a:ea typeface="BIZ UDPゴシック" panose="020B0400000000000000" pitchFamily="50" charset="-128"/>
              </a:rPr>
              <a:t>2.2) B2</a:t>
            </a:r>
            <a:endParaRPr kumimoji="1" lang="ja-JP" altLang="en-US"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28" name="テキスト ボックス 27">
            <a:extLst>
              <a:ext uri="{FF2B5EF4-FFF2-40B4-BE49-F238E27FC236}">
                <a16:creationId xmlns:a16="http://schemas.microsoft.com/office/drawing/2014/main" id="{B168543A-9EB0-5D12-BA3E-6453BE706655}"/>
              </a:ext>
            </a:extLst>
          </p:cNvPr>
          <p:cNvSpPr txBox="1"/>
          <p:nvPr/>
        </p:nvSpPr>
        <p:spPr bwMode="auto">
          <a:xfrm>
            <a:off x="7248128" y="3140968"/>
            <a:ext cx="20180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sz="1800" kern="0">
                <a:latin typeface="BIZ UDPゴシック" panose="020B0400000000000000" pitchFamily="50" charset="-128"/>
                <a:ea typeface="BIZ UDPゴシック" panose="020B0400000000000000" pitchFamily="50" charset="-128"/>
              </a:rPr>
              <a:t>merged.pptx</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29" name="テキスト ボックス 28">
            <a:extLst>
              <a:ext uri="{FF2B5EF4-FFF2-40B4-BE49-F238E27FC236}">
                <a16:creationId xmlns:a16="http://schemas.microsoft.com/office/drawing/2014/main" id="{03C7A03A-D9B4-ED53-7775-F2CE7974A824}"/>
              </a:ext>
            </a:extLst>
          </p:cNvPr>
          <p:cNvSpPr txBox="1"/>
          <p:nvPr/>
        </p:nvSpPr>
        <p:spPr bwMode="auto">
          <a:xfrm>
            <a:off x="4352505" y="3641309"/>
            <a:ext cx="201802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kern="0">
                <a:latin typeface="BIZ UDPゴシック" panose="020B0400000000000000" pitchFamily="50" charset="-128"/>
                <a:ea typeface="BIZ UDPゴシック" panose="020B0400000000000000" pitchFamily="50" charset="-128"/>
              </a:rPr>
              <a:t>pptmerge</a:t>
            </a:r>
            <a:endParaRPr kumimoji="1" lang="ja-JP" altLang="en-US" kern="0">
              <a:latin typeface="BIZ UDPゴシック" panose="020B0400000000000000" pitchFamily="50" charset="-128"/>
              <a:ea typeface="BIZ UDPゴシック" panose="020B0400000000000000" pitchFamily="50" charset="-128"/>
            </a:endParaRPr>
          </a:p>
        </p:txBody>
      </p:sp>
      <p:cxnSp>
        <p:nvCxnSpPr>
          <p:cNvPr id="31" name="直線矢印コネクタ 30">
            <a:extLst>
              <a:ext uri="{FF2B5EF4-FFF2-40B4-BE49-F238E27FC236}">
                <a16:creationId xmlns:a16="http://schemas.microsoft.com/office/drawing/2014/main" id="{7EFE225C-76DD-F242-461B-1C1509FCAF8E}"/>
              </a:ext>
            </a:extLst>
          </p:cNvPr>
          <p:cNvCxnSpPr>
            <a:cxnSpLocks/>
          </p:cNvCxnSpPr>
          <p:nvPr/>
        </p:nvCxnSpPr>
        <p:spPr bwMode="auto">
          <a:xfrm>
            <a:off x="3782991" y="4120775"/>
            <a:ext cx="3393129"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33" name="テキスト ボックス 32">
            <a:extLst>
              <a:ext uri="{FF2B5EF4-FFF2-40B4-BE49-F238E27FC236}">
                <a16:creationId xmlns:a16="http://schemas.microsoft.com/office/drawing/2014/main" id="{4A9E561F-3202-EC6B-A845-34025BBBBFCE}"/>
              </a:ext>
            </a:extLst>
          </p:cNvPr>
          <p:cNvSpPr txBox="1"/>
          <p:nvPr/>
        </p:nvSpPr>
        <p:spPr bwMode="auto">
          <a:xfrm>
            <a:off x="2686070" y="1916832"/>
            <a:ext cx="85945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en-US" altLang="ja-JP"/>
              <a:t>pptmdmerge   pptmerge chapter_marker_numbering_recipe.yaml  --force</a:t>
            </a:r>
          </a:p>
        </p:txBody>
      </p:sp>
      <p:sp>
        <p:nvSpPr>
          <p:cNvPr id="34" name="テキスト ボックス 33">
            <a:extLst>
              <a:ext uri="{FF2B5EF4-FFF2-40B4-BE49-F238E27FC236}">
                <a16:creationId xmlns:a16="http://schemas.microsoft.com/office/drawing/2014/main" id="{EE0158F8-3118-DE46-AA56-1D8CABAF59F4}"/>
              </a:ext>
            </a:extLst>
          </p:cNvPr>
          <p:cNvSpPr txBox="1"/>
          <p:nvPr/>
        </p:nvSpPr>
        <p:spPr bwMode="auto">
          <a:xfrm>
            <a:off x="739026" y="1916832"/>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起動コマンド例</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5" name="テキスト ボックス 34">
            <a:extLst>
              <a:ext uri="{FF2B5EF4-FFF2-40B4-BE49-F238E27FC236}">
                <a16:creationId xmlns:a16="http://schemas.microsoft.com/office/drawing/2014/main" id="{AE12C02D-E7B8-7F68-10F1-94D7D353FDA0}"/>
              </a:ext>
            </a:extLst>
          </p:cNvPr>
          <p:cNvSpPr txBox="1"/>
          <p:nvPr/>
        </p:nvSpPr>
        <p:spPr bwMode="auto">
          <a:xfrm>
            <a:off x="2686070" y="1042744"/>
            <a:ext cx="25025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en-US" altLang="ja-JP" sz="1600" kern="0">
                <a:latin typeface="BIZ UDPゴシック" panose="020B0400000000000000" pitchFamily="50" charset="-128"/>
                <a:ea typeface="BIZ UDPゴシック" panose="020B0400000000000000" pitchFamily="50" charset="-128"/>
              </a:rPr>
              <a:t>pptmerge</a:t>
            </a:r>
          </a:p>
        </p:txBody>
      </p:sp>
      <p:sp>
        <p:nvSpPr>
          <p:cNvPr id="36" name="テキスト ボックス 35">
            <a:extLst>
              <a:ext uri="{FF2B5EF4-FFF2-40B4-BE49-F238E27FC236}">
                <a16:creationId xmlns:a16="http://schemas.microsoft.com/office/drawing/2014/main" id="{7FE60B26-1C28-91A1-533D-80CB752E0150}"/>
              </a:ext>
            </a:extLst>
          </p:cNvPr>
          <p:cNvSpPr txBox="1"/>
          <p:nvPr/>
        </p:nvSpPr>
        <p:spPr bwMode="auto">
          <a:xfrm>
            <a:off x="739026" y="104274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サブコマンド名</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7" name="テキスト ボックス 36">
            <a:extLst>
              <a:ext uri="{FF2B5EF4-FFF2-40B4-BE49-F238E27FC236}">
                <a16:creationId xmlns:a16="http://schemas.microsoft.com/office/drawing/2014/main" id="{B27F4962-5E63-7FA3-1DEE-0DC3FD751080}"/>
              </a:ext>
            </a:extLst>
          </p:cNvPr>
          <p:cNvSpPr txBox="1"/>
          <p:nvPr/>
        </p:nvSpPr>
        <p:spPr bwMode="auto">
          <a:xfrm>
            <a:off x="739026" y="148478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機能概要</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8" name="テキスト ボックス 37">
            <a:extLst>
              <a:ext uri="{FF2B5EF4-FFF2-40B4-BE49-F238E27FC236}">
                <a16:creationId xmlns:a16="http://schemas.microsoft.com/office/drawing/2014/main" id="{0D7BFA0D-1443-45A8-6C2B-3DCA36B4EDFB}"/>
              </a:ext>
            </a:extLst>
          </p:cNvPr>
          <p:cNvSpPr txBox="1"/>
          <p:nvPr/>
        </p:nvSpPr>
        <p:spPr bwMode="auto">
          <a:xfrm>
            <a:off x="2686070" y="1484784"/>
            <a:ext cx="83064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1600" kern="0">
                <a:latin typeface="BIZ UDPゴシック" panose="020B0400000000000000" pitchFamily="50" charset="-128"/>
                <a:ea typeface="BIZ UDPゴシック" panose="020B0400000000000000" pitchFamily="50" charset="-128"/>
              </a:rPr>
              <a:t>スライド上の </a:t>
            </a:r>
            <a:r>
              <a:rPr lang="en-US" altLang="ja-JP" sz="1600" kern="0">
                <a:latin typeface="BIZ UDPゴシック" panose="020B0400000000000000" pitchFamily="50" charset="-128"/>
                <a:ea typeface="BIZ UDPゴシック" panose="020B0400000000000000" pitchFamily="50" charset="-128"/>
              </a:rPr>
              <a:t>#CHAPT#, #SECTION#</a:t>
            </a:r>
            <a:r>
              <a:rPr lang="ja-JP" altLang="en-US" sz="1600" kern="0">
                <a:latin typeface="BIZ UDPゴシック" panose="020B0400000000000000" pitchFamily="50" charset="-128"/>
                <a:ea typeface="BIZ UDPゴシック" panose="020B0400000000000000" pitchFamily="50" charset="-128"/>
              </a:rPr>
              <a:t>マーカーを基準に</a:t>
            </a:r>
            <a:r>
              <a:rPr kumimoji="1" lang="ja-JP" altLang="en-US" sz="1600" kern="0">
                <a:latin typeface="BIZ UDPゴシック" panose="020B0400000000000000" pitchFamily="50" charset="-128"/>
                <a:ea typeface="BIZ UDPゴシック" panose="020B0400000000000000" pitchFamily="50" charset="-128"/>
              </a:rPr>
              <a:t>ナンバリングする</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39" name="正方形/長方形 38">
            <a:extLst>
              <a:ext uri="{FF2B5EF4-FFF2-40B4-BE49-F238E27FC236}">
                <a16:creationId xmlns:a16="http://schemas.microsoft.com/office/drawing/2014/main" id="{09071F12-387C-5A22-939B-F2200B79350D}"/>
              </a:ext>
            </a:extLst>
          </p:cNvPr>
          <p:cNvSpPr/>
          <p:nvPr/>
        </p:nvSpPr>
        <p:spPr bwMode="auto">
          <a:xfrm>
            <a:off x="8472264" y="195005"/>
            <a:ext cx="3393824"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100" b="1" i="0" u="none" strike="noStrike" cap="none" normalizeH="0" baseline="0">
                <a:ln>
                  <a:noFill/>
                </a:ln>
                <a:effectLst/>
                <a:latin typeface="BIZ UDPゴシック" panose="020B0400000000000000" pitchFamily="50" charset="-128"/>
                <a:ea typeface="BIZ UDPゴシック" panose="020B0400000000000000" pitchFamily="50" charset="-128"/>
              </a:rPr>
              <a:t>&lt;__FILENAME__&gt;</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40" name="テキスト ボックス 39">
            <a:extLst>
              <a:ext uri="{FF2B5EF4-FFF2-40B4-BE49-F238E27FC236}">
                <a16:creationId xmlns:a16="http://schemas.microsoft.com/office/drawing/2014/main" id="{D945FCB6-CA3A-FC29-44E0-9550E5D3849C}"/>
              </a:ext>
            </a:extLst>
          </p:cNvPr>
          <p:cNvSpPr txBox="1"/>
          <p:nvPr/>
        </p:nvSpPr>
        <p:spPr bwMode="auto">
          <a:xfrm>
            <a:off x="2686070" y="2338265"/>
            <a:ext cx="83064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en-US" altLang="ja-JP"/>
              <a:t>"pptxnumbering: chapt_section"</a:t>
            </a:r>
          </a:p>
        </p:txBody>
      </p:sp>
      <p:sp>
        <p:nvSpPr>
          <p:cNvPr id="41" name="テキスト ボックス 40">
            <a:extLst>
              <a:ext uri="{FF2B5EF4-FFF2-40B4-BE49-F238E27FC236}">
                <a16:creationId xmlns:a16="http://schemas.microsoft.com/office/drawing/2014/main" id="{D24990FC-3ADD-D38C-1E73-075BCF1E9CDF}"/>
              </a:ext>
            </a:extLst>
          </p:cNvPr>
          <p:cNvSpPr txBox="1"/>
          <p:nvPr/>
        </p:nvSpPr>
        <p:spPr bwMode="auto">
          <a:xfrm>
            <a:off x="739026" y="2338265"/>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kumimoji="1" lang="ja-JP" altLang="en-US" sz="1600" kern="0">
                <a:solidFill>
                  <a:schemeClr val="bg1"/>
                </a:solidFill>
                <a:latin typeface="BIZ UDPゴシック" panose="020B0400000000000000" pitchFamily="50" charset="-128"/>
                <a:ea typeface="BIZ UDPゴシック" panose="020B0400000000000000" pitchFamily="50" charset="-128"/>
              </a:rPr>
              <a:t>関連キーワード</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17" name="テキスト ボックス 16">
            <a:extLst>
              <a:ext uri="{FF2B5EF4-FFF2-40B4-BE49-F238E27FC236}">
                <a16:creationId xmlns:a16="http://schemas.microsoft.com/office/drawing/2014/main" id="{26123056-39E8-9006-356A-C836B81C314D}"/>
              </a:ext>
            </a:extLst>
          </p:cNvPr>
          <p:cNvSpPr txBox="1"/>
          <p:nvPr/>
        </p:nvSpPr>
        <p:spPr bwMode="auto">
          <a:xfrm>
            <a:off x="3939736" y="4479895"/>
            <a:ext cx="316467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ja-JP" altLang="en-US" sz="1800" kern="0">
                <a:latin typeface="BIZ UDPゴシック" panose="020B0400000000000000" pitchFamily="50" charset="-128"/>
                <a:ea typeface="BIZ UDPゴシック" panose="020B0400000000000000" pitchFamily="50" charset="-128"/>
              </a:rPr>
              <a:t>マーカー文字列 </a:t>
            </a:r>
            <a:r>
              <a:rPr kumimoji="1" lang="en-US" altLang="ja-JP" sz="1800" kern="0">
                <a:latin typeface="BIZ UDPゴシック" panose="020B0400000000000000" pitchFamily="50" charset="-128"/>
                <a:ea typeface="BIZ UDPゴシック" panose="020B0400000000000000" pitchFamily="50" charset="-128"/>
              </a:rPr>
              <a:t>#CHAPT# </a:t>
            </a:r>
            <a:r>
              <a:rPr kumimoji="1" lang="ja-JP" altLang="en-US" sz="1800" kern="0">
                <a:latin typeface="BIZ UDPゴシック" panose="020B0400000000000000" pitchFamily="50" charset="-128"/>
                <a:ea typeface="BIZ UDPゴシック" panose="020B0400000000000000" pitchFamily="50" charset="-128"/>
              </a:rPr>
              <a:t>を含むスライドを</a:t>
            </a:r>
            <a:r>
              <a:rPr kumimoji="1" lang="en-US" altLang="ja-JP" sz="1800" kern="0">
                <a:latin typeface="BIZ UDPゴシック" panose="020B0400000000000000" pitchFamily="50" charset="-128"/>
                <a:ea typeface="BIZ UDPゴシック" panose="020B0400000000000000" pitchFamily="50" charset="-128"/>
              </a:rPr>
              <a:t>Chapter cover </a:t>
            </a:r>
            <a:r>
              <a:rPr kumimoji="1" lang="ja-JP" altLang="en-US" sz="1800" kern="0">
                <a:latin typeface="BIZ UDPゴシック" panose="020B0400000000000000" pitchFamily="50" charset="-128"/>
                <a:ea typeface="BIZ UDPゴシック" panose="020B0400000000000000" pitchFamily="50" charset="-128"/>
              </a:rPr>
              <a:t>として扱い、ナンバリングの基準を変える</a:t>
            </a:r>
          </a:p>
        </p:txBody>
      </p:sp>
      <p:sp>
        <p:nvSpPr>
          <p:cNvPr id="20" name="テキスト ボックス 19">
            <a:extLst>
              <a:ext uri="{FF2B5EF4-FFF2-40B4-BE49-F238E27FC236}">
                <a16:creationId xmlns:a16="http://schemas.microsoft.com/office/drawing/2014/main" id="{FFE381D9-F00C-E5BA-3584-ABDCA945B09F}"/>
              </a:ext>
            </a:extLst>
          </p:cNvPr>
          <p:cNvSpPr txBox="1"/>
          <p:nvPr/>
        </p:nvSpPr>
        <p:spPr bwMode="auto">
          <a:xfrm>
            <a:off x="5471509" y="104274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サンプルフォルダ</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21" name="テキスト ボックス 20">
            <a:extLst>
              <a:ext uri="{FF2B5EF4-FFF2-40B4-BE49-F238E27FC236}">
                <a16:creationId xmlns:a16="http://schemas.microsoft.com/office/drawing/2014/main" id="{12491889-C51E-5A48-83B2-129353663E72}"/>
              </a:ext>
            </a:extLst>
          </p:cNvPr>
          <p:cNvSpPr txBox="1"/>
          <p:nvPr/>
        </p:nvSpPr>
        <p:spPr bwMode="auto">
          <a:xfrm>
            <a:off x="7582968" y="1042744"/>
            <a:ext cx="38652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600" kern="0">
                <a:latin typeface="BIZ UDPゴシック" panose="020B0400000000000000" pitchFamily="50" charset="-128"/>
                <a:ea typeface="BIZ UDPゴシック" panose="020B0400000000000000" pitchFamily="50" charset="-128"/>
              </a:rPr>
              <a:t>pm3_chapter_marker_numbering</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45ECCD28-F21A-5979-5AEB-7DC63745607E}"/>
              </a:ext>
            </a:extLst>
          </p:cNvPr>
          <p:cNvSpPr txBox="1"/>
          <p:nvPr/>
        </p:nvSpPr>
        <p:spPr bwMode="auto">
          <a:xfrm>
            <a:off x="3982299" y="6592396"/>
            <a:ext cx="13752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#NOREPLACE#</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
        <p:nvSpPr>
          <p:cNvPr id="18" name="正方形/長方形 17">
            <a:extLst>
              <a:ext uri="{FF2B5EF4-FFF2-40B4-BE49-F238E27FC236}">
                <a16:creationId xmlns:a16="http://schemas.microsoft.com/office/drawing/2014/main" id="{A7FC1171-C7B7-8500-6A96-FDE522BFABC8}"/>
              </a:ext>
            </a:extLst>
          </p:cNvPr>
          <p:cNvSpPr/>
          <p:nvPr/>
        </p:nvSpPr>
        <p:spPr bwMode="auto">
          <a:xfrm>
            <a:off x="1627818" y="3528466"/>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A0</a:t>
            </a:r>
            <a:r>
              <a:rPr kumimoji="1" lang="ja-JP" altLang="en-US" sz="1600" b="1" i="0" u="none" strike="noStrike" cap="none" normalizeH="0" baseline="0">
                <a:ln>
                  <a:noFill/>
                </a:ln>
                <a:effectLst/>
                <a:latin typeface="BIZ UDPゴシック" panose="020B0400000000000000" pitchFamily="50" charset="-128"/>
                <a:ea typeface="BIZ UDPゴシック" panose="020B0400000000000000" pitchFamily="50" charset="-128"/>
              </a:rPr>
              <a:t>　</a:t>
            </a: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#CHAPT#</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9" name="正方形/長方形 18">
            <a:extLst>
              <a:ext uri="{FF2B5EF4-FFF2-40B4-BE49-F238E27FC236}">
                <a16:creationId xmlns:a16="http://schemas.microsoft.com/office/drawing/2014/main" id="{4B854DFE-D712-36B1-81D7-0736756D506B}"/>
              </a:ext>
            </a:extLst>
          </p:cNvPr>
          <p:cNvSpPr/>
          <p:nvPr/>
        </p:nvSpPr>
        <p:spPr bwMode="auto">
          <a:xfrm>
            <a:off x="7544472" y="3869901"/>
            <a:ext cx="1321696" cy="367086"/>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b="1" i="0" u="none" strike="noStrike" cap="none" normalizeH="0" baseline="0">
                <a:ln>
                  <a:noFill/>
                </a:ln>
                <a:effectLst/>
                <a:latin typeface="BIZ UDPゴシック" panose="020B0400000000000000" pitchFamily="50" charset="-128"/>
                <a:ea typeface="BIZ UDPゴシック" panose="020B0400000000000000" pitchFamily="50" charset="-128"/>
              </a:rPr>
              <a:t>1) A0</a:t>
            </a:r>
            <a:endParaRPr kumimoji="1" lang="ja-JP" altLang="en-US"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30" name="テキスト ボックス 29">
            <a:extLst>
              <a:ext uri="{FF2B5EF4-FFF2-40B4-BE49-F238E27FC236}">
                <a16:creationId xmlns:a16="http://schemas.microsoft.com/office/drawing/2014/main" id="{BA9165E2-A4F7-65C1-629C-5A0E94A3BB6F}"/>
              </a:ext>
            </a:extLst>
          </p:cNvPr>
          <p:cNvSpPr txBox="1"/>
          <p:nvPr/>
        </p:nvSpPr>
        <p:spPr bwMode="auto">
          <a:xfrm>
            <a:off x="9459865" y="4438749"/>
            <a:ext cx="2055456"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sz="1600" kern="0">
                <a:latin typeface="BIZ UDPゴシック" panose="020B0400000000000000" pitchFamily="50" charset="-128"/>
                <a:ea typeface="BIZ UDPゴシック" panose="020B0400000000000000" pitchFamily="50" charset="-128"/>
              </a:rPr>
              <a:t>Chapter cover </a:t>
            </a:r>
            <a:r>
              <a:rPr kumimoji="1" lang="ja-JP" altLang="en-US" sz="1600" kern="0">
                <a:latin typeface="BIZ UDPゴシック" panose="020B0400000000000000" pitchFamily="50" charset="-128"/>
                <a:ea typeface="BIZ UDPゴシック" panose="020B0400000000000000" pitchFamily="50" charset="-128"/>
              </a:rPr>
              <a:t>スライドのみ、節を含まない番号体系 </a:t>
            </a:r>
            <a:r>
              <a:rPr kumimoji="1" lang="en-US" altLang="ja-JP" sz="1600" kern="0">
                <a:latin typeface="BIZ UDPゴシック" panose="020B0400000000000000" pitchFamily="50" charset="-128"/>
                <a:ea typeface="BIZ UDPゴシック" panose="020B0400000000000000" pitchFamily="50" charset="-128"/>
              </a:rPr>
              <a:t>"1)" </a:t>
            </a:r>
            <a:r>
              <a:rPr kumimoji="1" lang="ja-JP" altLang="en-US" sz="1600" kern="0">
                <a:latin typeface="BIZ UDPゴシック" panose="020B0400000000000000" pitchFamily="50" charset="-128"/>
                <a:ea typeface="BIZ UDPゴシック" panose="020B0400000000000000" pitchFamily="50" charset="-128"/>
              </a:rPr>
              <a:t>を使う</a:t>
            </a:r>
          </a:p>
        </p:txBody>
      </p:sp>
      <p:cxnSp>
        <p:nvCxnSpPr>
          <p:cNvPr id="47" name="直線矢印コネクタ 46">
            <a:extLst>
              <a:ext uri="{FF2B5EF4-FFF2-40B4-BE49-F238E27FC236}">
                <a16:creationId xmlns:a16="http://schemas.microsoft.com/office/drawing/2014/main" id="{7B079CC4-E172-23D0-E8FD-3FB7EDFF1107}"/>
              </a:ext>
            </a:extLst>
          </p:cNvPr>
          <p:cNvCxnSpPr>
            <a:stCxn id="30" idx="1"/>
            <a:endCxn id="19" idx="3"/>
          </p:cNvCxnSpPr>
          <p:nvPr/>
        </p:nvCxnSpPr>
        <p:spPr bwMode="auto">
          <a:xfrm flipH="1" flipV="1">
            <a:off x="8866168" y="4053444"/>
            <a:ext cx="593697" cy="923914"/>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cxnSp>
        <p:nvCxnSpPr>
          <p:cNvPr id="48" name="直線矢印コネクタ 47">
            <a:extLst>
              <a:ext uri="{FF2B5EF4-FFF2-40B4-BE49-F238E27FC236}">
                <a16:creationId xmlns:a16="http://schemas.microsoft.com/office/drawing/2014/main" id="{91158977-F4CC-7D21-9650-29A46BFEC699}"/>
              </a:ext>
            </a:extLst>
          </p:cNvPr>
          <p:cNvCxnSpPr>
            <a:cxnSpLocks/>
            <a:stCxn id="30" idx="1"/>
            <a:endCxn id="26" idx="3"/>
          </p:cNvCxnSpPr>
          <p:nvPr/>
        </p:nvCxnSpPr>
        <p:spPr bwMode="auto">
          <a:xfrm flipH="1">
            <a:off x="8866168" y="4977358"/>
            <a:ext cx="593697" cy="583720"/>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13" name="テキスト ボックス 12">
            <a:extLst>
              <a:ext uri="{FF2B5EF4-FFF2-40B4-BE49-F238E27FC236}">
                <a16:creationId xmlns:a16="http://schemas.microsoft.com/office/drawing/2014/main" id="{7992FF2F-A093-EDC2-33A1-4A529394D6C4}"/>
              </a:ext>
            </a:extLst>
          </p:cNvPr>
          <p:cNvSpPr txBox="1"/>
          <p:nvPr/>
        </p:nvSpPr>
        <p:spPr bwMode="auto">
          <a:xfrm>
            <a:off x="5640210" y="6592396"/>
            <a:ext cx="13752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#STAY#</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A6300419-31FB-4EF5-F1EF-F58FB9ECD854}"/>
              </a:ext>
            </a:extLst>
          </p:cNvPr>
          <p:cNvSpPr txBox="1"/>
          <p:nvPr/>
        </p:nvSpPr>
        <p:spPr bwMode="auto">
          <a:xfrm>
            <a:off x="7038905" y="6592396"/>
            <a:ext cx="179339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#NONUMBERING#</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165428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5" name="exportrange">
            <a:extLst>
              <a:ext uri="{FF2B5EF4-FFF2-40B4-BE49-F238E27FC236}">
                <a16:creationId xmlns:a16="http://schemas.microsoft.com/office/drawing/2014/main" id="{790E82AF-C0A4-ED9B-E27A-B8371D6B55AB}"/>
              </a:ext>
            </a:extLst>
          </p:cNvPr>
          <p:cNvSpPr/>
          <p:nvPr/>
        </p:nvSpPr>
        <p:spPr bwMode="auto">
          <a:xfrm>
            <a:off x="898656" y="1068527"/>
            <a:ext cx="10598232" cy="5649436"/>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en-US" altLang="ja-JP"/>
              <a:t>#CHAPT# </a:t>
            </a:r>
            <a:r>
              <a:rPr lang="ja-JP" altLang="en-US"/>
              <a:t>マーカーの埋め込み</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4" name="テキスト ボックス 3">
            <a:extLst>
              <a:ext uri="{FF2B5EF4-FFF2-40B4-BE49-F238E27FC236}">
                <a16:creationId xmlns:a16="http://schemas.microsoft.com/office/drawing/2014/main" id="{A242240D-58C1-F648-05BD-09662556ED07}"/>
              </a:ext>
            </a:extLst>
          </p:cNvPr>
          <p:cNvSpPr txBox="1"/>
          <p:nvPr/>
        </p:nvSpPr>
        <p:spPr bwMode="auto">
          <a:xfrm>
            <a:off x="986999" y="1033769"/>
            <a:ext cx="1009388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marL="342900" indent="-342900" algn="l">
              <a:buFont typeface="Arial" panose="020B0604020202020204" pitchFamily="34" charset="0"/>
              <a:buChar char="•"/>
            </a:pPr>
            <a:r>
              <a:rPr kumimoji="1" lang="ja-JP" altLang="en-US" kern="0">
                <a:latin typeface="BIZ UDPゴシック" panose="020B0400000000000000" pitchFamily="50" charset="-128"/>
                <a:ea typeface="BIZ UDPゴシック" panose="020B0400000000000000" pitchFamily="50" charset="-128"/>
              </a:rPr>
              <a:t>スライドのどこか任意の場所に </a:t>
            </a:r>
            <a:r>
              <a:rPr lang="en-US" altLang="ja-JP" kern="0">
                <a:latin typeface="BIZ UDPゴシック" panose="020B0400000000000000" pitchFamily="50" charset="-128"/>
                <a:ea typeface="BIZ UDPゴシック" panose="020B0400000000000000" pitchFamily="50" charset="-128"/>
              </a:rPr>
              <a:t>#CHAPT# </a:t>
            </a:r>
            <a:r>
              <a:rPr lang="ja-JP" altLang="en-US" kern="0">
                <a:latin typeface="BIZ UDPゴシック" panose="020B0400000000000000" pitchFamily="50" charset="-128"/>
                <a:ea typeface="BIZ UDPゴシック" panose="020B0400000000000000" pitchFamily="50" charset="-128"/>
              </a:rPr>
              <a:t>という文字列を埋め込むと、</a:t>
            </a:r>
            <a:r>
              <a:rPr lang="ja-JP" altLang="en-US" kern="0">
                <a:solidFill>
                  <a:schemeClr val="accent2"/>
                </a:solidFill>
                <a:latin typeface="BIZ UDPゴシック" panose="020B0400000000000000" pitchFamily="50" charset="-128"/>
                <a:ea typeface="BIZ UDPゴシック" panose="020B0400000000000000" pitchFamily="50" charset="-128"/>
              </a:rPr>
              <a:t>そのスライドから新しい</a:t>
            </a:r>
            <a:r>
              <a:rPr lang="en-US" altLang="ja-JP" kern="0">
                <a:solidFill>
                  <a:schemeClr val="accent2"/>
                </a:solidFill>
                <a:latin typeface="BIZ UDPゴシック" panose="020B0400000000000000" pitchFamily="50" charset="-128"/>
                <a:ea typeface="BIZ UDPゴシック" panose="020B0400000000000000" pitchFamily="50" charset="-128"/>
              </a:rPr>
              <a:t>Chapter</a:t>
            </a:r>
            <a:r>
              <a:rPr lang="ja-JP" altLang="en-US" kern="0">
                <a:solidFill>
                  <a:schemeClr val="accent2"/>
                </a:solidFill>
                <a:latin typeface="BIZ UDPゴシック" panose="020B0400000000000000" pitchFamily="50" charset="-128"/>
                <a:ea typeface="BIZ UDPゴシック" panose="020B0400000000000000" pitchFamily="50" charset="-128"/>
              </a:rPr>
              <a:t>が始まる</a:t>
            </a:r>
            <a:r>
              <a:rPr lang="ja-JP" altLang="en-US" kern="0">
                <a:latin typeface="BIZ UDPゴシック" panose="020B0400000000000000" pitchFamily="50" charset="-128"/>
                <a:ea typeface="BIZ UDPゴシック" panose="020B0400000000000000" pitchFamily="50" charset="-128"/>
              </a:rPr>
              <a:t>。</a:t>
            </a:r>
            <a:endParaRPr lang="en-US" altLang="ja-JP" kern="0">
              <a:latin typeface="BIZ UDPゴシック" panose="020B0400000000000000" pitchFamily="50" charset="-128"/>
              <a:ea typeface="BIZ UDPゴシック" panose="020B0400000000000000" pitchFamily="50" charset="-128"/>
            </a:endParaRPr>
          </a:p>
          <a:p>
            <a:pPr marL="342900" indent="-342900">
              <a:buFont typeface="Arial" panose="020B0604020202020204" pitchFamily="34" charset="0"/>
              <a:buChar char="•"/>
            </a:pPr>
            <a:r>
              <a:rPr lang="en-US" altLang="ja-JP" kern="0">
                <a:latin typeface="BIZ UDPゴシック" panose="020B0400000000000000" pitchFamily="50" charset="-128"/>
                <a:ea typeface="BIZ UDPゴシック" panose="020B0400000000000000" pitchFamily="50" charset="-128"/>
              </a:rPr>
              <a:t>Chapter </a:t>
            </a:r>
            <a:r>
              <a:rPr lang="ja-JP" altLang="en-US" kern="0">
                <a:latin typeface="BIZ UDPゴシック" panose="020B0400000000000000" pitchFamily="50" charset="-128"/>
                <a:ea typeface="BIZ UDPゴシック" panose="020B0400000000000000" pitchFamily="50" charset="-128"/>
              </a:rPr>
              <a:t>の先頭に、</a:t>
            </a:r>
            <a:r>
              <a:rPr lang="en-US" altLang="ja-JP" kern="0">
                <a:latin typeface="BIZ UDPゴシック" panose="020B0400000000000000" pitchFamily="50" charset="-128"/>
                <a:ea typeface="BIZ UDPゴシック" panose="020B0400000000000000" pitchFamily="50" charset="-128"/>
              </a:rPr>
              <a:t>Chapter </a:t>
            </a:r>
            <a:r>
              <a:rPr lang="ja-JP" altLang="en-US" kern="0">
                <a:latin typeface="BIZ UDPゴシック" panose="020B0400000000000000" pitchFamily="50" charset="-128"/>
                <a:ea typeface="BIZ UDPゴシック" panose="020B0400000000000000" pitchFamily="50" charset="-128"/>
              </a:rPr>
              <a:t>全体の内容予告や概要説明を行う</a:t>
            </a:r>
            <a:r>
              <a:rPr lang="en-US" altLang="ja-JP" kern="0">
                <a:latin typeface="BIZ UDPゴシック" panose="020B0400000000000000" pitchFamily="50" charset="-128"/>
                <a:ea typeface="BIZ UDPゴシック" panose="020B0400000000000000" pitchFamily="50" charset="-128"/>
              </a:rPr>
              <a:t>Chapter cover </a:t>
            </a:r>
            <a:r>
              <a:rPr lang="ja-JP" altLang="en-US" kern="0">
                <a:latin typeface="BIZ UDPゴシック" panose="020B0400000000000000" pitchFamily="50" charset="-128"/>
                <a:ea typeface="BIZ UDPゴシック" panose="020B0400000000000000" pitchFamily="50" charset="-128"/>
              </a:rPr>
              <a:t>を入れたいときに使うとよい。</a:t>
            </a:r>
            <a:endParaRPr kumimoji="1" lang="ja-JP" altLang="en-US" kern="0">
              <a:latin typeface="BIZ UDPゴシック" panose="020B0400000000000000" pitchFamily="50" charset="-128"/>
              <a:ea typeface="BIZ UDPゴシック" panose="020B0400000000000000" pitchFamily="50" charset="-128"/>
            </a:endParaRPr>
          </a:p>
        </p:txBody>
      </p:sp>
      <p:sp>
        <p:nvSpPr>
          <p:cNvPr id="7" name="正方形/長方形 6">
            <a:extLst>
              <a:ext uri="{FF2B5EF4-FFF2-40B4-BE49-F238E27FC236}">
                <a16:creationId xmlns:a16="http://schemas.microsoft.com/office/drawing/2014/main" id="{3865D5D9-3F3B-9ED0-444B-2CAFA5C6EB81}"/>
              </a:ext>
            </a:extLst>
          </p:cNvPr>
          <p:cNvSpPr/>
          <p:nvPr/>
        </p:nvSpPr>
        <p:spPr bwMode="auto">
          <a:xfrm>
            <a:off x="1216008" y="3280629"/>
            <a:ext cx="4117424" cy="2592288"/>
          </a:xfrm>
          <a:prstGeom prst="rect">
            <a:avLst/>
          </a:prstGeom>
          <a:solidFill>
            <a:schemeClr val="bg1"/>
          </a:solidFill>
          <a:ln w="38100" cap="flat" cmpd="sng" algn="ctr">
            <a:solidFill>
              <a:schemeClr val="tx2">
                <a:lumMod val="60000"/>
                <a:lumOff val="4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cxnSp>
        <p:nvCxnSpPr>
          <p:cNvPr id="9" name="直線コネクタ 8">
            <a:extLst>
              <a:ext uri="{FF2B5EF4-FFF2-40B4-BE49-F238E27FC236}">
                <a16:creationId xmlns:a16="http://schemas.microsoft.com/office/drawing/2014/main" id="{60AD2B2D-A571-1C9E-773D-07AEBA213341}"/>
              </a:ext>
            </a:extLst>
          </p:cNvPr>
          <p:cNvCxnSpPr/>
          <p:nvPr/>
        </p:nvCxnSpPr>
        <p:spPr bwMode="auto">
          <a:xfrm>
            <a:off x="1589016" y="3784685"/>
            <a:ext cx="3290079" cy="0"/>
          </a:xfrm>
          <a:prstGeom prst="line">
            <a:avLst/>
          </a:prstGeom>
          <a:solidFill>
            <a:srgbClr val="CCFFFF"/>
          </a:solidFill>
          <a:ln w="28575" cap="flat" cmpd="sng" algn="ctr">
            <a:solidFill>
              <a:schemeClr val="tx1">
                <a:lumMod val="75000"/>
                <a:lumOff val="25000"/>
              </a:schemeClr>
            </a:solidFill>
            <a:prstDash val="solid"/>
            <a:round/>
            <a:headEnd type="none" w="med" len="med"/>
            <a:tailEnd type="none" w="med" len="med"/>
          </a:ln>
          <a:effectLst/>
        </p:spPr>
      </p:cxnSp>
      <p:sp>
        <p:nvSpPr>
          <p:cNvPr id="10" name="テキスト ボックス 9">
            <a:extLst>
              <a:ext uri="{FF2B5EF4-FFF2-40B4-BE49-F238E27FC236}">
                <a16:creationId xmlns:a16="http://schemas.microsoft.com/office/drawing/2014/main" id="{CBD9CDF9-1FB9-07EF-F19E-81C22BBE2717}"/>
              </a:ext>
            </a:extLst>
          </p:cNvPr>
          <p:cNvSpPr txBox="1"/>
          <p:nvPr/>
        </p:nvSpPr>
        <p:spPr bwMode="auto">
          <a:xfrm>
            <a:off x="2266608" y="3347991"/>
            <a:ext cx="20162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スライドタイトル</a:t>
            </a:r>
          </a:p>
        </p:txBody>
      </p:sp>
      <p:sp>
        <p:nvSpPr>
          <p:cNvPr id="11" name="テキスト ボックス 10">
            <a:extLst>
              <a:ext uri="{FF2B5EF4-FFF2-40B4-BE49-F238E27FC236}">
                <a16:creationId xmlns:a16="http://schemas.microsoft.com/office/drawing/2014/main" id="{8A430FD3-585B-9606-9912-25335F3D4963}"/>
              </a:ext>
            </a:extLst>
          </p:cNvPr>
          <p:cNvSpPr txBox="1"/>
          <p:nvPr/>
        </p:nvSpPr>
        <p:spPr bwMode="auto">
          <a:xfrm>
            <a:off x="3965280" y="5560192"/>
            <a:ext cx="12961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400" kern="0">
                <a:latin typeface="BIZ UDPゴシック" panose="020B0400000000000000" pitchFamily="50" charset="-128"/>
                <a:ea typeface="BIZ UDPゴシック" panose="020B0400000000000000" pitchFamily="50" charset="-128"/>
              </a:rPr>
              <a:t>#CHAPT#</a:t>
            </a:r>
            <a:endParaRPr kumimoji="1" lang="ja-JP" altLang="en-US" sz="1400" kern="0">
              <a:latin typeface="BIZ UDPゴシック" panose="020B0400000000000000" pitchFamily="50" charset="-128"/>
              <a:ea typeface="BIZ UDPゴシック" panose="020B0400000000000000" pitchFamily="50" charset="-128"/>
            </a:endParaRPr>
          </a:p>
        </p:txBody>
      </p:sp>
      <p:sp>
        <p:nvSpPr>
          <p:cNvPr id="12" name="正方形/長方形 11">
            <a:extLst>
              <a:ext uri="{FF2B5EF4-FFF2-40B4-BE49-F238E27FC236}">
                <a16:creationId xmlns:a16="http://schemas.microsoft.com/office/drawing/2014/main" id="{97C8A096-36D4-C840-BD79-9F445DC4A1C8}"/>
              </a:ext>
            </a:extLst>
          </p:cNvPr>
          <p:cNvSpPr/>
          <p:nvPr/>
        </p:nvSpPr>
        <p:spPr bwMode="auto">
          <a:xfrm>
            <a:off x="7032104" y="3280629"/>
            <a:ext cx="4117424" cy="2592288"/>
          </a:xfrm>
          <a:prstGeom prst="rect">
            <a:avLst/>
          </a:prstGeom>
          <a:solidFill>
            <a:schemeClr val="bg1"/>
          </a:solidFill>
          <a:ln w="38100" cap="flat" cmpd="sng" algn="ctr">
            <a:solidFill>
              <a:schemeClr val="tx2">
                <a:lumMod val="60000"/>
                <a:lumOff val="4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cxnSp>
        <p:nvCxnSpPr>
          <p:cNvPr id="13" name="直線コネクタ 12">
            <a:extLst>
              <a:ext uri="{FF2B5EF4-FFF2-40B4-BE49-F238E27FC236}">
                <a16:creationId xmlns:a16="http://schemas.microsoft.com/office/drawing/2014/main" id="{B6459399-0091-CF40-1794-9458BBBADB83}"/>
              </a:ext>
            </a:extLst>
          </p:cNvPr>
          <p:cNvCxnSpPr/>
          <p:nvPr/>
        </p:nvCxnSpPr>
        <p:spPr bwMode="auto">
          <a:xfrm>
            <a:off x="7405112" y="3784685"/>
            <a:ext cx="3290079" cy="0"/>
          </a:xfrm>
          <a:prstGeom prst="line">
            <a:avLst/>
          </a:prstGeom>
          <a:solidFill>
            <a:srgbClr val="CCFFFF"/>
          </a:solidFill>
          <a:ln w="28575" cap="flat" cmpd="sng" algn="ctr">
            <a:solidFill>
              <a:schemeClr val="tx1">
                <a:lumMod val="75000"/>
                <a:lumOff val="25000"/>
              </a:schemeClr>
            </a:solidFill>
            <a:prstDash val="solid"/>
            <a:round/>
            <a:headEnd type="none" w="med" len="med"/>
            <a:tailEnd type="none" w="med" len="med"/>
          </a:ln>
          <a:effectLst/>
        </p:spPr>
      </p:cxnSp>
      <p:sp>
        <p:nvSpPr>
          <p:cNvPr id="17" name="テキスト ボックス 16">
            <a:extLst>
              <a:ext uri="{FF2B5EF4-FFF2-40B4-BE49-F238E27FC236}">
                <a16:creationId xmlns:a16="http://schemas.microsoft.com/office/drawing/2014/main" id="{A58C8AC9-C412-7998-5F0B-E668746223DB}"/>
              </a:ext>
            </a:extLst>
          </p:cNvPr>
          <p:cNvSpPr txBox="1"/>
          <p:nvPr/>
        </p:nvSpPr>
        <p:spPr bwMode="auto">
          <a:xfrm>
            <a:off x="7871001" y="3347991"/>
            <a:ext cx="24396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1) </a:t>
            </a:r>
            <a:r>
              <a:rPr kumimoji="1" lang="ja-JP" altLang="en-US" sz="1800" kern="0">
                <a:latin typeface="BIZ UDPゴシック" panose="020B0400000000000000" pitchFamily="50" charset="-128"/>
                <a:ea typeface="BIZ UDPゴシック" panose="020B0400000000000000" pitchFamily="50" charset="-128"/>
              </a:rPr>
              <a:t>スライドタイトル</a:t>
            </a:r>
          </a:p>
        </p:txBody>
      </p:sp>
      <p:cxnSp>
        <p:nvCxnSpPr>
          <p:cNvPr id="25" name="直線矢印コネクタ 24">
            <a:extLst>
              <a:ext uri="{FF2B5EF4-FFF2-40B4-BE49-F238E27FC236}">
                <a16:creationId xmlns:a16="http://schemas.microsoft.com/office/drawing/2014/main" id="{957156AA-9AFB-51B2-9E24-9D631F2FC988}"/>
              </a:ext>
            </a:extLst>
          </p:cNvPr>
          <p:cNvCxnSpPr/>
          <p:nvPr/>
        </p:nvCxnSpPr>
        <p:spPr bwMode="auto">
          <a:xfrm>
            <a:off x="5589918" y="4504765"/>
            <a:ext cx="1224136"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26" name="テキスト ボックス 25">
            <a:extLst>
              <a:ext uri="{FF2B5EF4-FFF2-40B4-BE49-F238E27FC236}">
                <a16:creationId xmlns:a16="http://schemas.microsoft.com/office/drawing/2014/main" id="{6DB93985-923F-6E1F-F6D6-899D42F7B7A1}"/>
              </a:ext>
            </a:extLst>
          </p:cNvPr>
          <p:cNvSpPr txBox="1"/>
          <p:nvPr/>
        </p:nvSpPr>
        <p:spPr bwMode="auto">
          <a:xfrm>
            <a:off x="7104112" y="2429281"/>
            <a:ext cx="432048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600" kern="0">
                <a:latin typeface="BIZ UDPゴシック" panose="020B0400000000000000" pitchFamily="50" charset="-128"/>
                <a:ea typeface="BIZ UDPゴシック" panose="020B0400000000000000" pitchFamily="50" charset="-128"/>
              </a:rPr>
              <a:t>通常ページなら </a:t>
            </a:r>
            <a:r>
              <a:rPr lang="en-US" altLang="ja-JP" sz="1600" kern="0">
                <a:latin typeface="BIZ UDPゴシック" panose="020B0400000000000000" pitchFamily="50" charset="-128"/>
                <a:ea typeface="BIZ UDPゴシック" panose="020B0400000000000000" pitchFamily="50" charset="-128"/>
              </a:rPr>
              <a:t>1.1) </a:t>
            </a:r>
            <a:r>
              <a:rPr lang="ja-JP" altLang="en-US" sz="1600" kern="0">
                <a:latin typeface="BIZ UDPゴシック" panose="020B0400000000000000" pitchFamily="50" charset="-128"/>
                <a:ea typeface="BIZ UDPゴシック" panose="020B0400000000000000" pitchFamily="50" charset="-128"/>
              </a:rPr>
              <a:t>のところ、</a:t>
            </a:r>
            <a:r>
              <a:rPr lang="en-US" altLang="ja-JP" sz="1600" kern="0">
                <a:latin typeface="BIZ UDPゴシック" panose="020B0400000000000000" pitchFamily="50" charset="-128"/>
                <a:ea typeface="BIZ UDPゴシック" panose="020B0400000000000000" pitchFamily="50" charset="-128"/>
              </a:rPr>
              <a:t>Chapter cover </a:t>
            </a:r>
            <a:r>
              <a:rPr lang="ja-JP" altLang="en-US" sz="1600" kern="0">
                <a:latin typeface="BIZ UDPゴシック" panose="020B0400000000000000" pitchFamily="50" charset="-128"/>
                <a:ea typeface="BIZ UDPゴシック" panose="020B0400000000000000" pitchFamily="50" charset="-128"/>
              </a:rPr>
              <a:t>としてのナンバリングなので </a:t>
            </a:r>
            <a:r>
              <a:rPr lang="en-US" altLang="ja-JP" sz="1600" kern="0">
                <a:latin typeface="BIZ UDPゴシック" panose="020B0400000000000000" pitchFamily="50" charset="-128"/>
                <a:ea typeface="BIZ UDPゴシック" panose="020B0400000000000000" pitchFamily="50" charset="-128"/>
              </a:rPr>
              <a:t>1) </a:t>
            </a:r>
            <a:r>
              <a:rPr lang="ja-JP" altLang="en-US" sz="1600" kern="0">
                <a:latin typeface="BIZ UDPゴシック" panose="020B0400000000000000" pitchFamily="50" charset="-128"/>
                <a:ea typeface="BIZ UDPゴシック" panose="020B0400000000000000" pitchFamily="50" charset="-128"/>
              </a:rPr>
              <a:t>のみ</a:t>
            </a:r>
            <a:endParaRPr kumimoji="1" lang="ja-JP" altLang="en-US" sz="1600" kern="0">
              <a:latin typeface="BIZ UDPゴシック" panose="020B0400000000000000" pitchFamily="50" charset="-128"/>
              <a:ea typeface="BIZ UDPゴシック" panose="020B0400000000000000" pitchFamily="50" charset="-128"/>
            </a:endParaRPr>
          </a:p>
        </p:txBody>
      </p:sp>
      <p:cxnSp>
        <p:nvCxnSpPr>
          <p:cNvPr id="27" name="直線矢印コネクタ 26">
            <a:extLst>
              <a:ext uri="{FF2B5EF4-FFF2-40B4-BE49-F238E27FC236}">
                <a16:creationId xmlns:a16="http://schemas.microsoft.com/office/drawing/2014/main" id="{82CA32BC-54C7-B407-EC6B-B415D8448C13}"/>
              </a:ext>
            </a:extLst>
          </p:cNvPr>
          <p:cNvCxnSpPr>
            <a:cxnSpLocks/>
          </p:cNvCxnSpPr>
          <p:nvPr/>
        </p:nvCxnSpPr>
        <p:spPr bwMode="auto">
          <a:xfrm>
            <a:off x="7769118" y="3014293"/>
            <a:ext cx="216024" cy="367329"/>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29" name="テキスト ボックス 28">
            <a:extLst>
              <a:ext uri="{FF2B5EF4-FFF2-40B4-BE49-F238E27FC236}">
                <a16:creationId xmlns:a16="http://schemas.microsoft.com/office/drawing/2014/main" id="{894424EA-F1F9-4EE2-C966-254A3B17B2B2}"/>
              </a:ext>
            </a:extLst>
          </p:cNvPr>
          <p:cNvSpPr txBox="1"/>
          <p:nvPr/>
        </p:nvSpPr>
        <p:spPr bwMode="auto">
          <a:xfrm>
            <a:off x="5626935" y="4148029"/>
            <a:ext cx="12961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400" kern="0">
                <a:latin typeface="BIZ UDPゴシック" panose="020B0400000000000000" pitchFamily="50" charset="-128"/>
                <a:ea typeface="BIZ UDPゴシック" panose="020B0400000000000000" pitchFamily="50" charset="-128"/>
              </a:rPr>
              <a:t>pptmerge</a:t>
            </a:r>
            <a:endParaRPr kumimoji="1" lang="ja-JP" altLang="en-US" sz="1400" kern="0">
              <a:latin typeface="BIZ UDPゴシック" panose="020B0400000000000000" pitchFamily="50" charset="-128"/>
              <a:ea typeface="BIZ UDPゴシック" panose="020B0400000000000000" pitchFamily="50" charset="-128"/>
            </a:endParaRPr>
          </a:p>
        </p:txBody>
      </p:sp>
      <p:sp>
        <p:nvSpPr>
          <p:cNvPr id="31" name="テキスト ボックス 30">
            <a:extLst>
              <a:ext uri="{FF2B5EF4-FFF2-40B4-BE49-F238E27FC236}">
                <a16:creationId xmlns:a16="http://schemas.microsoft.com/office/drawing/2014/main" id="{1D76EFE0-4DD9-5CD9-97BE-1529BD8CC1C4}"/>
              </a:ext>
            </a:extLst>
          </p:cNvPr>
          <p:cNvSpPr txBox="1"/>
          <p:nvPr/>
        </p:nvSpPr>
        <p:spPr bwMode="auto">
          <a:xfrm>
            <a:off x="2486210" y="2826366"/>
            <a:ext cx="371577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600" kern="0">
                <a:latin typeface="BIZ UDPゴシック" panose="020B0400000000000000" pitchFamily="50" charset="-128"/>
                <a:ea typeface="BIZ UDPゴシック" panose="020B0400000000000000" pitchFamily="50" charset="-128"/>
              </a:rPr>
              <a:t>マーカー文字列はどこかにあればよい。</a:t>
            </a:r>
            <a:endParaRPr kumimoji="1" lang="ja-JP" altLang="en-US" sz="1600" kern="0">
              <a:latin typeface="BIZ UDPゴシック" panose="020B0400000000000000" pitchFamily="50" charset="-128"/>
              <a:ea typeface="BIZ UDPゴシック" panose="020B0400000000000000" pitchFamily="50" charset="-128"/>
            </a:endParaRPr>
          </a:p>
        </p:txBody>
      </p:sp>
      <p:cxnSp>
        <p:nvCxnSpPr>
          <p:cNvPr id="32" name="直線矢印コネクタ 31">
            <a:extLst>
              <a:ext uri="{FF2B5EF4-FFF2-40B4-BE49-F238E27FC236}">
                <a16:creationId xmlns:a16="http://schemas.microsoft.com/office/drawing/2014/main" id="{857CF738-29CE-9EE3-55FC-2A5D777D3726}"/>
              </a:ext>
            </a:extLst>
          </p:cNvPr>
          <p:cNvCxnSpPr>
            <a:cxnSpLocks/>
          </p:cNvCxnSpPr>
          <p:nvPr/>
        </p:nvCxnSpPr>
        <p:spPr bwMode="auto">
          <a:xfrm>
            <a:off x="4314871" y="3175626"/>
            <a:ext cx="216024" cy="2379618"/>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34" name="テキスト ボックス 33">
            <a:extLst>
              <a:ext uri="{FF2B5EF4-FFF2-40B4-BE49-F238E27FC236}">
                <a16:creationId xmlns:a16="http://schemas.microsoft.com/office/drawing/2014/main" id="{292CCA63-2D9F-6C5A-6066-7530F20A2028}"/>
              </a:ext>
            </a:extLst>
          </p:cNvPr>
          <p:cNvSpPr txBox="1"/>
          <p:nvPr/>
        </p:nvSpPr>
        <p:spPr bwMode="auto">
          <a:xfrm>
            <a:off x="8616280" y="6084585"/>
            <a:ext cx="290551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1600" kern="0">
                <a:latin typeface="BIZ UDPゴシック" panose="020B0400000000000000" pitchFamily="50" charset="-128"/>
                <a:ea typeface="BIZ UDPゴシック" panose="020B0400000000000000" pitchFamily="50" charset="-128"/>
              </a:rPr>
              <a:t>マーカー文字列は変換後スライドからは消去されます</a:t>
            </a:r>
            <a:endParaRPr kumimoji="1" lang="ja-JP" altLang="en-US" sz="1600" kern="0">
              <a:latin typeface="BIZ UDPゴシック" panose="020B0400000000000000" pitchFamily="50" charset="-128"/>
              <a:ea typeface="BIZ UDPゴシック" panose="020B0400000000000000" pitchFamily="50" charset="-128"/>
            </a:endParaRPr>
          </a:p>
        </p:txBody>
      </p:sp>
      <p:cxnSp>
        <p:nvCxnSpPr>
          <p:cNvPr id="35" name="直線矢印コネクタ 34">
            <a:extLst>
              <a:ext uri="{FF2B5EF4-FFF2-40B4-BE49-F238E27FC236}">
                <a16:creationId xmlns:a16="http://schemas.microsoft.com/office/drawing/2014/main" id="{927C2D0D-F7CC-2E93-3A4C-98161DFF0143}"/>
              </a:ext>
            </a:extLst>
          </p:cNvPr>
          <p:cNvCxnSpPr>
            <a:cxnSpLocks/>
          </p:cNvCxnSpPr>
          <p:nvPr/>
        </p:nvCxnSpPr>
        <p:spPr bwMode="auto">
          <a:xfrm flipV="1">
            <a:off x="9238471" y="5783933"/>
            <a:ext cx="830568" cy="389636"/>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cxnSp>
        <p:nvCxnSpPr>
          <p:cNvPr id="37" name="直線矢印コネクタ 36">
            <a:extLst>
              <a:ext uri="{FF2B5EF4-FFF2-40B4-BE49-F238E27FC236}">
                <a16:creationId xmlns:a16="http://schemas.microsoft.com/office/drawing/2014/main" id="{9125A830-C41E-6861-34A8-C96924B7AC79}"/>
              </a:ext>
            </a:extLst>
          </p:cNvPr>
          <p:cNvCxnSpPr>
            <a:cxnSpLocks/>
            <a:endCxn id="11" idx="3"/>
          </p:cNvCxnSpPr>
          <p:nvPr/>
        </p:nvCxnSpPr>
        <p:spPr bwMode="auto">
          <a:xfrm flipH="1" flipV="1">
            <a:off x="5261424" y="5714081"/>
            <a:ext cx="3282409" cy="504057"/>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14" name="テキスト ボックス 13">
            <a:extLst>
              <a:ext uri="{FF2B5EF4-FFF2-40B4-BE49-F238E27FC236}">
                <a16:creationId xmlns:a16="http://schemas.microsoft.com/office/drawing/2014/main" id="{17BBDDC2-96A9-7114-0B91-620EC3BA0AAD}"/>
              </a:ext>
            </a:extLst>
          </p:cNvPr>
          <p:cNvSpPr txBox="1"/>
          <p:nvPr/>
        </p:nvSpPr>
        <p:spPr bwMode="auto">
          <a:xfrm>
            <a:off x="3982299" y="6592396"/>
            <a:ext cx="13752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#NOREPLACE#</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DB51BA83-55D1-5648-4D6E-12700394C3FF}"/>
              </a:ext>
            </a:extLst>
          </p:cNvPr>
          <p:cNvSpPr txBox="1"/>
          <p:nvPr/>
        </p:nvSpPr>
        <p:spPr bwMode="auto">
          <a:xfrm>
            <a:off x="5640210" y="6592396"/>
            <a:ext cx="13752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#STAY#</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80E9647C-C9C8-1E88-82D2-F87827246616}"/>
              </a:ext>
            </a:extLst>
          </p:cNvPr>
          <p:cNvSpPr txBox="1"/>
          <p:nvPr/>
        </p:nvSpPr>
        <p:spPr bwMode="auto">
          <a:xfrm>
            <a:off x="7038905" y="6592396"/>
            <a:ext cx="179339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#NONUMBERING#</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
        <p:nvSpPr>
          <p:cNvPr id="6" name="正方形/長方形 5">
            <a:extLst>
              <a:ext uri="{FF2B5EF4-FFF2-40B4-BE49-F238E27FC236}">
                <a16:creationId xmlns:a16="http://schemas.microsoft.com/office/drawing/2014/main" id="{9489DFE7-657C-13D6-AD64-9240AD08AFF5}"/>
              </a:ext>
            </a:extLst>
          </p:cNvPr>
          <p:cNvSpPr/>
          <p:nvPr/>
        </p:nvSpPr>
        <p:spPr bwMode="auto">
          <a:xfrm>
            <a:off x="8472264" y="195005"/>
            <a:ext cx="3393824"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100" b="1" i="0" u="none" strike="noStrike" cap="none" normalizeH="0" baseline="0">
                <a:ln>
                  <a:noFill/>
                </a:ln>
                <a:effectLst/>
                <a:latin typeface="BIZ UDPゴシック" panose="020B0400000000000000" pitchFamily="50" charset="-128"/>
                <a:ea typeface="BIZ UDPゴシック" panose="020B0400000000000000" pitchFamily="50" charset="-128"/>
              </a:rPr>
              <a:t>&lt;__FILENAME__&gt;</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896260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7" name="exportrange">
            <a:extLst>
              <a:ext uri="{FF2B5EF4-FFF2-40B4-BE49-F238E27FC236}">
                <a16:creationId xmlns:a16="http://schemas.microsoft.com/office/drawing/2014/main" id="{1520B57C-D5F9-E7DC-56B9-4C355234370D}"/>
              </a:ext>
            </a:extLst>
          </p:cNvPr>
          <p:cNvSpPr/>
          <p:nvPr/>
        </p:nvSpPr>
        <p:spPr bwMode="auto">
          <a:xfrm>
            <a:off x="898656" y="932443"/>
            <a:ext cx="9733848" cy="5448885"/>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en-US" altLang="ja-JP"/>
              <a:t>1</a:t>
            </a:r>
            <a:r>
              <a:rPr lang="ja-JP" altLang="en-US"/>
              <a:t>ファイル中の複数 </a:t>
            </a:r>
            <a:r>
              <a:rPr lang="en-US" altLang="ja-JP"/>
              <a:t>#CHAPT# </a:t>
            </a:r>
            <a:r>
              <a:rPr lang="ja-JP" altLang="en-US"/>
              <a:t>も可能</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4" name="正方形/長方形 3">
            <a:extLst>
              <a:ext uri="{FF2B5EF4-FFF2-40B4-BE49-F238E27FC236}">
                <a16:creationId xmlns:a16="http://schemas.microsoft.com/office/drawing/2014/main" id="{56AB2EEE-25F9-69C4-1CB9-054755CFDC6F}"/>
              </a:ext>
            </a:extLst>
          </p:cNvPr>
          <p:cNvSpPr/>
          <p:nvPr/>
        </p:nvSpPr>
        <p:spPr bwMode="auto">
          <a:xfrm>
            <a:off x="1498283" y="2924944"/>
            <a:ext cx="2379200" cy="3312368"/>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5" name="正方形/長方形 4">
            <a:extLst>
              <a:ext uri="{FF2B5EF4-FFF2-40B4-BE49-F238E27FC236}">
                <a16:creationId xmlns:a16="http://schemas.microsoft.com/office/drawing/2014/main" id="{8F368053-AAF9-37E8-640B-B8BBAD2E2A5F}"/>
              </a:ext>
            </a:extLst>
          </p:cNvPr>
          <p:cNvSpPr/>
          <p:nvPr/>
        </p:nvSpPr>
        <p:spPr bwMode="auto">
          <a:xfrm>
            <a:off x="1750640" y="3583489"/>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A1</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0" name="正方形/長方形 9">
            <a:extLst>
              <a:ext uri="{FF2B5EF4-FFF2-40B4-BE49-F238E27FC236}">
                <a16:creationId xmlns:a16="http://schemas.microsoft.com/office/drawing/2014/main" id="{EE38BCC6-0113-5EA9-5498-60242E3D410D}"/>
              </a:ext>
            </a:extLst>
          </p:cNvPr>
          <p:cNvSpPr/>
          <p:nvPr/>
        </p:nvSpPr>
        <p:spPr bwMode="auto">
          <a:xfrm>
            <a:off x="1750640" y="4103180"/>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A2</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ACCEED8A-9271-F5F0-0B20-8023DA46330E}"/>
              </a:ext>
            </a:extLst>
          </p:cNvPr>
          <p:cNvSpPr txBox="1"/>
          <p:nvPr/>
        </p:nvSpPr>
        <p:spPr bwMode="auto">
          <a:xfrm>
            <a:off x="1661509" y="2483604"/>
            <a:ext cx="21929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sz="1800" kern="0">
                <a:latin typeface="BIZ UDPゴシック" panose="020B0400000000000000" pitchFamily="50" charset="-128"/>
                <a:ea typeface="BIZ UDPゴシック" panose="020B0400000000000000" pitchFamily="50" charset="-128"/>
              </a:rPr>
              <a:t>A.pptx</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12" name="正方形/長方形 11">
            <a:extLst>
              <a:ext uri="{FF2B5EF4-FFF2-40B4-BE49-F238E27FC236}">
                <a16:creationId xmlns:a16="http://schemas.microsoft.com/office/drawing/2014/main" id="{32B5C569-F5B7-1517-66BC-56089DEF0853}"/>
              </a:ext>
            </a:extLst>
          </p:cNvPr>
          <p:cNvSpPr/>
          <p:nvPr/>
        </p:nvSpPr>
        <p:spPr bwMode="auto">
          <a:xfrm>
            <a:off x="1750640" y="3068960"/>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A0</a:t>
            </a:r>
            <a:r>
              <a:rPr kumimoji="1" lang="ja-JP" altLang="en-US" sz="1600" b="1" i="0" u="none" strike="noStrike" cap="none" normalizeH="0" baseline="0">
                <a:ln>
                  <a:noFill/>
                </a:ln>
                <a:effectLst/>
                <a:latin typeface="BIZ UDPゴシック" panose="020B0400000000000000" pitchFamily="50" charset="-128"/>
                <a:ea typeface="BIZ UDPゴシック" panose="020B0400000000000000" pitchFamily="50" charset="-128"/>
              </a:rPr>
              <a:t>　</a:t>
            </a: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#CHAPT#</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3" name="正方形/長方形 12">
            <a:extLst>
              <a:ext uri="{FF2B5EF4-FFF2-40B4-BE49-F238E27FC236}">
                <a16:creationId xmlns:a16="http://schemas.microsoft.com/office/drawing/2014/main" id="{109F5D17-7A5C-99FF-6C9D-41ACC64299B4}"/>
              </a:ext>
            </a:extLst>
          </p:cNvPr>
          <p:cNvSpPr/>
          <p:nvPr/>
        </p:nvSpPr>
        <p:spPr bwMode="auto">
          <a:xfrm>
            <a:off x="1750640" y="5214006"/>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A4</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4" name="正方形/長方形 13">
            <a:extLst>
              <a:ext uri="{FF2B5EF4-FFF2-40B4-BE49-F238E27FC236}">
                <a16:creationId xmlns:a16="http://schemas.microsoft.com/office/drawing/2014/main" id="{53F99760-A50B-3A26-A5B5-D70DDC6DEBA6}"/>
              </a:ext>
            </a:extLst>
          </p:cNvPr>
          <p:cNvSpPr/>
          <p:nvPr/>
        </p:nvSpPr>
        <p:spPr bwMode="auto">
          <a:xfrm>
            <a:off x="1750640" y="5733697"/>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A5</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5" name="正方形/長方形 14">
            <a:extLst>
              <a:ext uri="{FF2B5EF4-FFF2-40B4-BE49-F238E27FC236}">
                <a16:creationId xmlns:a16="http://schemas.microsoft.com/office/drawing/2014/main" id="{16EC4801-E32D-40BD-7E32-C654726A34AB}"/>
              </a:ext>
            </a:extLst>
          </p:cNvPr>
          <p:cNvSpPr/>
          <p:nvPr/>
        </p:nvSpPr>
        <p:spPr bwMode="auto">
          <a:xfrm>
            <a:off x="1750640" y="4699477"/>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A3</a:t>
            </a:r>
            <a:r>
              <a:rPr kumimoji="1" lang="ja-JP" altLang="en-US" sz="1600" b="1" i="0" u="none" strike="noStrike" cap="none" normalizeH="0" baseline="0">
                <a:ln>
                  <a:noFill/>
                </a:ln>
                <a:effectLst/>
                <a:latin typeface="BIZ UDPゴシック" panose="020B0400000000000000" pitchFamily="50" charset="-128"/>
                <a:ea typeface="BIZ UDPゴシック" panose="020B0400000000000000" pitchFamily="50" charset="-128"/>
              </a:rPr>
              <a:t>　</a:t>
            </a: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#CHAPT#</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22" name="テキスト ボックス 21">
            <a:extLst>
              <a:ext uri="{FF2B5EF4-FFF2-40B4-BE49-F238E27FC236}">
                <a16:creationId xmlns:a16="http://schemas.microsoft.com/office/drawing/2014/main" id="{202CABBB-D5C0-C8FD-445E-B80A52D61AF7}"/>
              </a:ext>
            </a:extLst>
          </p:cNvPr>
          <p:cNvSpPr txBox="1"/>
          <p:nvPr/>
        </p:nvSpPr>
        <p:spPr bwMode="auto">
          <a:xfrm>
            <a:off x="4795347" y="3507818"/>
            <a:ext cx="201802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kern="0">
                <a:latin typeface="BIZ UDPゴシック" panose="020B0400000000000000" pitchFamily="50" charset="-128"/>
                <a:ea typeface="BIZ UDPゴシック" panose="020B0400000000000000" pitchFamily="50" charset="-128"/>
              </a:rPr>
              <a:t>pptmerge</a:t>
            </a:r>
            <a:endParaRPr kumimoji="1" lang="ja-JP" altLang="en-US" kern="0">
              <a:latin typeface="BIZ UDPゴシック" panose="020B0400000000000000" pitchFamily="50" charset="-128"/>
              <a:ea typeface="BIZ UDPゴシック" panose="020B0400000000000000" pitchFamily="50" charset="-128"/>
            </a:endParaRPr>
          </a:p>
        </p:txBody>
      </p:sp>
      <p:cxnSp>
        <p:nvCxnSpPr>
          <p:cNvPr id="23" name="直線矢印コネクタ 22">
            <a:extLst>
              <a:ext uri="{FF2B5EF4-FFF2-40B4-BE49-F238E27FC236}">
                <a16:creationId xmlns:a16="http://schemas.microsoft.com/office/drawing/2014/main" id="{5D6402ED-FE92-178D-1BC0-E18CC6F7DC1D}"/>
              </a:ext>
            </a:extLst>
          </p:cNvPr>
          <p:cNvCxnSpPr>
            <a:cxnSpLocks/>
          </p:cNvCxnSpPr>
          <p:nvPr/>
        </p:nvCxnSpPr>
        <p:spPr bwMode="auto">
          <a:xfrm>
            <a:off x="4225833" y="3987284"/>
            <a:ext cx="3393129"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24" name="テキスト ボックス 23">
            <a:extLst>
              <a:ext uri="{FF2B5EF4-FFF2-40B4-BE49-F238E27FC236}">
                <a16:creationId xmlns:a16="http://schemas.microsoft.com/office/drawing/2014/main" id="{C5740383-F433-B0E0-6441-79FC4F1287E6}"/>
              </a:ext>
            </a:extLst>
          </p:cNvPr>
          <p:cNvSpPr txBox="1"/>
          <p:nvPr/>
        </p:nvSpPr>
        <p:spPr bwMode="auto">
          <a:xfrm>
            <a:off x="4322343" y="5294635"/>
            <a:ext cx="316467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sz="1800" kern="0">
                <a:latin typeface="BIZ UDPゴシック" panose="020B0400000000000000" pitchFamily="50" charset="-128"/>
                <a:ea typeface="BIZ UDPゴシック" panose="020B0400000000000000" pitchFamily="50" charset="-128"/>
              </a:rPr>
              <a:t>1</a:t>
            </a:r>
            <a:r>
              <a:rPr kumimoji="1" lang="ja-JP" altLang="en-US" sz="1800" kern="0">
                <a:latin typeface="BIZ UDPゴシック" panose="020B0400000000000000" pitchFamily="50" charset="-128"/>
                <a:ea typeface="BIZ UDPゴシック" panose="020B0400000000000000" pitchFamily="50" charset="-128"/>
              </a:rPr>
              <a:t>ファイル中に複数の </a:t>
            </a:r>
            <a:r>
              <a:rPr kumimoji="1" lang="en-US" altLang="ja-JP" sz="1800" kern="0">
                <a:latin typeface="BIZ UDPゴシック" panose="020B0400000000000000" pitchFamily="50" charset="-128"/>
                <a:ea typeface="BIZ UDPゴシック" panose="020B0400000000000000" pitchFamily="50" charset="-128"/>
              </a:rPr>
              <a:t>#CHAPT# </a:t>
            </a:r>
            <a:r>
              <a:rPr kumimoji="1" lang="ja-JP" altLang="en-US" sz="1800" kern="0">
                <a:latin typeface="BIZ UDPゴシック" panose="020B0400000000000000" pitchFamily="50" charset="-128"/>
                <a:ea typeface="BIZ UDPゴシック" panose="020B0400000000000000" pitchFamily="50" charset="-128"/>
              </a:rPr>
              <a:t>を入れてもよい</a:t>
            </a:r>
          </a:p>
        </p:txBody>
      </p:sp>
      <p:sp>
        <p:nvSpPr>
          <p:cNvPr id="28" name="正方形/長方形 27">
            <a:extLst>
              <a:ext uri="{FF2B5EF4-FFF2-40B4-BE49-F238E27FC236}">
                <a16:creationId xmlns:a16="http://schemas.microsoft.com/office/drawing/2014/main" id="{D1F8D108-98FD-8EB2-F4F7-8FB269CEE998}"/>
              </a:ext>
            </a:extLst>
          </p:cNvPr>
          <p:cNvSpPr/>
          <p:nvPr/>
        </p:nvSpPr>
        <p:spPr bwMode="auto">
          <a:xfrm>
            <a:off x="7931875" y="2924944"/>
            <a:ext cx="2379200" cy="3312368"/>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9" name="正方形/長方形 28">
            <a:extLst>
              <a:ext uri="{FF2B5EF4-FFF2-40B4-BE49-F238E27FC236}">
                <a16:creationId xmlns:a16="http://schemas.microsoft.com/office/drawing/2014/main" id="{3D7C9828-A92F-AC3F-D6C6-1EE12AF4105A}"/>
              </a:ext>
            </a:extLst>
          </p:cNvPr>
          <p:cNvSpPr/>
          <p:nvPr/>
        </p:nvSpPr>
        <p:spPr bwMode="auto">
          <a:xfrm>
            <a:off x="8184232" y="3583489"/>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1.1) A1</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30" name="正方形/長方形 29">
            <a:extLst>
              <a:ext uri="{FF2B5EF4-FFF2-40B4-BE49-F238E27FC236}">
                <a16:creationId xmlns:a16="http://schemas.microsoft.com/office/drawing/2014/main" id="{26B60364-CA4C-49B3-39C0-CD899551A88D}"/>
              </a:ext>
            </a:extLst>
          </p:cNvPr>
          <p:cNvSpPr/>
          <p:nvPr/>
        </p:nvSpPr>
        <p:spPr bwMode="auto">
          <a:xfrm>
            <a:off x="8184232" y="4103180"/>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1.2) A2</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32" name="正方形/長方形 31">
            <a:extLst>
              <a:ext uri="{FF2B5EF4-FFF2-40B4-BE49-F238E27FC236}">
                <a16:creationId xmlns:a16="http://schemas.microsoft.com/office/drawing/2014/main" id="{AED7C5FC-7FD2-12E3-0B3F-CDE82EABA58B}"/>
              </a:ext>
            </a:extLst>
          </p:cNvPr>
          <p:cNvSpPr/>
          <p:nvPr/>
        </p:nvSpPr>
        <p:spPr bwMode="auto">
          <a:xfrm>
            <a:off x="8184232" y="3068960"/>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1) A0</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33" name="正方形/長方形 32">
            <a:extLst>
              <a:ext uri="{FF2B5EF4-FFF2-40B4-BE49-F238E27FC236}">
                <a16:creationId xmlns:a16="http://schemas.microsoft.com/office/drawing/2014/main" id="{F1FDDD0C-EB1C-5264-E109-8F13995AA7F7}"/>
              </a:ext>
            </a:extLst>
          </p:cNvPr>
          <p:cNvSpPr/>
          <p:nvPr/>
        </p:nvSpPr>
        <p:spPr bwMode="auto">
          <a:xfrm>
            <a:off x="8184232" y="5214006"/>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2.1) A4</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34" name="正方形/長方形 33">
            <a:extLst>
              <a:ext uri="{FF2B5EF4-FFF2-40B4-BE49-F238E27FC236}">
                <a16:creationId xmlns:a16="http://schemas.microsoft.com/office/drawing/2014/main" id="{C57AFE22-08C9-488F-1D40-A1201263CB31}"/>
              </a:ext>
            </a:extLst>
          </p:cNvPr>
          <p:cNvSpPr/>
          <p:nvPr/>
        </p:nvSpPr>
        <p:spPr bwMode="auto">
          <a:xfrm>
            <a:off x="8184232" y="5733697"/>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2.2) A5</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35" name="正方形/長方形 34">
            <a:extLst>
              <a:ext uri="{FF2B5EF4-FFF2-40B4-BE49-F238E27FC236}">
                <a16:creationId xmlns:a16="http://schemas.microsoft.com/office/drawing/2014/main" id="{3436CE44-E3E7-32DD-1253-CFF9D40B0B2E}"/>
              </a:ext>
            </a:extLst>
          </p:cNvPr>
          <p:cNvSpPr/>
          <p:nvPr/>
        </p:nvSpPr>
        <p:spPr bwMode="auto">
          <a:xfrm>
            <a:off x="8184232" y="4699477"/>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2) A3</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36" name="テキスト ボックス 35">
            <a:extLst>
              <a:ext uri="{FF2B5EF4-FFF2-40B4-BE49-F238E27FC236}">
                <a16:creationId xmlns:a16="http://schemas.microsoft.com/office/drawing/2014/main" id="{7CE9B992-D4A9-9372-ED2B-C8A407AF5700}"/>
              </a:ext>
            </a:extLst>
          </p:cNvPr>
          <p:cNvSpPr txBox="1"/>
          <p:nvPr/>
        </p:nvSpPr>
        <p:spPr bwMode="auto">
          <a:xfrm>
            <a:off x="8112462" y="2483604"/>
            <a:ext cx="20180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sz="1800" kern="0">
                <a:latin typeface="BIZ UDPゴシック" panose="020B0400000000000000" pitchFamily="50" charset="-128"/>
                <a:ea typeface="BIZ UDPゴシック" panose="020B0400000000000000" pitchFamily="50" charset="-128"/>
              </a:rPr>
              <a:t>merged.pptx</a:t>
            </a:r>
            <a:endParaRPr kumimoji="1" lang="ja-JP" altLang="en-US" sz="1800" kern="0">
              <a:latin typeface="BIZ UDPゴシック" panose="020B0400000000000000" pitchFamily="50" charset="-128"/>
              <a:ea typeface="BIZ UDPゴシック" panose="020B0400000000000000" pitchFamily="50" charset="-128"/>
            </a:endParaRPr>
          </a:p>
        </p:txBody>
      </p:sp>
      <p:cxnSp>
        <p:nvCxnSpPr>
          <p:cNvPr id="37" name="直線矢印コネクタ 36">
            <a:extLst>
              <a:ext uri="{FF2B5EF4-FFF2-40B4-BE49-F238E27FC236}">
                <a16:creationId xmlns:a16="http://schemas.microsoft.com/office/drawing/2014/main" id="{7FAF0825-A2FF-1DB1-E503-F3281628687B}"/>
              </a:ext>
            </a:extLst>
          </p:cNvPr>
          <p:cNvCxnSpPr>
            <a:cxnSpLocks/>
          </p:cNvCxnSpPr>
          <p:nvPr/>
        </p:nvCxnSpPr>
        <p:spPr bwMode="auto">
          <a:xfrm flipH="1" flipV="1">
            <a:off x="3268606" y="3386582"/>
            <a:ext cx="1169982" cy="1960644"/>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cxnSp>
        <p:nvCxnSpPr>
          <p:cNvPr id="40" name="直線矢印コネクタ 39">
            <a:extLst>
              <a:ext uri="{FF2B5EF4-FFF2-40B4-BE49-F238E27FC236}">
                <a16:creationId xmlns:a16="http://schemas.microsoft.com/office/drawing/2014/main" id="{81F89DB6-52CA-E2F1-2CF3-0EB439C4375A}"/>
              </a:ext>
            </a:extLst>
          </p:cNvPr>
          <p:cNvCxnSpPr>
            <a:cxnSpLocks/>
          </p:cNvCxnSpPr>
          <p:nvPr/>
        </p:nvCxnSpPr>
        <p:spPr bwMode="auto">
          <a:xfrm flipH="1" flipV="1">
            <a:off x="3514664" y="4996075"/>
            <a:ext cx="923924" cy="409099"/>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cxnSp>
        <p:nvCxnSpPr>
          <p:cNvPr id="42" name="直線矢印コネクタ 41">
            <a:extLst>
              <a:ext uri="{FF2B5EF4-FFF2-40B4-BE49-F238E27FC236}">
                <a16:creationId xmlns:a16="http://schemas.microsoft.com/office/drawing/2014/main" id="{9ED82317-8067-3C78-469B-9B901C338EE3}"/>
              </a:ext>
            </a:extLst>
          </p:cNvPr>
          <p:cNvCxnSpPr>
            <a:cxnSpLocks/>
          </p:cNvCxnSpPr>
          <p:nvPr/>
        </p:nvCxnSpPr>
        <p:spPr bwMode="auto">
          <a:xfrm flipV="1">
            <a:off x="7196187" y="3443905"/>
            <a:ext cx="1118502" cy="1903321"/>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cxnSp>
        <p:nvCxnSpPr>
          <p:cNvPr id="43" name="直線矢印コネクタ 42">
            <a:extLst>
              <a:ext uri="{FF2B5EF4-FFF2-40B4-BE49-F238E27FC236}">
                <a16:creationId xmlns:a16="http://schemas.microsoft.com/office/drawing/2014/main" id="{D08C054A-6AF2-D894-3890-E591E5BD0F66}"/>
              </a:ext>
            </a:extLst>
          </p:cNvPr>
          <p:cNvCxnSpPr>
            <a:cxnSpLocks/>
          </p:cNvCxnSpPr>
          <p:nvPr/>
        </p:nvCxnSpPr>
        <p:spPr bwMode="auto">
          <a:xfrm flipV="1">
            <a:off x="7196187" y="4996075"/>
            <a:ext cx="988045" cy="409099"/>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47" name="テキスト ボックス 46">
            <a:extLst>
              <a:ext uri="{FF2B5EF4-FFF2-40B4-BE49-F238E27FC236}">
                <a16:creationId xmlns:a16="http://schemas.microsoft.com/office/drawing/2014/main" id="{B764AF96-11E8-BD81-5AB4-D82DD20A3055}"/>
              </a:ext>
            </a:extLst>
          </p:cNvPr>
          <p:cNvSpPr txBox="1"/>
          <p:nvPr/>
        </p:nvSpPr>
        <p:spPr bwMode="auto">
          <a:xfrm>
            <a:off x="986999" y="1033769"/>
            <a:ext cx="100938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marL="342900" indent="-342900" algn="l">
              <a:buFont typeface="Arial" panose="020B0604020202020204" pitchFamily="34" charset="0"/>
              <a:buChar char="•"/>
            </a:pPr>
            <a:r>
              <a:rPr kumimoji="1" lang="en-US" altLang="ja-JP" kern="0">
                <a:latin typeface="BIZ UDPゴシック" panose="020B0400000000000000" pitchFamily="50" charset="-128"/>
                <a:ea typeface="BIZ UDPゴシック" panose="020B0400000000000000" pitchFamily="50" charset="-128"/>
              </a:rPr>
              <a:t>1</a:t>
            </a:r>
            <a:r>
              <a:rPr kumimoji="1" lang="ja-JP" altLang="en-US" kern="0">
                <a:latin typeface="BIZ UDPゴシック" panose="020B0400000000000000" pitchFamily="50" charset="-128"/>
                <a:ea typeface="BIZ UDPゴシック" panose="020B0400000000000000" pitchFamily="50" charset="-128"/>
              </a:rPr>
              <a:t>ファイル中に複数の </a:t>
            </a:r>
            <a:r>
              <a:rPr kumimoji="1" lang="en-US" altLang="ja-JP" kern="0">
                <a:latin typeface="BIZ UDPゴシック" panose="020B0400000000000000" pitchFamily="50" charset="-128"/>
                <a:ea typeface="BIZ UDPゴシック" panose="020B0400000000000000" pitchFamily="50" charset="-128"/>
              </a:rPr>
              <a:t>#CHAPT# </a:t>
            </a:r>
            <a:r>
              <a:rPr kumimoji="1" lang="ja-JP" altLang="en-US" kern="0">
                <a:latin typeface="BIZ UDPゴシック" panose="020B0400000000000000" pitchFamily="50" charset="-128"/>
                <a:ea typeface="BIZ UDPゴシック" panose="020B0400000000000000" pitchFamily="50" charset="-128"/>
              </a:rPr>
              <a:t>を入れられるので、</a:t>
            </a:r>
            <a:r>
              <a:rPr kumimoji="1" lang="en-US" altLang="ja-JP" kern="0">
                <a:latin typeface="BIZ UDPゴシック" panose="020B0400000000000000" pitchFamily="50" charset="-128"/>
                <a:ea typeface="BIZ UDPゴシック" panose="020B0400000000000000" pitchFamily="50" charset="-128"/>
              </a:rPr>
              <a:t>1</a:t>
            </a:r>
            <a:r>
              <a:rPr kumimoji="1" lang="ja-JP" altLang="en-US" kern="0">
                <a:latin typeface="BIZ UDPゴシック" panose="020B0400000000000000" pitchFamily="50" charset="-128"/>
                <a:ea typeface="BIZ UDPゴシック" panose="020B0400000000000000" pitchFamily="50" charset="-128"/>
              </a:rPr>
              <a:t>ファイル中に複数の</a:t>
            </a:r>
            <a:r>
              <a:rPr kumimoji="1" lang="en-US" altLang="ja-JP" kern="0">
                <a:latin typeface="BIZ UDPゴシック" panose="020B0400000000000000" pitchFamily="50" charset="-128"/>
                <a:ea typeface="BIZ UDPゴシック" panose="020B0400000000000000" pitchFamily="50" charset="-128"/>
              </a:rPr>
              <a:t>Chapter</a:t>
            </a:r>
            <a:r>
              <a:rPr kumimoji="1" lang="ja-JP" altLang="en-US" kern="0">
                <a:latin typeface="BIZ UDPゴシック" panose="020B0400000000000000" pitchFamily="50" charset="-128"/>
                <a:ea typeface="BIZ UDPゴシック" panose="020B0400000000000000" pitchFamily="50" charset="-128"/>
              </a:rPr>
              <a:t>を含むような大きな文書部品もこの方法でナンバリング可能</a:t>
            </a:r>
          </a:p>
        </p:txBody>
      </p:sp>
      <p:sp>
        <p:nvSpPr>
          <p:cNvPr id="9" name="テキスト ボックス 8">
            <a:extLst>
              <a:ext uri="{FF2B5EF4-FFF2-40B4-BE49-F238E27FC236}">
                <a16:creationId xmlns:a16="http://schemas.microsoft.com/office/drawing/2014/main" id="{09032F91-76F1-A0BC-0D6A-82A8778F0306}"/>
              </a:ext>
            </a:extLst>
          </p:cNvPr>
          <p:cNvSpPr txBox="1"/>
          <p:nvPr/>
        </p:nvSpPr>
        <p:spPr bwMode="auto">
          <a:xfrm>
            <a:off x="3982299" y="6592396"/>
            <a:ext cx="13752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#NOREPLACE#</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E40442A8-3FA5-ECE6-FE2B-182AAB937AEA}"/>
              </a:ext>
            </a:extLst>
          </p:cNvPr>
          <p:cNvSpPr txBox="1"/>
          <p:nvPr/>
        </p:nvSpPr>
        <p:spPr bwMode="auto">
          <a:xfrm>
            <a:off x="5640210" y="6592396"/>
            <a:ext cx="13752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#STAY#</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
        <p:nvSpPr>
          <p:cNvPr id="17" name="テキスト ボックス 16">
            <a:extLst>
              <a:ext uri="{FF2B5EF4-FFF2-40B4-BE49-F238E27FC236}">
                <a16:creationId xmlns:a16="http://schemas.microsoft.com/office/drawing/2014/main" id="{45ADCECA-6245-C4FF-A14F-63DF35FD538C}"/>
              </a:ext>
            </a:extLst>
          </p:cNvPr>
          <p:cNvSpPr txBox="1"/>
          <p:nvPr/>
        </p:nvSpPr>
        <p:spPr bwMode="auto">
          <a:xfrm>
            <a:off x="7038905" y="6592396"/>
            <a:ext cx="179339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#NONUMBERING#</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
        <p:nvSpPr>
          <p:cNvPr id="8" name="正方形/長方形 7">
            <a:extLst>
              <a:ext uri="{FF2B5EF4-FFF2-40B4-BE49-F238E27FC236}">
                <a16:creationId xmlns:a16="http://schemas.microsoft.com/office/drawing/2014/main" id="{C0D8D4E9-F456-D166-605B-9895258CAB12}"/>
              </a:ext>
            </a:extLst>
          </p:cNvPr>
          <p:cNvSpPr/>
          <p:nvPr/>
        </p:nvSpPr>
        <p:spPr bwMode="auto">
          <a:xfrm>
            <a:off x="8472264" y="195005"/>
            <a:ext cx="3393824"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100" b="1" i="0" u="none" strike="noStrike" cap="none" normalizeH="0" baseline="0">
                <a:ln>
                  <a:noFill/>
                </a:ln>
                <a:effectLst/>
                <a:latin typeface="BIZ UDPゴシック" panose="020B0400000000000000" pitchFamily="50" charset="-128"/>
                <a:ea typeface="BIZ UDPゴシック" panose="020B0400000000000000" pitchFamily="50" charset="-128"/>
              </a:rPr>
              <a:t>&lt;__FILENAME__&gt;</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764241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6" name="exportrange">
            <a:extLst>
              <a:ext uri="{FF2B5EF4-FFF2-40B4-BE49-F238E27FC236}">
                <a16:creationId xmlns:a16="http://schemas.microsoft.com/office/drawing/2014/main" id="{26D3E6B1-EB0A-2244-937D-31BBB7AE2F64}"/>
              </a:ext>
            </a:extLst>
          </p:cNvPr>
          <p:cNvSpPr/>
          <p:nvPr/>
        </p:nvSpPr>
        <p:spPr bwMode="auto">
          <a:xfrm>
            <a:off x="898656" y="932443"/>
            <a:ext cx="10093888" cy="5160853"/>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en-US" altLang="ja-JP"/>
              <a:t>#SECTION# </a:t>
            </a:r>
            <a:r>
              <a:rPr lang="ja-JP" altLang="en-US"/>
              <a:t>マーカーは節番号をリセット</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4" name="正方形/長方形 3">
            <a:extLst>
              <a:ext uri="{FF2B5EF4-FFF2-40B4-BE49-F238E27FC236}">
                <a16:creationId xmlns:a16="http://schemas.microsoft.com/office/drawing/2014/main" id="{56AB2EEE-25F9-69C4-1CB9-054755CFDC6F}"/>
              </a:ext>
            </a:extLst>
          </p:cNvPr>
          <p:cNvSpPr/>
          <p:nvPr/>
        </p:nvSpPr>
        <p:spPr bwMode="auto">
          <a:xfrm>
            <a:off x="1570291" y="2509159"/>
            <a:ext cx="2379200" cy="3312368"/>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5" name="正方形/長方形 4">
            <a:extLst>
              <a:ext uri="{FF2B5EF4-FFF2-40B4-BE49-F238E27FC236}">
                <a16:creationId xmlns:a16="http://schemas.microsoft.com/office/drawing/2014/main" id="{8F368053-AAF9-37E8-640B-B8BBAD2E2A5F}"/>
              </a:ext>
            </a:extLst>
          </p:cNvPr>
          <p:cNvSpPr/>
          <p:nvPr/>
        </p:nvSpPr>
        <p:spPr bwMode="auto">
          <a:xfrm>
            <a:off x="1727848" y="3167704"/>
            <a:ext cx="2085592"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A1</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0" name="正方形/長方形 9">
            <a:extLst>
              <a:ext uri="{FF2B5EF4-FFF2-40B4-BE49-F238E27FC236}">
                <a16:creationId xmlns:a16="http://schemas.microsoft.com/office/drawing/2014/main" id="{EE38BCC6-0113-5EA9-5498-60242E3D410D}"/>
              </a:ext>
            </a:extLst>
          </p:cNvPr>
          <p:cNvSpPr/>
          <p:nvPr/>
        </p:nvSpPr>
        <p:spPr bwMode="auto">
          <a:xfrm>
            <a:off x="1727848" y="3687395"/>
            <a:ext cx="2085592"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A2</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ACCEED8A-9271-F5F0-0B20-8023DA46330E}"/>
              </a:ext>
            </a:extLst>
          </p:cNvPr>
          <p:cNvSpPr txBox="1"/>
          <p:nvPr/>
        </p:nvSpPr>
        <p:spPr bwMode="auto">
          <a:xfrm>
            <a:off x="1733517" y="2067819"/>
            <a:ext cx="21929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sz="1800" kern="0">
                <a:latin typeface="BIZ UDPゴシック" panose="020B0400000000000000" pitchFamily="50" charset="-128"/>
                <a:ea typeface="BIZ UDPゴシック" panose="020B0400000000000000" pitchFamily="50" charset="-128"/>
              </a:rPr>
              <a:t>A.pptx</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12" name="正方形/長方形 11">
            <a:extLst>
              <a:ext uri="{FF2B5EF4-FFF2-40B4-BE49-F238E27FC236}">
                <a16:creationId xmlns:a16="http://schemas.microsoft.com/office/drawing/2014/main" id="{32B5C569-F5B7-1517-66BC-56089DEF0853}"/>
              </a:ext>
            </a:extLst>
          </p:cNvPr>
          <p:cNvSpPr/>
          <p:nvPr/>
        </p:nvSpPr>
        <p:spPr bwMode="auto">
          <a:xfrm>
            <a:off x="1727848" y="2653175"/>
            <a:ext cx="2085592"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A0</a:t>
            </a:r>
            <a:r>
              <a:rPr kumimoji="1" lang="ja-JP" altLang="en-US" sz="1600" b="1" i="0" u="none" strike="noStrike" cap="none" normalizeH="0" baseline="0">
                <a:ln>
                  <a:noFill/>
                </a:ln>
                <a:effectLst/>
                <a:latin typeface="BIZ UDPゴシック" panose="020B0400000000000000" pitchFamily="50" charset="-128"/>
                <a:ea typeface="BIZ UDPゴシック" panose="020B0400000000000000" pitchFamily="50" charset="-128"/>
              </a:rPr>
              <a:t>　</a:t>
            </a: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#CHAPT#</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3" name="正方形/長方形 12">
            <a:extLst>
              <a:ext uri="{FF2B5EF4-FFF2-40B4-BE49-F238E27FC236}">
                <a16:creationId xmlns:a16="http://schemas.microsoft.com/office/drawing/2014/main" id="{109F5D17-7A5C-99FF-6C9D-41ACC64299B4}"/>
              </a:ext>
            </a:extLst>
          </p:cNvPr>
          <p:cNvSpPr/>
          <p:nvPr/>
        </p:nvSpPr>
        <p:spPr bwMode="auto">
          <a:xfrm>
            <a:off x="1727848" y="4798221"/>
            <a:ext cx="2085592"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A4</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4" name="正方形/長方形 13">
            <a:extLst>
              <a:ext uri="{FF2B5EF4-FFF2-40B4-BE49-F238E27FC236}">
                <a16:creationId xmlns:a16="http://schemas.microsoft.com/office/drawing/2014/main" id="{53F99760-A50B-3A26-A5B5-D70DDC6DEBA6}"/>
              </a:ext>
            </a:extLst>
          </p:cNvPr>
          <p:cNvSpPr/>
          <p:nvPr/>
        </p:nvSpPr>
        <p:spPr bwMode="auto">
          <a:xfrm>
            <a:off x="1727848" y="5317912"/>
            <a:ext cx="2085592"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A5</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5" name="正方形/長方形 14">
            <a:extLst>
              <a:ext uri="{FF2B5EF4-FFF2-40B4-BE49-F238E27FC236}">
                <a16:creationId xmlns:a16="http://schemas.microsoft.com/office/drawing/2014/main" id="{16EC4801-E32D-40BD-7E32-C654726A34AB}"/>
              </a:ext>
            </a:extLst>
          </p:cNvPr>
          <p:cNvSpPr/>
          <p:nvPr/>
        </p:nvSpPr>
        <p:spPr bwMode="auto">
          <a:xfrm>
            <a:off x="1727848" y="4283692"/>
            <a:ext cx="2085592"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A3</a:t>
            </a:r>
            <a:r>
              <a:rPr kumimoji="1" lang="ja-JP" altLang="en-US" sz="1600" b="1" i="0" u="none" strike="noStrike" cap="none" normalizeH="0" baseline="0">
                <a:ln>
                  <a:noFill/>
                </a:ln>
                <a:effectLst/>
                <a:latin typeface="BIZ UDPゴシック" panose="020B0400000000000000" pitchFamily="50" charset="-128"/>
                <a:ea typeface="BIZ UDPゴシック" panose="020B0400000000000000" pitchFamily="50" charset="-128"/>
              </a:rPr>
              <a:t>　</a:t>
            </a: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#SECTION#</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22" name="テキスト ボックス 21">
            <a:extLst>
              <a:ext uri="{FF2B5EF4-FFF2-40B4-BE49-F238E27FC236}">
                <a16:creationId xmlns:a16="http://schemas.microsoft.com/office/drawing/2014/main" id="{202CABBB-D5C0-C8FD-445E-B80A52D61AF7}"/>
              </a:ext>
            </a:extLst>
          </p:cNvPr>
          <p:cNvSpPr txBox="1"/>
          <p:nvPr/>
        </p:nvSpPr>
        <p:spPr bwMode="auto">
          <a:xfrm>
            <a:off x="4867355" y="3092033"/>
            <a:ext cx="201802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kern="0">
                <a:latin typeface="BIZ UDPゴシック" panose="020B0400000000000000" pitchFamily="50" charset="-128"/>
                <a:ea typeface="BIZ UDPゴシック" panose="020B0400000000000000" pitchFamily="50" charset="-128"/>
              </a:rPr>
              <a:t>pptmerge</a:t>
            </a:r>
            <a:endParaRPr kumimoji="1" lang="ja-JP" altLang="en-US" kern="0">
              <a:latin typeface="BIZ UDPゴシック" panose="020B0400000000000000" pitchFamily="50" charset="-128"/>
              <a:ea typeface="BIZ UDPゴシック" panose="020B0400000000000000" pitchFamily="50" charset="-128"/>
            </a:endParaRPr>
          </a:p>
        </p:txBody>
      </p:sp>
      <p:cxnSp>
        <p:nvCxnSpPr>
          <p:cNvPr id="23" name="直線矢印コネクタ 22">
            <a:extLst>
              <a:ext uri="{FF2B5EF4-FFF2-40B4-BE49-F238E27FC236}">
                <a16:creationId xmlns:a16="http://schemas.microsoft.com/office/drawing/2014/main" id="{5D6402ED-FE92-178D-1BC0-E18CC6F7DC1D}"/>
              </a:ext>
            </a:extLst>
          </p:cNvPr>
          <p:cNvCxnSpPr>
            <a:cxnSpLocks/>
          </p:cNvCxnSpPr>
          <p:nvPr/>
        </p:nvCxnSpPr>
        <p:spPr bwMode="auto">
          <a:xfrm>
            <a:off x="4297841" y="3571499"/>
            <a:ext cx="3393129"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24" name="テキスト ボックス 23">
            <a:extLst>
              <a:ext uri="{FF2B5EF4-FFF2-40B4-BE49-F238E27FC236}">
                <a16:creationId xmlns:a16="http://schemas.microsoft.com/office/drawing/2014/main" id="{C5740383-F433-B0E0-6441-79FC4F1287E6}"/>
              </a:ext>
            </a:extLst>
          </p:cNvPr>
          <p:cNvSpPr txBox="1"/>
          <p:nvPr/>
        </p:nvSpPr>
        <p:spPr bwMode="auto">
          <a:xfrm>
            <a:off x="4394351" y="4878850"/>
            <a:ext cx="316467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lang="en-US" altLang="ja-JP" sz="1800" kern="0">
                <a:latin typeface="BIZ UDPゴシック" panose="020B0400000000000000" pitchFamily="50" charset="-128"/>
                <a:ea typeface="BIZ UDPゴシック" panose="020B0400000000000000" pitchFamily="50" charset="-128"/>
              </a:rPr>
              <a:t>#SECTION# </a:t>
            </a:r>
            <a:r>
              <a:rPr lang="ja-JP" altLang="en-US" sz="1800" kern="0">
                <a:latin typeface="BIZ UDPゴシック" panose="020B0400000000000000" pitchFamily="50" charset="-128"/>
                <a:ea typeface="BIZ UDPゴシック" panose="020B0400000000000000" pitchFamily="50" charset="-128"/>
              </a:rPr>
              <a:t>は</a:t>
            </a:r>
            <a:endParaRPr lang="en-US" altLang="ja-JP" sz="1800" kern="0">
              <a:latin typeface="BIZ UDPゴシック" panose="020B0400000000000000" pitchFamily="50" charset="-128"/>
              <a:ea typeface="BIZ UDPゴシック" panose="020B0400000000000000" pitchFamily="50" charset="-128"/>
            </a:endParaRPr>
          </a:p>
          <a:p>
            <a:pPr algn="ctr"/>
            <a:r>
              <a:rPr lang="ja-JP" altLang="en-US" sz="1800" kern="0">
                <a:latin typeface="BIZ UDPゴシック" panose="020B0400000000000000" pitchFamily="50" charset="-128"/>
                <a:ea typeface="BIZ UDPゴシック" panose="020B0400000000000000" pitchFamily="50" charset="-128"/>
              </a:rPr>
              <a:t>節番号を</a:t>
            </a:r>
            <a:r>
              <a:rPr kumimoji="1" lang="ja-JP" altLang="en-US" sz="1800" kern="0">
                <a:latin typeface="BIZ UDPゴシック" panose="020B0400000000000000" pitchFamily="50" charset="-128"/>
                <a:ea typeface="BIZ UDPゴシック" panose="020B0400000000000000" pitchFamily="50" charset="-128"/>
              </a:rPr>
              <a:t>リセットする</a:t>
            </a:r>
          </a:p>
        </p:txBody>
      </p:sp>
      <p:sp>
        <p:nvSpPr>
          <p:cNvPr id="28" name="正方形/長方形 27">
            <a:extLst>
              <a:ext uri="{FF2B5EF4-FFF2-40B4-BE49-F238E27FC236}">
                <a16:creationId xmlns:a16="http://schemas.microsoft.com/office/drawing/2014/main" id="{D1F8D108-98FD-8EB2-F4F7-8FB269CEE998}"/>
              </a:ext>
            </a:extLst>
          </p:cNvPr>
          <p:cNvSpPr/>
          <p:nvPr/>
        </p:nvSpPr>
        <p:spPr bwMode="auto">
          <a:xfrm>
            <a:off x="8003883" y="2509159"/>
            <a:ext cx="2379200" cy="3312368"/>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9" name="正方形/長方形 28">
            <a:extLst>
              <a:ext uri="{FF2B5EF4-FFF2-40B4-BE49-F238E27FC236}">
                <a16:creationId xmlns:a16="http://schemas.microsoft.com/office/drawing/2014/main" id="{3D7C9828-A92F-AC3F-D6C6-1EE12AF4105A}"/>
              </a:ext>
            </a:extLst>
          </p:cNvPr>
          <p:cNvSpPr/>
          <p:nvPr/>
        </p:nvSpPr>
        <p:spPr bwMode="auto">
          <a:xfrm>
            <a:off x="8256240" y="3167704"/>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1.1) A1</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30" name="正方形/長方形 29">
            <a:extLst>
              <a:ext uri="{FF2B5EF4-FFF2-40B4-BE49-F238E27FC236}">
                <a16:creationId xmlns:a16="http://schemas.microsoft.com/office/drawing/2014/main" id="{26B60364-CA4C-49B3-39C0-CD899551A88D}"/>
              </a:ext>
            </a:extLst>
          </p:cNvPr>
          <p:cNvSpPr/>
          <p:nvPr/>
        </p:nvSpPr>
        <p:spPr bwMode="auto">
          <a:xfrm>
            <a:off x="8256240" y="3687395"/>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1.2) A2</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32" name="正方形/長方形 31">
            <a:extLst>
              <a:ext uri="{FF2B5EF4-FFF2-40B4-BE49-F238E27FC236}">
                <a16:creationId xmlns:a16="http://schemas.microsoft.com/office/drawing/2014/main" id="{AED7C5FC-7FD2-12E3-0B3F-CDE82EABA58B}"/>
              </a:ext>
            </a:extLst>
          </p:cNvPr>
          <p:cNvSpPr/>
          <p:nvPr/>
        </p:nvSpPr>
        <p:spPr bwMode="auto">
          <a:xfrm>
            <a:off x="8256240" y="2653175"/>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1) A0</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33" name="正方形/長方形 32">
            <a:extLst>
              <a:ext uri="{FF2B5EF4-FFF2-40B4-BE49-F238E27FC236}">
                <a16:creationId xmlns:a16="http://schemas.microsoft.com/office/drawing/2014/main" id="{F1FDDD0C-EB1C-5264-E109-8F13995AA7F7}"/>
              </a:ext>
            </a:extLst>
          </p:cNvPr>
          <p:cNvSpPr/>
          <p:nvPr/>
        </p:nvSpPr>
        <p:spPr bwMode="auto">
          <a:xfrm>
            <a:off x="8256240" y="4798221"/>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1.2) A4</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34" name="正方形/長方形 33">
            <a:extLst>
              <a:ext uri="{FF2B5EF4-FFF2-40B4-BE49-F238E27FC236}">
                <a16:creationId xmlns:a16="http://schemas.microsoft.com/office/drawing/2014/main" id="{C57AFE22-08C9-488F-1D40-A1201263CB31}"/>
              </a:ext>
            </a:extLst>
          </p:cNvPr>
          <p:cNvSpPr/>
          <p:nvPr/>
        </p:nvSpPr>
        <p:spPr bwMode="auto">
          <a:xfrm>
            <a:off x="8256240" y="5317912"/>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1.3) A5</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35" name="正方形/長方形 34">
            <a:extLst>
              <a:ext uri="{FF2B5EF4-FFF2-40B4-BE49-F238E27FC236}">
                <a16:creationId xmlns:a16="http://schemas.microsoft.com/office/drawing/2014/main" id="{3436CE44-E3E7-32DD-1253-CFF9D40B0B2E}"/>
              </a:ext>
            </a:extLst>
          </p:cNvPr>
          <p:cNvSpPr/>
          <p:nvPr/>
        </p:nvSpPr>
        <p:spPr bwMode="auto">
          <a:xfrm>
            <a:off x="8256240" y="4283692"/>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lang="en-US" altLang="ja-JP" sz="1600">
                <a:latin typeface="BIZ UDPゴシック" panose="020B0400000000000000" pitchFamily="50" charset="-128"/>
                <a:ea typeface="BIZ UDPゴシック" panose="020B0400000000000000" pitchFamily="50" charset="-128"/>
              </a:rPr>
              <a:t>1.1</a:t>
            </a: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 A3</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36" name="テキスト ボックス 35">
            <a:extLst>
              <a:ext uri="{FF2B5EF4-FFF2-40B4-BE49-F238E27FC236}">
                <a16:creationId xmlns:a16="http://schemas.microsoft.com/office/drawing/2014/main" id="{7CE9B992-D4A9-9372-ED2B-C8A407AF5700}"/>
              </a:ext>
            </a:extLst>
          </p:cNvPr>
          <p:cNvSpPr txBox="1"/>
          <p:nvPr/>
        </p:nvSpPr>
        <p:spPr bwMode="auto">
          <a:xfrm>
            <a:off x="8184470" y="2067819"/>
            <a:ext cx="20180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sz="1800" kern="0">
                <a:latin typeface="BIZ UDPゴシック" panose="020B0400000000000000" pitchFamily="50" charset="-128"/>
                <a:ea typeface="BIZ UDPゴシック" panose="020B0400000000000000" pitchFamily="50" charset="-128"/>
              </a:rPr>
              <a:t>merged.pptx</a:t>
            </a:r>
            <a:endParaRPr kumimoji="1" lang="ja-JP" altLang="en-US" sz="1800" kern="0">
              <a:latin typeface="BIZ UDPゴシック" panose="020B0400000000000000" pitchFamily="50" charset="-128"/>
              <a:ea typeface="BIZ UDPゴシック" panose="020B0400000000000000" pitchFamily="50" charset="-128"/>
            </a:endParaRPr>
          </a:p>
        </p:txBody>
      </p:sp>
      <p:cxnSp>
        <p:nvCxnSpPr>
          <p:cNvPr id="40" name="直線矢印コネクタ 39">
            <a:extLst>
              <a:ext uri="{FF2B5EF4-FFF2-40B4-BE49-F238E27FC236}">
                <a16:creationId xmlns:a16="http://schemas.microsoft.com/office/drawing/2014/main" id="{81F89DB6-52CA-E2F1-2CF3-0EB439C4375A}"/>
              </a:ext>
            </a:extLst>
          </p:cNvPr>
          <p:cNvCxnSpPr>
            <a:cxnSpLocks/>
          </p:cNvCxnSpPr>
          <p:nvPr/>
        </p:nvCxnSpPr>
        <p:spPr bwMode="auto">
          <a:xfrm flipH="1" flipV="1">
            <a:off x="3586672" y="4580290"/>
            <a:ext cx="923924" cy="409099"/>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cxnSp>
        <p:nvCxnSpPr>
          <p:cNvPr id="43" name="直線矢印コネクタ 42">
            <a:extLst>
              <a:ext uri="{FF2B5EF4-FFF2-40B4-BE49-F238E27FC236}">
                <a16:creationId xmlns:a16="http://schemas.microsoft.com/office/drawing/2014/main" id="{D08C054A-6AF2-D894-3890-E591E5BD0F66}"/>
              </a:ext>
            </a:extLst>
          </p:cNvPr>
          <p:cNvCxnSpPr>
            <a:cxnSpLocks/>
          </p:cNvCxnSpPr>
          <p:nvPr/>
        </p:nvCxnSpPr>
        <p:spPr bwMode="auto">
          <a:xfrm flipV="1">
            <a:off x="7268195" y="4580290"/>
            <a:ext cx="988045" cy="409099"/>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47" name="テキスト ボックス 46">
            <a:extLst>
              <a:ext uri="{FF2B5EF4-FFF2-40B4-BE49-F238E27FC236}">
                <a16:creationId xmlns:a16="http://schemas.microsoft.com/office/drawing/2014/main" id="{B764AF96-11E8-BD81-5AB4-D82DD20A3055}"/>
              </a:ext>
            </a:extLst>
          </p:cNvPr>
          <p:cNvSpPr txBox="1"/>
          <p:nvPr/>
        </p:nvSpPr>
        <p:spPr bwMode="auto">
          <a:xfrm>
            <a:off x="986999" y="1033769"/>
            <a:ext cx="100938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marL="342900" indent="-342900">
              <a:buFont typeface="Arial" panose="020B0604020202020204" pitchFamily="34" charset="0"/>
              <a:buChar char="•"/>
            </a:pPr>
            <a:r>
              <a:rPr lang="en-US" altLang="ja-JP" kern="0">
                <a:latin typeface="BIZ UDPゴシック" panose="020B0400000000000000" pitchFamily="50" charset="-128"/>
                <a:ea typeface="BIZ UDPゴシック" panose="020B0400000000000000" pitchFamily="50" charset="-128"/>
              </a:rPr>
              <a:t>#SECTION# </a:t>
            </a:r>
            <a:r>
              <a:rPr lang="ja-JP" altLang="en-US" kern="0">
                <a:latin typeface="BIZ UDPゴシック" panose="020B0400000000000000" pitchFamily="50" charset="-128"/>
                <a:ea typeface="BIZ UDPゴシック" panose="020B0400000000000000" pitchFamily="50" charset="-128"/>
              </a:rPr>
              <a:t>マーカーは節番号をリセットします（あまり使わないと思いますが）</a:t>
            </a:r>
            <a:endParaRPr kumimoji="1" lang="ja-JP" altLang="en-US" kern="0">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3A491D8D-32E0-1452-219C-12F8BD59F923}"/>
              </a:ext>
            </a:extLst>
          </p:cNvPr>
          <p:cNvSpPr txBox="1"/>
          <p:nvPr/>
        </p:nvSpPr>
        <p:spPr bwMode="auto">
          <a:xfrm>
            <a:off x="3982299" y="6592396"/>
            <a:ext cx="13752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#NOREPLACE#</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FD3EEC69-C7DF-4D7E-DCF5-DA1CEACB0355}"/>
              </a:ext>
            </a:extLst>
          </p:cNvPr>
          <p:cNvSpPr txBox="1"/>
          <p:nvPr/>
        </p:nvSpPr>
        <p:spPr bwMode="auto">
          <a:xfrm>
            <a:off x="5640210" y="6592396"/>
            <a:ext cx="13752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#STAY#</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88033DDD-7AED-47D8-5922-1D2B0D23977E}"/>
              </a:ext>
            </a:extLst>
          </p:cNvPr>
          <p:cNvSpPr txBox="1"/>
          <p:nvPr/>
        </p:nvSpPr>
        <p:spPr bwMode="auto">
          <a:xfrm>
            <a:off x="7038905" y="6592396"/>
            <a:ext cx="179339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#NONUMBERING#</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
        <p:nvSpPr>
          <p:cNvPr id="7" name="正方形/長方形 6">
            <a:extLst>
              <a:ext uri="{FF2B5EF4-FFF2-40B4-BE49-F238E27FC236}">
                <a16:creationId xmlns:a16="http://schemas.microsoft.com/office/drawing/2014/main" id="{1A04E446-3BB6-0C67-8935-2546E26DE24A}"/>
              </a:ext>
            </a:extLst>
          </p:cNvPr>
          <p:cNvSpPr/>
          <p:nvPr/>
        </p:nvSpPr>
        <p:spPr bwMode="auto">
          <a:xfrm>
            <a:off x="8472264" y="195005"/>
            <a:ext cx="3393824"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100" b="1" i="0" u="none" strike="noStrike" cap="none" normalizeH="0" baseline="0">
                <a:ln>
                  <a:noFill/>
                </a:ln>
                <a:effectLst/>
                <a:latin typeface="BIZ UDPゴシック" panose="020B0400000000000000" pitchFamily="50" charset="-128"/>
                <a:ea typeface="BIZ UDPゴシック" panose="020B0400000000000000" pitchFamily="50" charset="-128"/>
              </a:rPr>
              <a:t>&lt;__FILENAME__&gt;</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29079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5" name="exportrange">
            <a:extLst>
              <a:ext uri="{FF2B5EF4-FFF2-40B4-BE49-F238E27FC236}">
                <a16:creationId xmlns:a16="http://schemas.microsoft.com/office/drawing/2014/main" id="{2FBE6BDE-44FE-4551-8646-FEA829AA668E}"/>
              </a:ext>
            </a:extLst>
          </p:cNvPr>
          <p:cNvSpPr/>
          <p:nvPr/>
        </p:nvSpPr>
        <p:spPr bwMode="auto">
          <a:xfrm>
            <a:off x="695400" y="932443"/>
            <a:ext cx="10513168" cy="4872821"/>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6" name="正方形/長方形 5">
            <a:extLst>
              <a:ext uri="{FF2B5EF4-FFF2-40B4-BE49-F238E27FC236}">
                <a16:creationId xmlns:a16="http://schemas.microsoft.com/office/drawing/2014/main" id="{E7E72456-A560-97A2-35B8-97B38DB20E81}"/>
              </a:ext>
            </a:extLst>
          </p:cNvPr>
          <p:cNvSpPr/>
          <p:nvPr/>
        </p:nvSpPr>
        <p:spPr bwMode="auto">
          <a:xfrm>
            <a:off x="925138" y="1887756"/>
            <a:ext cx="10067406" cy="3629476"/>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en-US" altLang="ja-JP" sz="1400"/>
              <a:t>output: </a:t>
            </a:r>
          </a:p>
          <a:p>
            <a:r>
              <a:rPr lang="en-US" altLang="ja-JP" sz="1400"/>
              <a:t>  pptxfilename: chapter_marker_numbering_merged.pptx        # </a:t>
            </a:r>
            <a:r>
              <a:rPr lang="ja-JP" altLang="en-US" sz="1400"/>
              <a:t>結合後の</a:t>
            </a:r>
            <a:r>
              <a:rPr lang="en-US" altLang="ja-JP" sz="1400"/>
              <a:t>pptx</a:t>
            </a:r>
            <a:r>
              <a:rPr lang="ja-JP" altLang="en-US" sz="1400"/>
              <a:t>ファイルのファイル名</a:t>
            </a:r>
          </a:p>
          <a:p>
            <a:endParaRPr lang="ja-JP" altLang="en-US" sz="1400"/>
          </a:p>
          <a:p>
            <a:r>
              <a:rPr lang="en-US" altLang="ja-JP" sz="1400"/>
              <a:t>indexer:</a:t>
            </a:r>
          </a:p>
          <a:p>
            <a:r>
              <a:rPr lang="en-US" altLang="ja-JP" sz="1400"/>
              <a:t>  pptxnumbering: chapt_section</a:t>
            </a:r>
          </a:p>
          <a:p>
            <a:endParaRPr lang="en-US" altLang="ja-JP" sz="1400"/>
          </a:p>
          <a:p>
            <a:endParaRPr lang="en-US" altLang="ja-JP" sz="1400"/>
          </a:p>
          <a:p>
            <a:endParaRPr lang="en-US" altLang="ja-JP" sz="1400"/>
          </a:p>
          <a:p>
            <a:endParaRPr lang="en-US" altLang="ja-JP" sz="1400"/>
          </a:p>
          <a:p>
            <a:endParaRPr lang="ja-JP" altLang="en-US" sz="1400"/>
          </a:p>
          <a:p>
            <a:r>
              <a:rPr lang="en-US" altLang="ja-JP" sz="1400"/>
              <a:t>procedure:</a:t>
            </a:r>
          </a:p>
          <a:p>
            <a:r>
              <a:rPr lang="en-US" altLang="ja-JP" sz="1400"/>
              <a:t>  - operation: insertpptx</a:t>
            </a:r>
          </a:p>
          <a:p>
            <a:r>
              <a:rPr lang="en-US" altLang="ja-JP" sz="1400"/>
              <a:t>    pptxfilename: chapter_marker_numbering_guide.pptx</a:t>
            </a:r>
          </a:p>
          <a:p>
            <a:endParaRPr lang="en-US" altLang="ja-JP" sz="1400"/>
          </a:p>
          <a:p>
            <a:r>
              <a:rPr lang="en-US" altLang="ja-JP" sz="1400"/>
              <a:t>  - operation: insertpptx</a:t>
            </a:r>
          </a:p>
          <a:p>
            <a:r>
              <a:rPr lang="en-US" altLang="ja-JP" sz="1400"/>
              <a:t>    pptxfilename: chapter_marker_numbering_sample.pptx</a:t>
            </a:r>
          </a:p>
          <a:p>
            <a:endParaRPr lang="en-US" altLang="ja-JP" sz="1400"/>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ja-JP" altLang="en-US"/>
              <a:t>結合指示書サンプル</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4" name="テキスト ボックス 3">
            <a:extLst>
              <a:ext uri="{FF2B5EF4-FFF2-40B4-BE49-F238E27FC236}">
                <a16:creationId xmlns:a16="http://schemas.microsoft.com/office/drawing/2014/main" id="{3AE5E9DF-A8F6-D697-D01F-CCD64AEB801C}"/>
              </a:ext>
            </a:extLst>
          </p:cNvPr>
          <p:cNvSpPr txBox="1"/>
          <p:nvPr/>
        </p:nvSpPr>
        <p:spPr bwMode="auto">
          <a:xfrm>
            <a:off x="925138" y="980728"/>
            <a:ext cx="1071547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sz="1400" kern="0">
                <a:latin typeface="BIZ UDPゴシック" panose="020B0400000000000000" pitchFamily="50" charset="-128"/>
                <a:ea typeface="BIZ UDPゴシック" panose="020B0400000000000000" pitchFamily="50" charset="-128"/>
              </a:rPr>
              <a:t>結合の指示をする </a:t>
            </a:r>
            <a:r>
              <a:rPr kumimoji="1" lang="en-US" altLang="ja-JP" sz="1400" kern="0">
                <a:latin typeface="BIZ UDPゴシック" panose="020B0400000000000000" pitchFamily="50" charset="-128"/>
                <a:ea typeface="BIZ UDPゴシック" panose="020B0400000000000000" pitchFamily="50" charset="-128"/>
              </a:rPr>
              <a:t>recipe yaml </a:t>
            </a:r>
            <a:r>
              <a:rPr kumimoji="1" lang="ja-JP" altLang="en-US" sz="1400" kern="0">
                <a:latin typeface="BIZ UDPゴシック" panose="020B0400000000000000" pitchFamily="50" charset="-128"/>
                <a:ea typeface="BIZ UDPゴシック" panose="020B0400000000000000" pitchFamily="50" charset="-128"/>
              </a:rPr>
              <a:t>ファイル</a:t>
            </a:r>
            <a:r>
              <a:rPr kumimoji="1" lang="en-US" altLang="ja-JP" sz="1400" kern="0">
                <a:latin typeface="BIZ UDPゴシック" panose="020B0400000000000000" pitchFamily="50" charset="-128"/>
                <a:ea typeface="BIZ UDPゴシック" panose="020B0400000000000000" pitchFamily="50" charset="-128"/>
              </a:rPr>
              <a:t>,</a:t>
            </a:r>
            <a:r>
              <a:rPr kumimoji="1" lang="ja-JP" altLang="en-US" sz="1400" kern="0">
                <a:latin typeface="BIZ UDPゴシック" panose="020B0400000000000000" pitchFamily="50" charset="-128"/>
                <a:ea typeface="BIZ UDPゴシック" panose="020B0400000000000000" pitchFamily="50" charset="-128"/>
              </a:rPr>
              <a:t>　</a:t>
            </a:r>
            <a:r>
              <a:rPr lang="fr-FR" altLang="ja-JP" sz="1400" kern="0">
                <a:latin typeface="BIZ UDPゴシック" panose="020B0400000000000000" pitchFamily="50" charset="-128"/>
                <a:ea typeface="BIZ UDPゴシック" panose="020B0400000000000000" pitchFamily="50" charset="-128"/>
              </a:rPr>
              <a:t>simple_numbering_recipe.yaml </a:t>
            </a:r>
            <a:r>
              <a:rPr lang="ja-JP" altLang="en-US" sz="1400" kern="0">
                <a:latin typeface="BIZ UDPゴシック" panose="020B0400000000000000" pitchFamily="50" charset="-128"/>
                <a:ea typeface="BIZ UDPゴシック" panose="020B0400000000000000" pitchFamily="50" charset="-128"/>
              </a:rPr>
              <a:t>の記入例です。</a:t>
            </a:r>
            <a:endParaRPr lang="en-US" altLang="ja-JP" sz="1400" kern="0">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B2B69D96-C693-1B5F-BDFD-EA147BCB6A02}"/>
              </a:ext>
            </a:extLst>
          </p:cNvPr>
          <p:cNvSpPr txBox="1"/>
          <p:nvPr/>
        </p:nvSpPr>
        <p:spPr bwMode="auto">
          <a:xfrm>
            <a:off x="7344866" y="4995307"/>
            <a:ext cx="331236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400" kern="0">
                <a:solidFill>
                  <a:srgbClr val="FF0000"/>
                </a:solidFill>
                <a:latin typeface="BIZ UDPゴシック" panose="020B0400000000000000" pitchFamily="50" charset="-128"/>
                <a:ea typeface="BIZ UDPゴシック" panose="020B0400000000000000" pitchFamily="50" charset="-128"/>
              </a:rPr>
              <a:t>chapt, section</a:t>
            </a:r>
            <a:r>
              <a:rPr kumimoji="1" lang="ja-JP" altLang="en-US" sz="1400" kern="0">
                <a:solidFill>
                  <a:srgbClr val="FF0000"/>
                </a:solidFill>
                <a:latin typeface="BIZ UDPゴシック" panose="020B0400000000000000" pitchFamily="50" charset="-128"/>
                <a:ea typeface="BIZ UDPゴシック" panose="020B0400000000000000" pitchFamily="50" charset="-128"/>
              </a:rPr>
              <a:t>マーカーによる章節番号制御の実サンプルはこれを見る</a:t>
            </a:r>
            <a:endParaRPr kumimoji="1" lang="en-US" altLang="ja-JP" sz="1400" kern="0">
              <a:solidFill>
                <a:srgbClr val="FF0000"/>
              </a:solidFill>
              <a:latin typeface="BIZ UDPゴシック" panose="020B0400000000000000" pitchFamily="50" charset="-128"/>
              <a:ea typeface="BIZ UDPゴシック" panose="020B0400000000000000" pitchFamily="50" charset="-128"/>
            </a:endParaRPr>
          </a:p>
        </p:txBody>
      </p:sp>
      <p:cxnSp>
        <p:nvCxnSpPr>
          <p:cNvPr id="9" name="直線矢印コネクタ 8">
            <a:extLst>
              <a:ext uri="{FF2B5EF4-FFF2-40B4-BE49-F238E27FC236}">
                <a16:creationId xmlns:a16="http://schemas.microsoft.com/office/drawing/2014/main" id="{E68C59A4-BFA2-3C33-C8AF-C7FC3EE3BAE4}"/>
              </a:ext>
            </a:extLst>
          </p:cNvPr>
          <p:cNvCxnSpPr>
            <a:cxnSpLocks/>
          </p:cNvCxnSpPr>
          <p:nvPr/>
        </p:nvCxnSpPr>
        <p:spPr bwMode="auto">
          <a:xfrm flipH="1">
            <a:off x="5958841" y="4347235"/>
            <a:ext cx="1965132" cy="216024"/>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cxnSp>
        <p:nvCxnSpPr>
          <p:cNvPr id="12" name="直線矢印コネクタ 11">
            <a:extLst>
              <a:ext uri="{FF2B5EF4-FFF2-40B4-BE49-F238E27FC236}">
                <a16:creationId xmlns:a16="http://schemas.microsoft.com/office/drawing/2014/main" id="{47DD57A8-DB83-BF17-FB37-DF3F2CD578AD}"/>
              </a:ext>
            </a:extLst>
          </p:cNvPr>
          <p:cNvCxnSpPr>
            <a:cxnSpLocks/>
          </p:cNvCxnSpPr>
          <p:nvPr/>
        </p:nvCxnSpPr>
        <p:spPr bwMode="auto">
          <a:xfrm flipH="1">
            <a:off x="6086475" y="5196933"/>
            <a:ext cx="1284496" cy="0"/>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sp>
        <p:nvSpPr>
          <p:cNvPr id="13" name="テキスト ボックス 12">
            <a:extLst>
              <a:ext uri="{FF2B5EF4-FFF2-40B4-BE49-F238E27FC236}">
                <a16:creationId xmlns:a16="http://schemas.microsoft.com/office/drawing/2014/main" id="{702A24D0-3FAB-97B5-05D0-98C6CC8559C6}"/>
              </a:ext>
            </a:extLst>
          </p:cNvPr>
          <p:cNvSpPr txBox="1"/>
          <p:nvPr/>
        </p:nvSpPr>
        <p:spPr bwMode="auto">
          <a:xfrm>
            <a:off x="7896200" y="4087986"/>
            <a:ext cx="2736304"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400" kern="0">
                <a:solidFill>
                  <a:srgbClr val="FF0000"/>
                </a:solidFill>
                <a:latin typeface="BIZ UDPゴシック" panose="020B0400000000000000" pitchFamily="50" charset="-128"/>
                <a:ea typeface="BIZ UDPゴシック" panose="020B0400000000000000" pitchFamily="50" charset="-128"/>
              </a:rPr>
              <a:t>このファイルは章節番号制御をすべて抑制しているので、</a:t>
            </a:r>
            <a:endParaRPr kumimoji="1" lang="en-US" altLang="ja-JP" sz="1400" kern="0">
              <a:solidFill>
                <a:srgbClr val="FF0000"/>
              </a:solidFill>
              <a:latin typeface="BIZ UDPゴシック" panose="020B0400000000000000" pitchFamily="50" charset="-128"/>
              <a:ea typeface="BIZ UDPゴシック" panose="020B0400000000000000" pitchFamily="50" charset="-128"/>
            </a:endParaRPr>
          </a:p>
          <a:p>
            <a:pPr algn="l"/>
            <a:r>
              <a:rPr kumimoji="1" lang="ja-JP" altLang="en-US" sz="1400" kern="0">
                <a:solidFill>
                  <a:srgbClr val="FF0000"/>
                </a:solidFill>
                <a:latin typeface="BIZ UDPゴシック" panose="020B0400000000000000" pitchFamily="50" charset="-128"/>
                <a:ea typeface="BIZ UDPゴシック" panose="020B0400000000000000" pitchFamily="50" charset="-128"/>
              </a:rPr>
              <a:t>章節番号がつきません</a:t>
            </a:r>
            <a:endParaRPr kumimoji="1" lang="en-US" altLang="ja-JP" sz="1400" kern="0">
              <a:solidFill>
                <a:srgbClr val="FF0000"/>
              </a:solidFill>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14C50910-1EE0-C918-37F2-5448100795A3}"/>
              </a:ext>
            </a:extLst>
          </p:cNvPr>
          <p:cNvSpPr txBox="1"/>
          <p:nvPr/>
        </p:nvSpPr>
        <p:spPr bwMode="auto">
          <a:xfrm>
            <a:off x="3982299" y="6592396"/>
            <a:ext cx="13752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#NOREPLACE#</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C0DAD87E-15D4-FD4C-E609-6CF04D35D31E}"/>
              </a:ext>
            </a:extLst>
          </p:cNvPr>
          <p:cNvSpPr txBox="1"/>
          <p:nvPr/>
        </p:nvSpPr>
        <p:spPr bwMode="auto">
          <a:xfrm>
            <a:off x="5640210" y="6592396"/>
            <a:ext cx="13752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#STAY#</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
        <p:nvSpPr>
          <p:cNvPr id="17" name="テキスト ボックス 16">
            <a:extLst>
              <a:ext uri="{FF2B5EF4-FFF2-40B4-BE49-F238E27FC236}">
                <a16:creationId xmlns:a16="http://schemas.microsoft.com/office/drawing/2014/main" id="{616E2DC5-4030-BA2F-9ECB-4ED7659B6FCE}"/>
              </a:ext>
            </a:extLst>
          </p:cNvPr>
          <p:cNvSpPr txBox="1"/>
          <p:nvPr/>
        </p:nvSpPr>
        <p:spPr bwMode="auto">
          <a:xfrm>
            <a:off x="7038905" y="6592396"/>
            <a:ext cx="179339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#NONUMBERING#</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A94E790B-5B34-D575-8ACD-15889D5E02ED}"/>
              </a:ext>
            </a:extLst>
          </p:cNvPr>
          <p:cNvSpPr txBox="1"/>
          <p:nvPr/>
        </p:nvSpPr>
        <p:spPr bwMode="auto">
          <a:xfrm>
            <a:off x="4325824" y="3272071"/>
            <a:ext cx="640185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400" kern="0">
                <a:solidFill>
                  <a:srgbClr val="FF0000"/>
                </a:solidFill>
                <a:latin typeface="BIZ UDPゴシック" panose="020B0400000000000000" pitchFamily="50" charset="-128"/>
                <a:ea typeface="BIZ UDPゴシック" panose="020B0400000000000000" pitchFamily="50" charset="-128"/>
              </a:rPr>
              <a:t>ただし、この例では </a:t>
            </a:r>
            <a:r>
              <a:rPr kumimoji="1" lang="en-US" altLang="ja-JP" sz="1400" kern="0">
                <a:solidFill>
                  <a:srgbClr val="FF0000"/>
                </a:solidFill>
                <a:latin typeface="BIZ UDPゴシック" panose="020B0400000000000000" pitchFamily="50" charset="-128"/>
                <a:ea typeface="BIZ UDPゴシック" panose="020B0400000000000000" pitchFamily="50" charset="-128"/>
              </a:rPr>
              <a:t>#CHAPT#, #SECTION# </a:t>
            </a:r>
            <a:r>
              <a:rPr kumimoji="1" lang="ja-JP" altLang="en-US" sz="1400" kern="0">
                <a:solidFill>
                  <a:srgbClr val="FF0000"/>
                </a:solidFill>
                <a:latin typeface="BIZ UDPゴシック" panose="020B0400000000000000" pitchFamily="50" charset="-128"/>
                <a:ea typeface="BIZ UDPゴシック" panose="020B0400000000000000" pitchFamily="50" charset="-128"/>
              </a:rPr>
              <a:t>のみで章・節番号制御をするので、 </a:t>
            </a:r>
            <a:r>
              <a:rPr kumimoji="1" lang="en-US" altLang="ja-JP" sz="1400" kern="0">
                <a:solidFill>
                  <a:srgbClr val="FF0000"/>
                </a:solidFill>
                <a:latin typeface="BIZ UDPゴシック" panose="020B0400000000000000" pitchFamily="50" charset="-128"/>
                <a:ea typeface="BIZ UDPゴシック" panose="020B0400000000000000" pitchFamily="50" charset="-128"/>
              </a:rPr>
              <a:t>operation:chapter </a:t>
            </a:r>
            <a:r>
              <a:rPr kumimoji="1" lang="ja-JP" altLang="en-US" sz="1400" kern="0">
                <a:solidFill>
                  <a:srgbClr val="FF0000"/>
                </a:solidFill>
                <a:latin typeface="BIZ UDPゴシック" panose="020B0400000000000000" pitchFamily="50" charset="-128"/>
                <a:ea typeface="BIZ UDPゴシック" panose="020B0400000000000000" pitchFamily="50" charset="-128"/>
              </a:rPr>
              <a:t>は使用しません</a:t>
            </a:r>
            <a:endParaRPr kumimoji="1" lang="en-US" altLang="ja-JP" sz="1400" kern="0">
              <a:solidFill>
                <a:srgbClr val="FF0000"/>
              </a:solidFill>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111CBF86-19B6-D146-B90D-BA131A5A5C27}"/>
              </a:ext>
            </a:extLst>
          </p:cNvPr>
          <p:cNvSpPr txBox="1"/>
          <p:nvPr/>
        </p:nvSpPr>
        <p:spPr bwMode="auto">
          <a:xfrm>
            <a:off x="7608168" y="2624188"/>
            <a:ext cx="326956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400" kern="0">
                <a:solidFill>
                  <a:srgbClr val="FF0000"/>
                </a:solidFill>
                <a:latin typeface="BIZ UDPゴシック" panose="020B0400000000000000" pitchFamily="50" charset="-128"/>
                <a:ea typeface="BIZ UDPゴシック" panose="020B0400000000000000" pitchFamily="50" charset="-128"/>
              </a:rPr>
              <a:t>chapt_section </a:t>
            </a:r>
            <a:r>
              <a:rPr kumimoji="1" lang="ja-JP" altLang="en-US" sz="1400" kern="0">
                <a:solidFill>
                  <a:srgbClr val="FF0000"/>
                </a:solidFill>
                <a:latin typeface="BIZ UDPゴシック" panose="020B0400000000000000" pitchFamily="50" charset="-128"/>
                <a:ea typeface="BIZ UDPゴシック" panose="020B0400000000000000" pitchFamily="50" charset="-128"/>
              </a:rPr>
              <a:t>方式で </a:t>
            </a:r>
            <a:r>
              <a:rPr kumimoji="1" lang="en-US" altLang="ja-JP" sz="1400" kern="0">
                <a:solidFill>
                  <a:srgbClr val="FF0000"/>
                </a:solidFill>
                <a:latin typeface="BIZ UDPゴシック" panose="020B0400000000000000" pitchFamily="50" charset="-128"/>
                <a:ea typeface="BIZ UDPゴシック" panose="020B0400000000000000" pitchFamily="50" charset="-128"/>
              </a:rPr>
              <a:t>numbering </a:t>
            </a:r>
            <a:r>
              <a:rPr kumimoji="1" lang="ja-JP" altLang="en-US" sz="1400" kern="0">
                <a:solidFill>
                  <a:srgbClr val="FF0000"/>
                </a:solidFill>
                <a:latin typeface="BIZ UDPゴシック" panose="020B0400000000000000" pitchFamily="50" charset="-128"/>
                <a:ea typeface="BIZ UDPゴシック" panose="020B0400000000000000" pitchFamily="50" charset="-128"/>
              </a:rPr>
              <a:t>をやれ！　という指示</a:t>
            </a:r>
            <a:endParaRPr kumimoji="1" lang="en-US" altLang="ja-JP" sz="1400" kern="0">
              <a:solidFill>
                <a:srgbClr val="FF0000"/>
              </a:solidFill>
              <a:latin typeface="BIZ UDPゴシック" panose="020B0400000000000000" pitchFamily="50" charset="-128"/>
              <a:ea typeface="BIZ UDPゴシック" panose="020B0400000000000000" pitchFamily="50" charset="-128"/>
            </a:endParaRPr>
          </a:p>
        </p:txBody>
      </p:sp>
      <p:cxnSp>
        <p:nvCxnSpPr>
          <p:cNvPr id="18" name="直線矢印コネクタ 17">
            <a:extLst>
              <a:ext uri="{FF2B5EF4-FFF2-40B4-BE49-F238E27FC236}">
                <a16:creationId xmlns:a16="http://schemas.microsoft.com/office/drawing/2014/main" id="{D7755DFC-4BA4-DC72-C069-883F2932B66A}"/>
              </a:ext>
            </a:extLst>
          </p:cNvPr>
          <p:cNvCxnSpPr>
            <a:cxnSpLocks/>
          </p:cNvCxnSpPr>
          <p:nvPr/>
        </p:nvCxnSpPr>
        <p:spPr bwMode="auto">
          <a:xfrm flipH="1">
            <a:off x="3863752" y="2857240"/>
            <a:ext cx="3663000" cy="0"/>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sp>
        <p:nvSpPr>
          <p:cNvPr id="19" name="正方形/長方形 18">
            <a:extLst>
              <a:ext uri="{FF2B5EF4-FFF2-40B4-BE49-F238E27FC236}">
                <a16:creationId xmlns:a16="http://schemas.microsoft.com/office/drawing/2014/main" id="{8BD6CA44-EBC5-2BC5-5A88-8557D5198E2C}"/>
              </a:ext>
            </a:extLst>
          </p:cNvPr>
          <p:cNvSpPr/>
          <p:nvPr/>
        </p:nvSpPr>
        <p:spPr bwMode="auto">
          <a:xfrm>
            <a:off x="8472264" y="195005"/>
            <a:ext cx="3393824"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100" b="1" i="0" u="none" strike="noStrike" cap="none" normalizeH="0" baseline="0">
                <a:ln>
                  <a:noFill/>
                </a:ln>
                <a:effectLst/>
                <a:latin typeface="BIZ UDPゴシック" panose="020B0400000000000000" pitchFamily="50" charset="-128"/>
                <a:ea typeface="BIZ UDPゴシック" panose="020B0400000000000000" pitchFamily="50" charset="-128"/>
              </a:rPr>
              <a:t>&lt;__FILENAME__&gt;</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936270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4" name="exportrange">
            <a:extLst>
              <a:ext uri="{FF2B5EF4-FFF2-40B4-BE49-F238E27FC236}">
                <a16:creationId xmlns:a16="http://schemas.microsoft.com/office/drawing/2014/main" id="{49930E7A-FEB5-EA8B-F475-E4427457563F}"/>
              </a:ext>
            </a:extLst>
          </p:cNvPr>
          <p:cNvSpPr/>
          <p:nvPr/>
        </p:nvSpPr>
        <p:spPr bwMode="auto">
          <a:xfrm>
            <a:off x="898656" y="1268760"/>
            <a:ext cx="10021880" cy="5585246"/>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ja-JP" altLang="en-US"/>
              <a:t>章節番号制御・文字列置換を抑制する</a:t>
            </a:r>
            <a:endParaRPr kumimoji="1" lang="ja-JP" altLang="en-US"/>
          </a:p>
        </p:txBody>
      </p:sp>
      <p:sp>
        <p:nvSpPr>
          <p:cNvPr id="15" name="テキスト ボックス 14">
            <a:extLst>
              <a:ext uri="{FF2B5EF4-FFF2-40B4-BE49-F238E27FC236}">
                <a16:creationId xmlns:a16="http://schemas.microsoft.com/office/drawing/2014/main" id="{14C50910-1EE0-C918-37F2-5448100795A3}"/>
              </a:ext>
            </a:extLst>
          </p:cNvPr>
          <p:cNvSpPr txBox="1"/>
          <p:nvPr/>
        </p:nvSpPr>
        <p:spPr bwMode="auto">
          <a:xfrm>
            <a:off x="3982299" y="6592396"/>
            <a:ext cx="13752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latin typeface="BIZ UDPゴシック" panose="020B0400000000000000" pitchFamily="50" charset="-128"/>
                <a:ea typeface="BIZ UDPゴシック" panose="020B0400000000000000" pitchFamily="50" charset="-128"/>
              </a:rPr>
              <a:t>#NOREPLACE#</a:t>
            </a:r>
            <a:endParaRPr kumimoji="1" lang="en-US" altLang="ja-JP" sz="1050" kern="0">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C0DAD87E-15D4-FD4C-E609-6CF04D35D31E}"/>
              </a:ext>
            </a:extLst>
          </p:cNvPr>
          <p:cNvSpPr txBox="1"/>
          <p:nvPr/>
        </p:nvSpPr>
        <p:spPr bwMode="auto">
          <a:xfrm>
            <a:off x="5640210" y="6592396"/>
            <a:ext cx="13752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latin typeface="BIZ UDPゴシック" panose="020B0400000000000000" pitchFamily="50" charset="-128"/>
                <a:ea typeface="BIZ UDPゴシック" panose="020B0400000000000000" pitchFamily="50" charset="-128"/>
              </a:rPr>
              <a:t>#STAY#</a:t>
            </a:r>
            <a:endParaRPr kumimoji="1" lang="en-US" altLang="ja-JP" sz="1050" kern="0">
              <a:latin typeface="BIZ UDPゴシック" panose="020B0400000000000000" pitchFamily="50" charset="-128"/>
              <a:ea typeface="BIZ UDPゴシック" panose="020B0400000000000000" pitchFamily="50" charset="-128"/>
            </a:endParaRPr>
          </a:p>
        </p:txBody>
      </p:sp>
      <p:sp>
        <p:nvSpPr>
          <p:cNvPr id="17" name="テキスト ボックス 16">
            <a:extLst>
              <a:ext uri="{FF2B5EF4-FFF2-40B4-BE49-F238E27FC236}">
                <a16:creationId xmlns:a16="http://schemas.microsoft.com/office/drawing/2014/main" id="{616E2DC5-4030-BA2F-9ECB-4ED7659B6FCE}"/>
              </a:ext>
            </a:extLst>
          </p:cNvPr>
          <p:cNvSpPr txBox="1"/>
          <p:nvPr/>
        </p:nvSpPr>
        <p:spPr bwMode="auto">
          <a:xfrm>
            <a:off x="7038905" y="6592396"/>
            <a:ext cx="179339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latin typeface="BIZ UDPゴシック" panose="020B0400000000000000" pitchFamily="50" charset="-128"/>
                <a:ea typeface="BIZ UDPゴシック" panose="020B0400000000000000" pitchFamily="50" charset="-128"/>
              </a:rPr>
              <a:t>#NONUMBERING#</a:t>
            </a:r>
            <a:endParaRPr kumimoji="1" lang="en-US" altLang="ja-JP" sz="1050" kern="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0857E850-32D0-D090-3868-D7F1193E4414}"/>
              </a:ext>
            </a:extLst>
          </p:cNvPr>
          <p:cNvSpPr txBox="1"/>
          <p:nvPr/>
        </p:nvSpPr>
        <p:spPr bwMode="auto">
          <a:xfrm>
            <a:off x="986999" y="1362697"/>
            <a:ext cx="10093888"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marL="342900" indent="-342900">
              <a:buFont typeface="Arial" panose="020B0604020202020204" pitchFamily="34" charset="0"/>
              <a:buChar char="•"/>
            </a:pPr>
            <a:r>
              <a:rPr lang="en-US" altLang="ja-JP" kern="0">
                <a:latin typeface="BIZ UDPゴシック" panose="020B0400000000000000" pitchFamily="50" charset="-128"/>
                <a:ea typeface="BIZ UDPゴシック" panose="020B0400000000000000" pitchFamily="50" charset="-128"/>
              </a:rPr>
              <a:t>#NONUMBERING# </a:t>
            </a:r>
            <a:r>
              <a:rPr lang="ja-JP" altLang="en-US" kern="0">
                <a:latin typeface="BIZ UDPゴシック" panose="020B0400000000000000" pitchFamily="50" charset="-128"/>
                <a:ea typeface="BIZ UDPゴシック" panose="020B0400000000000000" pitchFamily="50" charset="-128"/>
              </a:rPr>
              <a:t>マーカーがあるスライドでは、タイトルに章・節番号を付与しません</a:t>
            </a:r>
            <a:endParaRPr lang="en-US" altLang="ja-JP" kern="0">
              <a:latin typeface="BIZ UDPゴシック" panose="020B0400000000000000" pitchFamily="50" charset="-128"/>
              <a:ea typeface="BIZ UDPゴシック" panose="020B0400000000000000" pitchFamily="50" charset="-128"/>
            </a:endParaRPr>
          </a:p>
          <a:p>
            <a:pPr marL="342900" indent="-342900">
              <a:buFont typeface="Arial" panose="020B0604020202020204" pitchFamily="34" charset="0"/>
              <a:buChar char="•"/>
            </a:pPr>
            <a:endParaRPr lang="en-US" altLang="ja-JP" kern="0">
              <a:latin typeface="BIZ UDPゴシック" panose="020B0400000000000000" pitchFamily="50" charset="-128"/>
              <a:ea typeface="BIZ UDPゴシック" panose="020B0400000000000000" pitchFamily="50" charset="-128"/>
            </a:endParaRPr>
          </a:p>
          <a:p>
            <a:pPr marL="342900" indent="-342900">
              <a:buFont typeface="Arial" panose="020B0604020202020204" pitchFamily="34" charset="0"/>
              <a:buChar char="•"/>
            </a:pPr>
            <a:r>
              <a:rPr kumimoji="1" lang="en-US" altLang="ja-JP" kern="0">
                <a:latin typeface="BIZ UDPゴシック" panose="020B0400000000000000" pitchFamily="50" charset="-128"/>
                <a:ea typeface="BIZ UDPゴシック" panose="020B0400000000000000" pitchFamily="50" charset="-128"/>
              </a:rPr>
              <a:t>#STAY# </a:t>
            </a:r>
            <a:r>
              <a:rPr lang="ja-JP" altLang="en-US" kern="0">
                <a:latin typeface="BIZ UDPゴシック" panose="020B0400000000000000" pitchFamily="50" charset="-128"/>
                <a:ea typeface="BIZ UDPゴシック" panose="020B0400000000000000" pitchFamily="50" charset="-128"/>
              </a:rPr>
              <a:t>マーカー</a:t>
            </a:r>
            <a:r>
              <a:rPr kumimoji="1" lang="ja-JP" altLang="en-US" kern="0">
                <a:latin typeface="BIZ UDPゴシック" panose="020B0400000000000000" pitchFamily="50" charset="-128"/>
                <a:ea typeface="BIZ UDPゴシック" panose="020B0400000000000000" pitchFamily="50" charset="-128"/>
              </a:rPr>
              <a:t>があるスライドでは、　章・節番号のカウントを行いません</a:t>
            </a:r>
            <a:endParaRPr kumimoji="1" lang="en-US" altLang="ja-JP" kern="0">
              <a:latin typeface="BIZ UDPゴシック" panose="020B0400000000000000" pitchFamily="50" charset="-128"/>
              <a:ea typeface="BIZ UDPゴシック" panose="020B0400000000000000" pitchFamily="50" charset="-128"/>
            </a:endParaRPr>
          </a:p>
          <a:p>
            <a:pPr marL="342900" indent="-342900">
              <a:buFont typeface="Arial" panose="020B0604020202020204" pitchFamily="34" charset="0"/>
              <a:buChar char="•"/>
            </a:pPr>
            <a:endParaRPr kumimoji="1" lang="en-US" altLang="ja-JP" kern="0">
              <a:latin typeface="BIZ UDPゴシック" panose="020B0400000000000000" pitchFamily="50" charset="-128"/>
              <a:ea typeface="BIZ UDPゴシック" panose="020B0400000000000000" pitchFamily="50" charset="-128"/>
            </a:endParaRPr>
          </a:p>
          <a:p>
            <a:pPr marL="342900" indent="-342900">
              <a:buFont typeface="Arial" panose="020B0604020202020204" pitchFamily="34" charset="0"/>
              <a:buChar char="•"/>
            </a:pPr>
            <a:r>
              <a:rPr lang="en-US" altLang="ja-JP" kern="0">
                <a:latin typeface="BIZ UDPゴシック" panose="020B0400000000000000" pitchFamily="50" charset="-128"/>
                <a:ea typeface="BIZ UDPゴシック" panose="020B0400000000000000" pitchFamily="50" charset="-128"/>
              </a:rPr>
              <a:t>#NOREPLACE# </a:t>
            </a:r>
            <a:r>
              <a:rPr lang="ja-JP" altLang="en-US" kern="0">
                <a:latin typeface="BIZ UDPゴシック" panose="020B0400000000000000" pitchFamily="50" charset="-128"/>
                <a:ea typeface="BIZ UDPゴシック" panose="020B0400000000000000" pitchFamily="50" charset="-128"/>
              </a:rPr>
              <a:t>マーカーがあるスライドでは、文字列置換を行いません </a:t>
            </a:r>
            <a:br>
              <a:rPr lang="en-US" altLang="ja-JP" kern="0">
                <a:latin typeface="BIZ UDPゴシック" panose="020B0400000000000000" pitchFamily="50" charset="-128"/>
                <a:ea typeface="BIZ UDPゴシック" panose="020B0400000000000000" pitchFamily="50" charset="-128"/>
              </a:rPr>
            </a:br>
            <a:r>
              <a:rPr lang="ja-JP" altLang="en-US" kern="0">
                <a:latin typeface="BIZ UDPゴシック" panose="020B0400000000000000" pitchFamily="50" charset="-128"/>
                <a:ea typeface="BIZ UDPゴシック" panose="020B0400000000000000" pitchFamily="50" charset="-128"/>
              </a:rPr>
              <a:t>（</a:t>
            </a:r>
            <a:r>
              <a:rPr lang="en-US" altLang="ja-JP" kern="0">
                <a:latin typeface="BIZ UDPゴシック" panose="020B0400000000000000" pitchFamily="50" charset="-128"/>
                <a:ea typeface="BIZ UDPゴシック" panose="020B0400000000000000" pitchFamily="50" charset="-128"/>
              </a:rPr>
              <a:t>#CHAPT#, #SECTION#</a:t>
            </a:r>
            <a:r>
              <a:rPr lang="ja-JP" altLang="en-US" kern="0">
                <a:latin typeface="BIZ UDPゴシック" panose="020B0400000000000000" pitchFamily="50" charset="-128"/>
                <a:ea typeface="BIZ UDPゴシック" panose="020B0400000000000000" pitchFamily="50" charset="-128"/>
              </a:rPr>
              <a:t>、その他のマーカーがすべて残ります）</a:t>
            </a:r>
            <a:endParaRPr kumimoji="1" lang="ja-JP" altLang="en-US" kern="0">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D834B0C3-CB7F-A195-EC3D-9E53DEBD376E}"/>
              </a:ext>
            </a:extLst>
          </p:cNvPr>
          <p:cNvSpPr txBox="1"/>
          <p:nvPr/>
        </p:nvSpPr>
        <p:spPr bwMode="auto">
          <a:xfrm>
            <a:off x="3098797" y="5293657"/>
            <a:ext cx="7317683"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kern="0">
                <a:latin typeface="BIZ UDPゴシック" panose="020B0400000000000000" pitchFamily="50" charset="-128"/>
                <a:ea typeface="BIZ UDPゴシック" panose="020B0400000000000000" pitchFamily="50" charset="-128"/>
              </a:rPr>
              <a:t>実はこのファイルでは全スライドの最下部に上記</a:t>
            </a:r>
            <a:r>
              <a:rPr kumimoji="1" lang="en-US" altLang="ja-JP" kern="0">
                <a:latin typeface="BIZ UDPゴシック" panose="020B0400000000000000" pitchFamily="50" charset="-128"/>
                <a:ea typeface="BIZ UDPゴシック" panose="020B0400000000000000" pitchFamily="50" charset="-128"/>
              </a:rPr>
              <a:t>3</a:t>
            </a:r>
            <a:r>
              <a:rPr kumimoji="1" lang="ja-JP" altLang="en-US" kern="0">
                <a:latin typeface="BIZ UDPゴシック" panose="020B0400000000000000" pitchFamily="50" charset="-128"/>
                <a:ea typeface="BIZ UDPゴシック" panose="020B0400000000000000" pitchFamily="50" charset="-128"/>
              </a:rPr>
              <a:t>種を薄い色で埋め込んでいるため、章節番号もつかず、マーカーも残った状態で表示されます</a:t>
            </a:r>
          </a:p>
        </p:txBody>
      </p:sp>
      <p:sp>
        <p:nvSpPr>
          <p:cNvPr id="10" name="右中かっこ 9">
            <a:extLst>
              <a:ext uri="{FF2B5EF4-FFF2-40B4-BE49-F238E27FC236}">
                <a16:creationId xmlns:a16="http://schemas.microsoft.com/office/drawing/2014/main" id="{E492C946-0940-60C7-2E87-DD0C59DC335B}"/>
              </a:ext>
            </a:extLst>
          </p:cNvPr>
          <p:cNvSpPr/>
          <p:nvPr/>
        </p:nvSpPr>
        <p:spPr bwMode="auto">
          <a:xfrm rot="16200000">
            <a:off x="6227281" y="4059381"/>
            <a:ext cx="288032" cy="4777997"/>
          </a:xfrm>
          <a:prstGeom prst="rightBrace">
            <a:avLst>
              <a:gd name="adj1" fmla="val 42725"/>
              <a:gd name="adj2" fmla="val 50000"/>
            </a:avLst>
          </a:prstGeom>
          <a:noFill/>
          <a:ln w="28575" cap="flat" cmpd="sng" algn="ctr">
            <a:solidFill>
              <a:schemeClr val="tx1">
                <a:lumMod val="75000"/>
                <a:lumOff val="25000"/>
              </a:schemeClr>
            </a:solidFill>
            <a:prstDash val="solid"/>
            <a:round/>
            <a:headEnd type="none" w="med" len="med"/>
            <a:tailEnd type="none" w="med" len="med"/>
          </a:ln>
          <a:effectLst/>
        </p:spPr>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4BACB9CA-EEA4-238C-4606-4298FA173837}"/>
              </a:ext>
            </a:extLst>
          </p:cNvPr>
          <p:cNvSpPr/>
          <p:nvPr/>
        </p:nvSpPr>
        <p:spPr bwMode="auto">
          <a:xfrm>
            <a:off x="8472264" y="195005"/>
            <a:ext cx="3393824"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100" b="1" i="0" u="none" strike="noStrike" cap="none" normalizeH="0" baseline="0">
                <a:ln>
                  <a:noFill/>
                </a:ln>
                <a:effectLst/>
                <a:latin typeface="BIZ UDPゴシック" panose="020B0400000000000000" pitchFamily="50" charset="-128"/>
                <a:ea typeface="BIZ UDPゴシック" panose="020B0400000000000000" pitchFamily="50" charset="-128"/>
              </a:rPr>
              <a:t>&lt;__FILENAME__&gt;</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806278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Edge">
  <a:themeElements>
    <a:clrScheme name="ユーザー定義 1">
      <a:dk1>
        <a:srgbClr val="292929"/>
      </a:dk1>
      <a:lt1>
        <a:sysClr val="window" lastClr="FFFFFF"/>
      </a:lt1>
      <a:dk2>
        <a:srgbClr val="244242"/>
      </a:dk2>
      <a:lt2>
        <a:srgbClr val="FFFFFF"/>
      </a:lt2>
      <a:accent1>
        <a:srgbClr val="51BD9C"/>
      </a:accent1>
      <a:accent2>
        <a:srgbClr val="FF2121"/>
      </a:accent2>
      <a:accent3>
        <a:srgbClr val="A3E3B1"/>
      </a:accent3>
      <a:accent4>
        <a:srgbClr val="FFE8B3"/>
      </a:accent4>
      <a:accent5>
        <a:srgbClr val="4BACC6"/>
      </a:accent5>
      <a:accent6>
        <a:srgbClr val="F79646"/>
      </a:accent6>
      <a:hlink>
        <a:srgbClr val="0000FF"/>
      </a:hlink>
      <a:folHlink>
        <a:srgbClr val="800080"/>
      </a:folHlink>
    </a:clrScheme>
    <a:fontScheme name="ユーザー定義 1">
      <a:majorFont>
        <a:latin typeface="Calibri"/>
        <a:ea typeface="メイリオ"/>
        <a:cs typeface=""/>
      </a:majorFont>
      <a:minorFont>
        <a:latin typeface="Calibri"/>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lumMod val="75000"/>
              <a:lumOff val="25000"/>
            </a:schemeClr>
          </a:solidFill>
          <a:prstDash val="solid"/>
          <a:round/>
          <a:headEnd type="none" w="med" len="med"/>
          <a:tailEnd type="none" w="med" len="med"/>
        </a:ln>
        <a:effectLst/>
      </a:spPr>
      <a:bodyPr vert="horz" wrap="none" lIns="90000" tIns="46800" rIns="90000" bIns="46800" numCol="1" rtlCol="0"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defRPr>
        </a:defPPr>
      </a:lstStyle>
    </a:spDef>
    <a:lnDef>
      <a:spPr bwMode="auto">
        <a:solidFill>
          <a:srgbClr val="CCFFFF"/>
        </a:solidFill>
        <a:ln w="28575" cap="flat" cmpd="sng" algn="ctr">
          <a:solidFill>
            <a:schemeClr val="tx1">
              <a:lumMod val="75000"/>
              <a:lumOff val="25000"/>
            </a:schemeClr>
          </a:solidFill>
          <a:prstDash val="solid"/>
          <a:round/>
          <a:headEnd type="none" w="med" len="med"/>
          <a:tailEnd type="triangle"/>
        </a:ln>
        <a:effectLst/>
      </a:spPr>
      <a:bodyPr/>
      <a:lst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vert="horz" wrap="square" lIns="91440" tIns="45720" rIns="91440" bIns="45720" numCol="1" rtlCol="0" anchor="t" anchorCtr="0" compatLnSpc="1">
        <a:prstTxWarp prst="textNoShape">
          <a:avLst/>
        </a:prstTxWarp>
        <a:spAutoFit/>
      </a:bodyPr>
      <a:lstStyle>
        <a:defPPr algn="l">
          <a:defRPr kumimoji="1" sz="1800" kern="0" smtClean="0">
            <a:latin typeface="BIZ UDPゴシック" panose="020B0400000000000000" pitchFamily="50" charset="-128"/>
            <a:ea typeface="BIZ UDPゴシック" panose="020B0400000000000000" pitchFamily="50" charset="-128"/>
          </a:defRPr>
        </a:defPPr>
      </a:lstStyle>
    </a:tx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29871</TotalTime>
  <Words>1707</Words>
  <Application>Microsoft Office PowerPoint</Application>
  <PresentationFormat>ワイド画面</PresentationFormat>
  <Paragraphs>338</Paragraphs>
  <Slides>6</Slides>
  <Notes>6</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6</vt:i4>
      </vt:variant>
    </vt:vector>
  </HeadingPairs>
  <TitlesOfParts>
    <vt:vector size="12" baseType="lpstr">
      <vt:lpstr>BIZ UDPゴシック</vt:lpstr>
      <vt:lpstr>FOT-UD丸ゴ_ラージ Pr6 M</vt:lpstr>
      <vt:lpstr>Arial</vt:lpstr>
      <vt:lpstr>Garamond</vt:lpstr>
      <vt:lpstr>Wingdings</vt:lpstr>
      <vt:lpstr>Edge</vt:lpstr>
      <vt:lpstr>chapter_marker によるナンバリング</vt:lpstr>
      <vt:lpstr>#CHAPT# マーカーの埋め込み</vt:lpstr>
      <vt:lpstr>1ファイル中の複数 #CHAPT# も可能</vt:lpstr>
      <vt:lpstr>#SECTION# マーカーは節番号をリセット</vt:lpstr>
      <vt:lpstr>結合指示書サンプル</vt:lpstr>
      <vt:lpstr>章節番号制御・文字列置換を抑制する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cp:lastModifiedBy/>
  <cp:revision>4098</cp:revision>
  <dcterms:modified xsi:type="dcterms:W3CDTF">2026-05-24T03:15:24Z</dcterms:modified>
</cp:coreProperties>
</file>