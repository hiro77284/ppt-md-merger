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0"/>
  </p:notesMasterIdLst>
  <p:sldIdLst>
    <p:sldId id="1789" r:id="rId2"/>
    <p:sldId id="1790" r:id="rId3"/>
    <p:sldId id="1791" r:id="rId4"/>
    <p:sldId id="1792" r:id="rId5"/>
    <p:sldId id="1793" r:id="rId6"/>
    <p:sldId id="1798" r:id="rId7"/>
    <p:sldId id="1796" r:id="rId8"/>
    <p:sldId id="1797" r:id="rId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CCFF"/>
    <a:srgbClr val="CCECFF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89388" autoAdjust="0"/>
  </p:normalViewPr>
  <p:slideViewPr>
    <p:cSldViewPr>
      <p:cViewPr varScale="1">
        <p:scale>
          <a:sx n="101" d="100"/>
          <a:sy n="101" d="100"/>
        </p:scale>
        <p:origin x="126" y="3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7514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6916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E8D52-90E8-48F9-B474-9B4CB1454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5E711F4-C5B7-5583-C057-6E1A82DC9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BC89203-E8B2-87C8-78D0-F0FB6202F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0BB1EB5-4506-D417-779D-080E50507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370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81BF-F106-5A68-2F88-818278370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AAC6BC1-3226-49D2-A711-3F7D78598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4F520A-25FE-F0D0-E7D6-D2F31E90D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BAC264-60E1-445A-8983-CDB2EDE0A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0917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7C7D0-8A86-733F-1BCB-67268363A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D3DAD7-58AB-FDCF-327E-8C8EFEB6F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379CADA-5B2A-4E83-5AF3-96CED45AC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7E0AB6-2914-A930-028E-368281174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194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B60BB-6263-DE15-A7E4-ED4AD452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82793D5-09BF-BE97-6018-1E7183D1C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B1CF1E1-680E-8D80-DBC5-4CF6AECB3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02F0CE-6BC1-DA9C-1818-01EAE8738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359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7C7D0-8A86-733F-1BCB-67268363A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D3DAD7-58AB-FDCF-327E-8C8EFEB6F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379CADA-5B2A-4E83-5AF3-96CED45AC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7E0AB6-2914-A930-028E-368281174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7766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F285-980A-9852-213B-CA2029C9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5CE8E1-8158-8DA7-966C-53565FB81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FB3E79-D472-7E45-0240-E57F760B6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60D7D5-8CAE-CA5A-CF5D-96D861870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5045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Chapter A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8B27D5-7686-0EE0-1532-5C297DED2E6D}"/>
              </a:ext>
            </a:extLst>
          </p:cNvPr>
          <p:cNvSpPr txBox="1"/>
          <p:nvPr/>
        </p:nvSpPr>
        <p:spPr bwMode="auto">
          <a:xfrm>
            <a:off x="916919" y="4129811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cover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97BB37C-F0D5-DFC9-148F-C38003C5F394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chapter_marker_numbering_sample.pptx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DA9C901-11B3-116C-BBE5-CABF95720CE4}"/>
              </a:ext>
            </a:extLst>
          </p:cNvPr>
          <p:cNvSpPr txBox="1"/>
          <p:nvPr/>
        </p:nvSpPr>
        <p:spPr bwMode="auto">
          <a:xfrm>
            <a:off x="916919" y="1649267"/>
            <a:ext cx="23707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E107E3F-2630-117C-AAE1-81A7A6420CE2}"/>
              </a:ext>
            </a:extLst>
          </p:cNvPr>
          <p:cNvSpPr txBox="1"/>
          <p:nvPr/>
        </p:nvSpPr>
        <p:spPr bwMode="auto">
          <a:xfrm>
            <a:off x="2999655" y="1649266"/>
            <a:ext cx="77327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マーカーがあるので、</a:t>
            </a:r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cover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スライドとして扱われ、</a:t>
            </a:r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#)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形式のナンバーがつきます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477F07C4-A43A-9854-0A98-E35546C0C09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631504" y="856967"/>
            <a:ext cx="1440160" cy="749084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2512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section 1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8B27D5-7686-0EE0-1532-5C297DED2E6D}"/>
              </a:ext>
            </a:extLst>
          </p:cNvPr>
          <p:cNvSpPr txBox="1"/>
          <p:nvPr/>
        </p:nvSpPr>
        <p:spPr bwMode="auto">
          <a:xfrm>
            <a:off x="916919" y="3048152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942EE9F-AB28-D3C1-EBE5-47995233E3FF}"/>
              </a:ext>
            </a:extLst>
          </p:cNvPr>
          <p:cNvSpPr txBox="1"/>
          <p:nvPr/>
        </p:nvSpPr>
        <p:spPr bwMode="auto">
          <a:xfrm>
            <a:off x="2999655" y="1649266"/>
            <a:ext cx="77327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マーカーがないので、</a:t>
            </a:r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スライドとして扱われ、</a:t>
            </a:r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#.#)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形式のナンバーがつきます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B2FA2E9-447F-4933-FE51-3FDE2C8DC21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631504" y="856967"/>
            <a:ext cx="1440160" cy="749084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70E44B0-E326-C3AB-B063-6320F4B8C5C2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chapter_marker_numbering_sample.pptx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640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3CF92-991A-0265-6D21-E0AF3126A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A9DA21-3456-B752-9FA4-240223551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section 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9FEEEDA-414D-2FB2-BBA7-846C2E13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A542C7-3E26-56FA-38AB-C7B9FF49EB3C}"/>
              </a:ext>
            </a:extLst>
          </p:cNvPr>
          <p:cNvSpPr txBox="1"/>
          <p:nvPr/>
        </p:nvSpPr>
        <p:spPr bwMode="auto">
          <a:xfrm>
            <a:off x="916919" y="3048152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CD6987E-7884-64B6-35C4-D5D1C3F5C7EB}"/>
              </a:ext>
            </a:extLst>
          </p:cNvPr>
          <p:cNvSpPr txBox="1"/>
          <p:nvPr/>
        </p:nvSpPr>
        <p:spPr bwMode="auto">
          <a:xfrm>
            <a:off x="2999655" y="1649266"/>
            <a:ext cx="77327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マーカーがないので、</a:t>
            </a:r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スライドとして扱われ、</a:t>
            </a:r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#.#)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形式のナンバーがつきます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F878EBA-9931-8138-F956-905DEFAA7DA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631504" y="856967"/>
            <a:ext cx="1440160" cy="749084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8C6CCFE-6E05-0EAF-92E4-CD3DD381B599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chapter_marker_numbering_sample.pptx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343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B3218-DCD3-354F-536B-D702C8D85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76AD70-FAFE-25B0-213B-A7926F39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Chapter B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77E17E9-EF1C-75AE-5BA3-7D3F099F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B7D3D7-6275-15D3-A8F4-4FE9112B5E7C}"/>
              </a:ext>
            </a:extLst>
          </p:cNvPr>
          <p:cNvSpPr txBox="1"/>
          <p:nvPr/>
        </p:nvSpPr>
        <p:spPr bwMode="auto">
          <a:xfrm>
            <a:off x="916919" y="3421100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cover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18DA6B2-DE1D-1650-A3C7-0306F9796323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chapter_marker_numbering_sample.pptx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99396BA-686E-5B3C-0400-E6635A3586AB}"/>
              </a:ext>
            </a:extLst>
          </p:cNvPr>
          <p:cNvSpPr txBox="1"/>
          <p:nvPr/>
        </p:nvSpPr>
        <p:spPr bwMode="auto">
          <a:xfrm>
            <a:off x="916919" y="1649267"/>
            <a:ext cx="23707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A306F9-4520-A329-A9BB-B1CE50778D42}"/>
              </a:ext>
            </a:extLst>
          </p:cNvPr>
          <p:cNvSpPr txBox="1"/>
          <p:nvPr/>
        </p:nvSpPr>
        <p:spPr bwMode="auto">
          <a:xfrm>
            <a:off x="2999655" y="1649266"/>
            <a:ext cx="77327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つめの </a:t>
            </a:r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マーカーがあるので、ここから新しい</a:t>
            </a:r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として扱われます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BF92EC6-9965-8600-5591-52F396B4319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631504" y="856967"/>
            <a:ext cx="1440160" cy="749084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4948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02803-B10E-0C55-D603-F2F9BF0F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4BF376-608B-0BD2-9634-09CACA53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section 1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40DE31-4EC8-20F1-5660-14E36E179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DAB8F2-32EA-869F-49D0-CF545BCA92B5}"/>
              </a:ext>
            </a:extLst>
          </p:cNvPr>
          <p:cNvSpPr txBox="1"/>
          <p:nvPr/>
        </p:nvSpPr>
        <p:spPr bwMode="auto">
          <a:xfrm>
            <a:off x="916919" y="3048152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25BFCF4-427F-2ACB-5D24-6E36143ACBE3}"/>
              </a:ext>
            </a:extLst>
          </p:cNvPr>
          <p:cNvSpPr txBox="1"/>
          <p:nvPr/>
        </p:nvSpPr>
        <p:spPr bwMode="auto">
          <a:xfrm>
            <a:off x="2999655" y="1649266"/>
            <a:ext cx="77327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</a:t>
            </a:r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番号になっています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CE11AFA-E9D3-E248-6229-FA931CA1780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631504" y="856967"/>
            <a:ext cx="1440160" cy="749084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01F6983-5A2F-0C4C-6860-8A567C543F4E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chapter_marker_numbering_sample.pptx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760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D01B3-6F40-0995-586A-5E53D45F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10219B-542B-420C-E99B-7BEB1772A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section 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F4134F7-B944-B62B-EA5C-9BCAE956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4D0F4B4-E4B5-6A4F-1A1C-FEDDE5047C4B}"/>
              </a:ext>
            </a:extLst>
          </p:cNvPr>
          <p:cNvSpPr txBox="1"/>
          <p:nvPr/>
        </p:nvSpPr>
        <p:spPr bwMode="auto">
          <a:xfrm>
            <a:off x="916919" y="3048152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54383F4-F772-F13C-6522-2D55F934D84C}"/>
              </a:ext>
            </a:extLst>
          </p:cNvPr>
          <p:cNvSpPr txBox="1"/>
          <p:nvPr/>
        </p:nvSpPr>
        <p:spPr bwMode="auto">
          <a:xfrm>
            <a:off x="2999655" y="1649266"/>
            <a:ext cx="77327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</a:t>
            </a:r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番号になっています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B2ACEFC6-85D9-E4E0-4223-907C89096E4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631504" y="856967"/>
            <a:ext cx="1440160" cy="749084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A22C822-DDBB-2B4E-9274-5D1323B915DD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chapter_marker_numbering_sample.pptx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044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02803-B10E-0C55-D603-F2F9BF0F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4BF376-608B-0BD2-9634-09CACA53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section 1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40DE31-4EC8-20F1-5660-14E36E179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DAB8F2-32EA-869F-49D0-CF545BCA92B5}"/>
              </a:ext>
            </a:extLst>
          </p:cNvPr>
          <p:cNvSpPr txBox="1"/>
          <p:nvPr/>
        </p:nvSpPr>
        <p:spPr bwMode="auto">
          <a:xfrm>
            <a:off x="916919" y="3171614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25BFCF4-427F-2ACB-5D24-6E36143ACBE3}"/>
              </a:ext>
            </a:extLst>
          </p:cNvPr>
          <p:cNvSpPr txBox="1"/>
          <p:nvPr/>
        </p:nvSpPr>
        <p:spPr bwMode="auto">
          <a:xfrm>
            <a:off x="3575720" y="1649266"/>
            <a:ext cx="7156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マーカーがあると、節番号がリセットされます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CE11AFA-E9D3-E248-6229-FA931CA1780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71464" y="856068"/>
            <a:ext cx="2448272" cy="8487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01F6983-5A2F-0C4C-6860-8A567C543F4E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chapter_marker_numbering_sample.pptx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A95F63-8559-DEA3-B9B8-35EFE5FF29DE}"/>
              </a:ext>
            </a:extLst>
          </p:cNvPr>
          <p:cNvSpPr txBox="1"/>
          <p:nvPr/>
        </p:nvSpPr>
        <p:spPr bwMode="auto">
          <a:xfrm>
            <a:off x="916919" y="1649267"/>
            <a:ext cx="23707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</a:t>
            </a:r>
          </a:p>
        </p:txBody>
      </p:sp>
    </p:spTree>
    <p:extLst>
      <p:ext uri="{BB962C8B-B14F-4D97-AF65-F5344CB8AC3E}">
        <p14:creationId xmlns:p14="http://schemas.microsoft.com/office/powerpoint/2010/main" val="150512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DEEFC-EFD6-4CF4-20D4-F4E929EC8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A1349E-1B93-F861-05B1-B4B3AFC6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section 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9168F23-1F8A-7DFC-3BD1-2EDFC92EC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8E7473-6E5D-B3D7-DC8F-E28A44150CC8}"/>
              </a:ext>
            </a:extLst>
          </p:cNvPr>
          <p:cNvSpPr txBox="1"/>
          <p:nvPr/>
        </p:nvSpPr>
        <p:spPr bwMode="auto">
          <a:xfrm>
            <a:off x="916919" y="3171614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5C1B6EF-0BB3-5AC5-C013-F6AD9DE0605A}"/>
              </a:ext>
            </a:extLst>
          </p:cNvPr>
          <p:cNvSpPr txBox="1"/>
          <p:nvPr/>
        </p:nvSpPr>
        <p:spPr bwMode="auto">
          <a:xfrm>
            <a:off x="3575720" y="1649266"/>
            <a:ext cx="71566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リセット後の節番号をもとに継続されます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0B1FF03-AC94-8B1B-4FC8-0EC8FC65C13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71464" y="856068"/>
            <a:ext cx="2448272" cy="8487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95345E8-96E4-CEF2-DE69-DA63214AC24E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chapter_marker_numbering_sample.pptx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33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29326</TotalTime>
  <Words>281</Words>
  <Application>Microsoft Office PowerPoint</Application>
  <PresentationFormat>ワイド画面</PresentationFormat>
  <Paragraphs>51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BIZ UDPゴシック</vt:lpstr>
      <vt:lpstr>FOT-UD丸ゴ_ラージ Pr6 M</vt:lpstr>
      <vt:lpstr>Arial</vt:lpstr>
      <vt:lpstr>Garamond</vt:lpstr>
      <vt:lpstr>Wingdings</vt:lpstr>
      <vt:lpstr>Edge</vt:lpstr>
      <vt:lpstr>Chapter A</vt:lpstr>
      <vt:lpstr>section 1</vt:lpstr>
      <vt:lpstr>section 2</vt:lpstr>
      <vt:lpstr>Chapter B</vt:lpstr>
      <vt:lpstr>section 1</vt:lpstr>
      <vt:lpstr>section 2</vt:lpstr>
      <vt:lpstr>section 1</vt:lpstr>
      <vt:lpstr>section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4011</cp:revision>
  <dcterms:modified xsi:type="dcterms:W3CDTF">2026-05-20T01:01:54Z</dcterms:modified>
</cp:coreProperties>
</file>