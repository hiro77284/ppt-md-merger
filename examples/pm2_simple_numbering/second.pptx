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5"/>
  </p:notesMasterIdLst>
  <p:sldIdLst>
    <p:sldId id="1789" r:id="rId2"/>
    <p:sldId id="1790" r:id="rId3"/>
    <p:sldId id="1780" r:id="rId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CCFF"/>
    <a:srgbClr val="CCECFF"/>
    <a:srgbClr val="FFFF00"/>
    <a:srgbClr val="FF6347"/>
    <a:srgbClr val="FF9933"/>
    <a:srgbClr val="CC66FF"/>
    <a:srgbClr val="E34234"/>
    <a:srgbClr val="292929"/>
    <a:srgbClr val="FF7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66327" autoAdjust="0"/>
  </p:normalViewPr>
  <p:slideViewPr>
    <p:cSldViewPr>
      <p:cViewPr varScale="1">
        <p:scale>
          <a:sx n="83" d="100"/>
          <a:sy n="83" d="100"/>
        </p:scale>
        <p:origin x="1272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7514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6916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953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2</a:t>
            </a:r>
            <a:r>
              <a:rPr lang="ja-JP" altLang="en-US"/>
              <a:t>つめの結合ファイル　</a:t>
            </a:r>
            <a:r>
              <a:rPr lang="en-US" altLang="ja-JP"/>
              <a:t>slide1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8B27D5-7686-0EE0-1532-5C297DED2E6D}"/>
              </a:ext>
            </a:extLst>
          </p:cNvPr>
          <p:cNvSpPr txBox="1"/>
          <p:nvPr/>
        </p:nvSpPr>
        <p:spPr bwMode="auto">
          <a:xfrm>
            <a:off x="916919" y="1244991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 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コンテンツ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97BB37C-F0D5-DFC9-148F-C38003C5F394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8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</a:t>
            </a:r>
            <a:endParaRPr kumimoji="1" lang="ja-JP" altLang="en-US" sz="28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512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2</a:t>
            </a:r>
            <a:r>
              <a:rPr lang="ja-JP" altLang="en-US"/>
              <a:t>つめの結合ファイル　</a:t>
            </a:r>
            <a:r>
              <a:rPr lang="en-US" altLang="ja-JP"/>
              <a:t>slide2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8B27D5-7686-0EE0-1532-5C297DED2E6D}"/>
              </a:ext>
            </a:extLst>
          </p:cNvPr>
          <p:cNvSpPr txBox="1"/>
          <p:nvPr/>
        </p:nvSpPr>
        <p:spPr bwMode="auto">
          <a:xfrm>
            <a:off x="916919" y="1244991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 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コンテンツ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CAA4089-1D1F-8C03-F159-76AA1BB3FD59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8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</a:t>
            </a:r>
            <a:endParaRPr kumimoji="1" lang="ja-JP" altLang="en-US" sz="28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640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2</a:t>
            </a:r>
            <a:r>
              <a:rPr lang="ja-JP" altLang="en-US"/>
              <a:t>つめの結合ファイル　</a:t>
            </a:r>
            <a:r>
              <a:rPr lang="en-US" altLang="ja-JP"/>
              <a:t>slide3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8B27D5-7686-0EE0-1532-5C297DED2E6D}"/>
              </a:ext>
            </a:extLst>
          </p:cNvPr>
          <p:cNvSpPr txBox="1"/>
          <p:nvPr/>
        </p:nvSpPr>
        <p:spPr bwMode="auto">
          <a:xfrm>
            <a:off x="916919" y="1244991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 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コンテンツ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61E71F5-4CE0-C14F-F9BB-C38E057719CA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8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</a:t>
            </a:r>
            <a:endParaRPr kumimoji="1" lang="ja-JP" altLang="en-US" sz="28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06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29315</TotalTime>
  <Words>69</Words>
  <Application>Microsoft Office PowerPoint</Application>
  <PresentationFormat>ワイド画面</PresentationFormat>
  <Paragraphs>15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BIZ UDPゴシック</vt:lpstr>
      <vt:lpstr>FOT-UD丸ゴ_ラージ Pr6 M</vt:lpstr>
      <vt:lpstr>Arial</vt:lpstr>
      <vt:lpstr>Garamond</vt:lpstr>
      <vt:lpstr>Wingdings</vt:lpstr>
      <vt:lpstr>Edge</vt:lpstr>
      <vt:lpstr>2つめの結合ファイル　slide1</vt:lpstr>
      <vt:lpstr>2つめの結合ファイル　slide2</vt:lpstr>
      <vt:lpstr>2つめの結合ファイル　slide3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3996</cp:revision>
  <dcterms:modified xsi:type="dcterms:W3CDTF">2026-05-19T13:42:43Z</dcterms:modified>
</cp:coreProperties>
</file>