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7"/>
  </p:notesMasterIdLst>
  <p:sldIdLst>
    <p:sldId id="1786" r:id="rId2"/>
    <p:sldId id="1783" r:id="rId3"/>
    <p:sldId id="1784" r:id="rId4"/>
    <p:sldId id="1782" r:id="rId5"/>
    <p:sldId id="1785" r:id="rId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CCECFF"/>
    <a:srgbClr val="99FFCC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55463" autoAdjust="0"/>
  </p:normalViewPr>
  <p:slideViewPr>
    <p:cSldViewPr>
      <p:cViewPr varScale="1">
        <p:scale>
          <a:sx n="76" d="100"/>
          <a:sy n="76" d="100"/>
        </p:scale>
        <p:origin x="101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keyvisual</a:t>
            </a:r>
          </a:p>
          <a:p>
            <a:r>
              <a:t>export-image: extracted/figures/&lt;__BASEFILENAME__&gt;_keyvisual.png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簡易ナンバリングは、2つの pptx ファイルを結合してファイル単位でchapterとしてナンバリングする機能です。</a:t>
            </a:r>
          </a:p>
          <a:p/>
          <a:p>
            <a:r>
              <a:t>chapter とは日本語でいえば「章」のことで、 「1章2節」 のような、章・節によるナンバリングを行うにあたり、pptxファイルひとつを1章（chapter）と考えます。</a:t>
            </a:r>
          </a:p>
          <a:p/>
          <a:p>
            <a:r>
              <a:t>このナンバリング方式を chapt_section 方式と呼びます、</a:t>
            </a:r>
          </a:p>
          <a:p/>
          <a:p>
            <a:r>
              <a:t>処理のイメージは下記の通りです。</a:t>
            </a:r>
          </a:p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![](figures/&lt;__BASEFILENAME__&gt;_keyvisual.png){ width=70% }</a:t>
            </a:r>
          </a:p>
          <a:p/>
          <a:p/>
          <a:p>
            <a:r>
              <a:t>:::</a:t>
            </a:r>
          </a:p>
          <a:p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35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>
            <a:endParaRPr/>
          </a:p>
          <a:p>
            <a:r>
              <a:t>===BLOCK===</a:t>
            </a:r>
          </a:p>
          <a:p>
            <a:r>
              <a:t>{{BLOCK:IMAGE}}</a:t>
            </a:r>
          </a:p>
          <a:p>
            <a:endParaRPr/>
          </a:p>
          <a:p>
            <a:r>
              <a:t>export-image-mode: </a:t>
            </a:r>
          </a:p>
          <a:p>
            <a:r>
              <a:t>export-image-target: </a:t>
            </a:r>
          </a:p>
          <a:p>
            <a:r>
              <a:t>export-image: </a:t>
            </a:r>
          </a:p>
          <a:p>
            <a:endParaRPr/>
          </a:p>
          <a:p>
            <a:r>
              <a:t>===BLOCK===</a:t>
            </a:r>
          </a:p>
          <a:p>
            <a:r>
              <a:t>{{BLOCK:MD:LONG}}</a:t>
            </a:r>
          </a:p>
          <a:p>
            <a:endParaRPr/>
          </a:p>
          <a:p>
            <a:r>
              <a:rPr lang="en-US"/>
              <a:t>export-note: extracted/&lt;__BASEFILENAME__&gt;_slide&lt;__SLIDENUM__&gt;_md.md</a:t>
            </a:r>
          </a:p>
          <a:p>
            <a:r>
              <a:rPr lang="en-US"/>
              <a:t>{{#id:section:&lt;__BASEFILENAME__&gt;:slide&lt;__SLIDENUM__&gt;}}</a:t>
            </a:r>
          </a:p>
          <a:p>
            <a:r>
              <a:t>## &lt;__TITLE__&gt;</a:t>
            </a:r>
          </a:p>
          <a:p>
            <a:endParaRPr/>
          </a:p>
          <a:p>
            <a:r>
              <a:t>&lt;__FILENAME__&gt; は、２つのpptxファイルを結合して簡易ナンバリングを行うサンプルです。</a:t>
            </a:r>
          </a:p>
          <a:p>
            <a:endParaRPr/>
          </a:p>
          <a:p>
            <a:r>
              <a:t>データフォルダ:  PROJECT_ROOT</a:t>
            </a:r>
            <a:r>
              <a:rPr lang="en-US" altLang="ja-JP"/>
              <a:t>/</a:t>
            </a:r>
            <a:r>
              <a:t>examples</a:t>
            </a:r>
            <a:r>
              <a:rPr lang="en-US" altLang="ja-JP"/>
              <a:t>/</a:t>
            </a:r>
            <a:r>
              <a:t>pm2_simple_numbering</a:t>
            </a:r>
          </a:p>
          <a:p>
            <a:r>
              <a:t>### サンプルファイル一覧</a:t>
            </a:r>
          </a:p>
          <a:p>
            <a:endParaRPr/>
          </a:p>
          <a:p>
            <a:r>
              <a:t>| 番号 | ファイル名         |          内容                |</a:t>
            </a:r>
          </a:p>
          <a:p>
            <a:r>
              <a:t>| --- | --------------- | ------------------------ |</a:t>
            </a:r>
          </a:p>
          <a:p>
            <a:r>
              <a:t>| 1 | simple_numbering_recipe.yaml | 結合指示書：簡易ナンバリング処理の仕様を示す  |</a:t>
            </a:r>
          </a:p>
          <a:p>
            <a:r>
              <a:t>| 2 | simple_numbering_guide.pptx  |  このサンプルの説明書ソースpptx  |</a:t>
            </a:r>
          </a:p>
          <a:p>
            <a:r>
              <a:t>| 3 | second.pptx                  | 結合元ファイルサンプル（3スライド）   |</a:t>
            </a:r>
          </a:p>
          <a:p>
            <a:r>
              <a:t>| 4 | simple_numbering_merged.pptx       | 2と3の結合結果   |</a:t>
            </a:r>
          </a:p>
          <a:p>
            <a:endParaRPr/>
          </a:p>
          <a:p>
            <a:r>
              <a:t>ファイル2 + ファイル3 → ファイル4 という結合処理を行い、スライドタイトルに章・節番号をつけます。</a:t>
            </a:r>
          </a:p>
          <a:p>
            <a:endParaRPr/>
          </a:p>
          <a:p>
            <a:r>
              <a:t>### 実行命令</a:t>
            </a:r>
          </a:p>
          <a:p>
            <a:endParaRPr/>
          </a:p>
          <a:p>
            <a:r>
              <a:t>ファイル1の結合指示書に結合対象ファイルを記載します（後述します）。</a:t>
            </a:r>
          </a:p>
          <a:p>
            <a:endParaRPr/>
          </a:p>
          <a:p>
            <a:r>
              <a:t>以下の命令で実行します。サブコマンド pptmerge の引数に結合指示書を指定します。途中、一時的に PowerPoint が起動します。 --force は既出力ファイルを上書きするオプションです。</a:t>
            </a:r>
          </a:p>
          <a:p>
            <a:endParaRPr/>
          </a:p>
          <a:p>
            <a:r>
              <a:t>```bash</a:t>
            </a:r>
          </a:p>
          <a:p>
            <a:r>
              <a:rPr lang="en-US"/>
              <a:t>pptmdmerge</a:t>
            </a:r>
            <a:r>
              <a:t> pptmerge PROJECT_ROOT</a:t>
            </a:r>
            <a:r>
              <a:rPr lang="en-US"/>
              <a:t>/</a:t>
            </a:r>
            <a:r>
              <a:t>examples</a:t>
            </a:r>
            <a:r>
              <a:rPr lang="en-US" altLang="ja-JP"/>
              <a:t>/</a:t>
            </a:r>
            <a:r>
              <a:t>pm2_simple_numbering_recipe.yaml --force</a:t>
            </a:r>
          </a:p>
          <a:p>
            <a:r>
              <a:t>```</a:t>
            </a:r>
          </a:p>
          <a:p>
            <a:endParaRPr/>
          </a:p>
          <a:p>
            <a:r>
              <a:t>結果、ファイル4が生成されれば成功です</a:t>
            </a:r>
            <a:endParaRPr lang="en-US"/>
          </a:p>
          <a:p>
            <a:endParaRPr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1000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実行後は2つのpptxファイルがマージ（結合）されています。</a:t>
            </a:r>
          </a:p>
          <a:p/>
          <a:p>
            <a:r>
              <a:t>簡易ナンバリングを指定したので章・節番号がついて、pptxファイルが変わると新しい chapter となっています。</a:t>
            </a:r>
          </a:p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:::</a:t>
            </a:r>
          </a:p>
          <a:p/>
          <a:p/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8073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indexer.pptxnumbering: という項目に chapt_section と記載すると、簡易ナンバリングを行います。</a:t>
            </a:r>
          </a:p>
          <a:p/>
          <a:p>
            <a:r>
              <a:t>procedure の operation: chapter という項目で章番号のカウントアップを指示します。</a:t>
            </a:r>
          </a:p>
          <a:p/>
          <a:p>
            <a:r>
              <a:t>```bash</a:t>
            </a:r>
          </a:p>
          <a:p>
            <a:r>
              <a:t> - operation: chapter                    # 章番号を付番する。</a:t>
            </a:r>
          </a:p>
          <a:p>
            <a:r>
              <a:t>    chapter: "+" </a:t>
            </a:r>
          </a:p>
          <a:p>
            <a:r>
              <a:t>```</a:t>
            </a:r>
          </a:p>
          <a:p/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:::</a:t>
            </a:r>
          </a:p>
          <a:p/>
          <a:p/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1775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extracted/figures/&lt;__BASEFILENAME__&gt;_slide&lt;__SLIDENUM__&gt;_fig.png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extracted/&lt;__BASEFILENAME__&gt;_slide&lt;__SLIDENUM__&gt;_md.md</a:t>
            </a:r>
          </a:p>
          <a:p>
            <a:r>
              <a:t>{{#id:section:&lt;__BASEFILENAME__&gt;:slide&lt;__SLIDENUM__&gt;}}</a:t>
            </a:r>
          </a:p>
          <a:p>
            <a:r>
              <a:t>## &lt;__TITLE__&gt;</a:t>
            </a:r>
          </a:p>
          <a:p/>
          <a:p>
            <a:r>
              <a:t>chapt_section 方式は、pptmerge のプロセスが内部的に付番用変数を管理して行うものです。</a:t>
            </a:r>
          </a:p>
          <a:p>
            <a:r>
              <a:t>chapter, section の変数はいずれも処理開始前は 0 であり、operation を経る都度、加算やリセットされます。"+" の部分を変えれば単純なカウントアップ以外の操作も可能です。</a:t>
            </a:r>
          </a:p>
          <a:p/>
          <a:p>
            <a:r>
              <a:t>```bash</a:t>
            </a:r>
          </a:p>
          <a:p>
            <a:r>
              <a:t>"+"  1 加算</a:t>
            </a:r>
          </a:p>
          <a:p>
            <a:r>
              <a:t>"+2" 2 加算</a:t>
            </a:r>
          </a:p>
          <a:p>
            <a:r>
              <a:t>"2" 2でリセットする</a:t>
            </a:r>
          </a:p>
          <a:p>
            <a:r>
              <a:t>```</a:t>
            </a:r>
          </a:p>
          <a:p/>
          <a:p>
            <a:r>
              <a:t>section はスライドが進むことにより自動的にカウントアップされます。</a:t>
            </a:r>
          </a:p>
          <a:p>
            <a:r>
              <a:t>chapter 増やすにはここで説明した　operation: chapter の操作をするか、あるいは スライド上のマーカーによりカウントする方法もあります（別項目にて説明します）。</a:t>
            </a:r>
          </a:p>
          <a:p/>
          <a:p/>
          <a:p>
            <a:r>
              <a:t>::: {.center}</a:t>
            </a:r>
          </a:p>
          <a:p/>
          <a:p>
            <a:r>
              <a:t>![](figures/&lt;__BASEFILENAME__&gt;_slide&lt;__SLIDENUM__&gt;_fig.png){ width=95% }</a:t>
            </a:r>
          </a:p>
          <a:p/>
          <a:p>
            <a:r>
              <a:t>:::</a:t>
            </a:r>
          </a:p>
          <a:p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4458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xportrange">
            <a:extLst>
              <a:ext uri="{FF2B5EF4-FFF2-40B4-BE49-F238E27FC236}">
                <a16:creationId xmlns:a16="http://schemas.microsoft.com/office/drawing/2014/main" id="{75B27FA7-91EC-C737-1860-A0A362ECF000}"/>
              </a:ext>
            </a:extLst>
          </p:cNvPr>
          <p:cNvSpPr/>
          <p:nvPr/>
        </p:nvSpPr>
        <p:spPr bwMode="auto">
          <a:xfrm>
            <a:off x="623392" y="932444"/>
            <a:ext cx="9865096" cy="182048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keyvisual">
            <a:extLst>
              <a:ext uri="{FF2B5EF4-FFF2-40B4-BE49-F238E27FC236}">
                <a16:creationId xmlns:a16="http://schemas.microsoft.com/office/drawing/2014/main" id="{70BABA97-3384-A9EC-7B2F-93E38B499951}"/>
              </a:ext>
            </a:extLst>
          </p:cNvPr>
          <p:cNvSpPr/>
          <p:nvPr/>
        </p:nvSpPr>
        <p:spPr bwMode="auto">
          <a:xfrm>
            <a:off x="1787939" y="2904486"/>
            <a:ext cx="8700549" cy="354885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simple_numbering</a:t>
            </a:r>
            <a:r>
              <a:rPr kumimoji="1" lang="ja-JP" altLang="en-US"/>
              <a:t>　簡易ナンバリング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5E8B59-A9AF-B900-C34B-DAF80BDA8C59}"/>
              </a:ext>
            </a:extLst>
          </p:cNvPr>
          <p:cNvSpPr/>
          <p:nvPr/>
        </p:nvSpPr>
        <p:spPr bwMode="auto">
          <a:xfrm>
            <a:off x="2041045" y="3362309"/>
            <a:ext cx="1713616" cy="121127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AAA7FF8-69F1-5A70-26E2-14AF997617D4}"/>
              </a:ext>
            </a:extLst>
          </p:cNvPr>
          <p:cNvSpPr/>
          <p:nvPr/>
        </p:nvSpPr>
        <p:spPr bwMode="auto">
          <a:xfrm>
            <a:off x="2271895" y="3478030"/>
            <a:ext cx="1251916" cy="403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56F9C48-04EF-2DA2-70BA-D93E08B23E67}"/>
              </a:ext>
            </a:extLst>
          </p:cNvPr>
          <p:cNvSpPr/>
          <p:nvPr/>
        </p:nvSpPr>
        <p:spPr bwMode="auto">
          <a:xfrm>
            <a:off x="2271895" y="4033388"/>
            <a:ext cx="1251916" cy="403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0B30D01-EC9D-0B99-494F-13BAF499FBF3}"/>
              </a:ext>
            </a:extLst>
          </p:cNvPr>
          <p:cNvSpPr/>
          <p:nvPr/>
        </p:nvSpPr>
        <p:spPr bwMode="auto">
          <a:xfrm>
            <a:off x="2041045" y="5170004"/>
            <a:ext cx="1713617" cy="115770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72AA984-6FDE-53E5-1111-CB9D2CEA102D}"/>
              </a:ext>
            </a:extLst>
          </p:cNvPr>
          <p:cNvSpPr/>
          <p:nvPr/>
        </p:nvSpPr>
        <p:spPr bwMode="auto">
          <a:xfrm>
            <a:off x="2271895" y="5297185"/>
            <a:ext cx="1251916" cy="4037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62F9F1-B141-9C48-9446-25852AF136AA}"/>
              </a:ext>
            </a:extLst>
          </p:cNvPr>
          <p:cNvSpPr/>
          <p:nvPr/>
        </p:nvSpPr>
        <p:spPr bwMode="auto">
          <a:xfrm>
            <a:off x="2271895" y="5831305"/>
            <a:ext cx="1251916" cy="4037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22D55C-0CBD-0C99-E5D3-D909ADB80C53}"/>
              </a:ext>
            </a:extLst>
          </p:cNvPr>
          <p:cNvSpPr txBox="1"/>
          <p:nvPr/>
        </p:nvSpPr>
        <p:spPr bwMode="auto">
          <a:xfrm>
            <a:off x="1801380" y="2984596"/>
            <a:ext cx="21929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5F3E591-71CE-BC67-B88F-1886B9D7DC99}"/>
              </a:ext>
            </a:extLst>
          </p:cNvPr>
          <p:cNvSpPr txBox="1"/>
          <p:nvPr/>
        </p:nvSpPr>
        <p:spPr bwMode="auto">
          <a:xfrm>
            <a:off x="1787939" y="4783909"/>
            <a:ext cx="22198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F80CE5A-6947-27D7-FD8B-EC11BCAE7C87}"/>
              </a:ext>
            </a:extLst>
          </p:cNvPr>
          <p:cNvSpPr/>
          <p:nvPr/>
        </p:nvSpPr>
        <p:spPr bwMode="auto">
          <a:xfrm>
            <a:off x="6538301" y="3869302"/>
            <a:ext cx="1884978" cy="233867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4C5F1CE-C6BA-1557-2365-50004D41DA5B}"/>
              </a:ext>
            </a:extLst>
          </p:cNvPr>
          <p:cNvSpPr/>
          <p:nvPr/>
        </p:nvSpPr>
        <p:spPr bwMode="auto">
          <a:xfrm>
            <a:off x="6752384" y="3985024"/>
            <a:ext cx="1425338" cy="403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1.1) 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E7AC7F4-3B36-FA83-7EA1-C6593900A275}"/>
              </a:ext>
            </a:extLst>
          </p:cNvPr>
          <p:cNvSpPr/>
          <p:nvPr/>
        </p:nvSpPr>
        <p:spPr bwMode="auto">
          <a:xfrm>
            <a:off x="6752384" y="4540382"/>
            <a:ext cx="1425338" cy="403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1.2) 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C0CA13A-9208-80F4-1063-1E2DDA63A0F6}"/>
              </a:ext>
            </a:extLst>
          </p:cNvPr>
          <p:cNvSpPr/>
          <p:nvPr/>
        </p:nvSpPr>
        <p:spPr bwMode="auto">
          <a:xfrm>
            <a:off x="6752384" y="5080573"/>
            <a:ext cx="1425338" cy="4037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 B1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81241AA-267B-0B36-EAAF-F966736AA657}"/>
              </a:ext>
            </a:extLst>
          </p:cNvPr>
          <p:cNvSpPr/>
          <p:nvPr/>
        </p:nvSpPr>
        <p:spPr bwMode="auto">
          <a:xfrm>
            <a:off x="6752384" y="5614693"/>
            <a:ext cx="1425338" cy="4037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2.2) B2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168543A-9EB0-5D12-BA3E-6453BE706655}"/>
              </a:ext>
            </a:extLst>
          </p:cNvPr>
          <p:cNvSpPr txBox="1"/>
          <p:nvPr/>
        </p:nvSpPr>
        <p:spPr bwMode="auto">
          <a:xfrm>
            <a:off x="6456040" y="3361365"/>
            <a:ext cx="2018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merged.pptx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3C7A03A-D9B4-ED53-7775-F2CE7974A824}"/>
              </a:ext>
            </a:extLst>
          </p:cNvPr>
          <p:cNvSpPr txBox="1"/>
          <p:nvPr/>
        </p:nvSpPr>
        <p:spPr bwMode="auto">
          <a:xfrm>
            <a:off x="4135419" y="4304443"/>
            <a:ext cx="2018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7EFE225C-76DD-F242-461B-1C1509FCAF8E}"/>
              </a:ext>
            </a:extLst>
          </p:cNvPr>
          <p:cNvCxnSpPr>
            <a:cxnSpLocks/>
          </p:cNvCxnSpPr>
          <p:nvPr/>
        </p:nvCxnSpPr>
        <p:spPr bwMode="auto">
          <a:xfrm>
            <a:off x="4119593" y="4783909"/>
            <a:ext cx="2033852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A9E561F-3202-EC6B-A845-34025BBBBFCE}"/>
              </a:ext>
            </a:extLst>
          </p:cNvPr>
          <p:cNvSpPr txBox="1"/>
          <p:nvPr/>
        </p:nvSpPr>
        <p:spPr bwMode="auto">
          <a:xfrm>
            <a:off x="2686070" y="1916832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pptmdmerge   pptmerge  simple_numbering_recipe.yaml  --force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E0158F8-3118-DE46-AA56-1D8CABAF59F4}"/>
              </a:ext>
            </a:extLst>
          </p:cNvPr>
          <p:cNvSpPr txBox="1"/>
          <p:nvPr/>
        </p:nvSpPr>
        <p:spPr bwMode="auto">
          <a:xfrm>
            <a:off x="739026" y="1916832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起動コマンド例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12C02D-E7B8-7F68-10F1-94D7D353FDA0}"/>
              </a:ext>
            </a:extLst>
          </p:cNvPr>
          <p:cNvSpPr txBox="1"/>
          <p:nvPr/>
        </p:nvSpPr>
        <p:spPr bwMode="auto">
          <a:xfrm>
            <a:off x="2686070" y="1042744"/>
            <a:ext cx="25025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E60B26-1C28-91A1-533D-80CB752E0150}"/>
              </a:ext>
            </a:extLst>
          </p:cNvPr>
          <p:cNvSpPr txBox="1"/>
          <p:nvPr/>
        </p:nvSpPr>
        <p:spPr bwMode="auto">
          <a:xfrm>
            <a:off x="739026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サブコマンド名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7F4962-5E63-7FA3-1DEE-0DC3FD751080}"/>
              </a:ext>
            </a:extLst>
          </p:cNvPr>
          <p:cNvSpPr txBox="1"/>
          <p:nvPr/>
        </p:nvSpPr>
        <p:spPr bwMode="auto">
          <a:xfrm>
            <a:off x="739026" y="148478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機能概要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7BFA0D-1443-45A8-6C2B-3DCA36B4EDFB}"/>
              </a:ext>
            </a:extLst>
          </p:cNvPr>
          <p:cNvSpPr txBox="1"/>
          <p:nvPr/>
        </p:nvSpPr>
        <p:spPr bwMode="auto">
          <a:xfrm>
            <a:off x="2686070" y="1484784"/>
            <a:ext cx="83064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ファイルを結合し、ファイル単位で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としてナンバリングする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9071F12-387C-5A22-939B-F2200B79350D}"/>
              </a:ext>
            </a:extLst>
          </p:cNvPr>
          <p:cNvSpPr/>
          <p:nvPr/>
        </p:nvSpPr>
        <p:spPr bwMode="auto">
          <a:xfrm>
            <a:off x="8760296" y="195005"/>
            <a:ext cx="3105792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945FCB6-CA3A-FC29-44E0-9550E5D3849C}"/>
              </a:ext>
            </a:extLst>
          </p:cNvPr>
          <p:cNvSpPr txBox="1"/>
          <p:nvPr/>
        </p:nvSpPr>
        <p:spPr bwMode="auto">
          <a:xfrm>
            <a:off x="2686070" y="2338265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"pptxnumbering: chapt_section",  "operation: chapter"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24990FC-3ADD-D38C-1E73-075BCF1E9CDF}"/>
              </a:ext>
            </a:extLst>
          </p:cNvPr>
          <p:cNvSpPr txBox="1"/>
          <p:nvPr/>
        </p:nvSpPr>
        <p:spPr bwMode="auto">
          <a:xfrm>
            <a:off x="739026" y="2338265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関連キーワード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右中かっこ 12">
            <a:extLst>
              <a:ext uri="{FF2B5EF4-FFF2-40B4-BE49-F238E27FC236}">
                <a16:creationId xmlns:a16="http://schemas.microsoft.com/office/drawing/2014/main" id="{2F7D6CB6-3536-FE10-FFA8-7565E843A356}"/>
              </a:ext>
            </a:extLst>
          </p:cNvPr>
          <p:cNvSpPr/>
          <p:nvPr/>
        </p:nvSpPr>
        <p:spPr bwMode="auto">
          <a:xfrm>
            <a:off x="8578136" y="3960533"/>
            <a:ext cx="288032" cy="1078643"/>
          </a:xfrm>
          <a:prstGeom prst="rightBrace">
            <a:avLst>
              <a:gd name="adj1" fmla="val 35939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右中かっこ 13">
            <a:extLst>
              <a:ext uri="{FF2B5EF4-FFF2-40B4-BE49-F238E27FC236}">
                <a16:creationId xmlns:a16="http://schemas.microsoft.com/office/drawing/2014/main" id="{FC02B5FE-CC28-4A3D-0B11-9ABF2E9EC51D}"/>
              </a:ext>
            </a:extLst>
          </p:cNvPr>
          <p:cNvSpPr/>
          <p:nvPr/>
        </p:nvSpPr>
        <p:spPr bwMode="auto">
          <a:xfrm>
            <a:off x="8578136" y="5061442"/>
            <a:ext cx="288032" cy="1078643"/>
          </a:xfrm>
          <a:prstGeom prst="rightBrace">
            <a:avLst>
              <a:gd name="adj1" fmla="val 35939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B097F9B-B5A0-4411-87C0-4E98B52EF3A4}"/>
              </a:ext>
            </a:extLst>
          </p:cNvPr>
          <p:cNvSpPr txBox="1"/>
          <p:nvPr/>
        </p:nvSpPr>
        <p:spPr bwMode="auto">
          <a:xfrm>
            <a:off x="8631458" y="4294504"/>
            <a:ext cx="2018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1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9BA6B0A-DE42-C2C0-94A0-4AE491E7C0AE}"/>
              </a:ext>
            </a:extLst>
          </p:cNvPr>
          <p:cNvSpPr txBox="1"/>
          <p:nvPr/>
        </p:nvSpPr>
        <p:spPr bwMode="auto">
          <a:xfrm>
            <a:off x="8631458" y="5400305"/>
            <a:ext cx="2018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1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6123056-39E8-9006-356A-C836B81C314D}"/>
              </a:ext>
            </a:extLst>
          </p:cNvPr>
          <p:cNvSpPr txBox="1"/>
          <p:nvPr/>
        </p:nvSpPr>
        <p:spPr bwMode="auto">
          <a:xfrm>
            <a:off x="4135419" y="4953186"/>
            <a:ext cx="201802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ファイル単位で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別の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</a:p>
          <a:p>
            <a:pPr algn="ctr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として付番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FE381D9-F00C-E5BA-3584-ABDCA945B09F}"/>
              </a:ext>
            </a:extLst>
          </p:cNvPr>
          <p:cNvSpPr txBox="1"/>
          <p:nvPr/>
        </p:nvSpPr>
        <p:spPr bwMode="auto">
          <a:xfrm>
            <a:off x="5471509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サンプルフォルダ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491889-C51E-5A48-83B2-129353663E72}"/>
              </a:ext>
            </a:extLst>
          </p:cNvPr>
          <p:cNvSpPr txBox="1"/>
          <p:nvPr/>
        </p:nvSpPr>
        <p:spPr bwMode="auto">
          <a:xfrm>
            <a:off x="7582968" y="1042744"/>
            <a:ext cx="3865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pm2_simple_numbering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542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simple_numbering </a:t>
            </a:r>
            <a:r>
              <a:rPr kumimoji="1" lang="ja-JP" altLang="en-US"/>
              <a:t>サンプル実行例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D32C2E-6D64-1915-E77C-583D0ED6D96D}"/>
              </a:ext>
            </a:extLst>
          </p:cNvPr>
          <p:cNvSpPr txBox="1"/>
          <p:nvPr/>
        </p:nvSpPr>
        <p:spPr bwMode="auto">
          <a:xfrm>
            <a:off x="695400" y="2648926"/>
            <a:ext cx="10873208" cy="768268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11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cd D:/sandbox/pm2_simple_numbering</a:t>
            </a:r>
          </a:p>
          <a:p>
            <a:endParaRPr lang="en-US" altLang="ja-JP" sz="11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1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pptmdmerge pptmerge D:/sandbox/pm2_simple_numbering/simple_numbering_recipe.yaml --force</a:t>
            </a:r>
          </a:p>
          <a:p>
            <a:pPr algn="l"/>
            <a:endParaRPr kumimoji="1" lang="en-US" altLang="ja-JP" sz="11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F4AE9F-FFDC-8F04-A20C-50B8EC1DC7DB}"/>
              </a:ext>
            </a:extLst>
          </p:cNvPr>
          <p:cNvSpPr txBox="1"/>
          <p:nvPr/>
        </p:nvSpPr>
        <p:spPr bwMode="auto">
          <a:xfrm>
            <a:off x="695400" y="4490585"/>
            <a:ext cx="10873208" cy="307777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105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D:/sandbox/pm2_simple_numbering/simple_numbering_recipe.yaml -&gt; D:/sandbox/pm2_simple_numbering/simple_numbering_merged.pptx</a:t>
            </a:r>
            <a:endParaRPr kumimoji="1" lang="en-US" altLang="ja-JP" sz="105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4E4A420-1A53-FCDD-AA48-33A8BB6FB5CF}"/>
              </a:ext>
            </a:extLst>
          </p:cNvPr>
          <p:cNvSpPr txBox="1"/>
          <p:nvPr/>
        </p:nvSpPr>
        <p:spPr bwMode="auto">
          <a:xfrm>
            <a:off x="706374" y="2024933"/>
            <a:ext cx="102861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コマンド実行例　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pptmdmerge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インストール後に実行します。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途中、一時的に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PowerPoint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が起動します。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312D6B3-F976-AA35-A48B-FADBC7947107}"/>
              </a:ext>
            </a:extLst>
          </p:cNvPr>
          <p:cNvSpPr txBox="1"/>
          <p:nvPr/>
        </p:nvSpPr>
        <p:spPr bwMode="auto">
          <a:xfrm>
            <a:off x="706374" y="4121807"/>
            <a:ext cx="102861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結果、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simple_numbering_merged.pptx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が生成されれば成功です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752C97-B0FD-1588-DE52-7E8153178381}"/>
              </a:ext>
            </a:extLst>
          </p:cNvPr>
          <p:cNvSpPr txBox="1"/>
          <p:nvPr/>
        </p:nvSpPr>
        <p:spPr bwMode="auto">
          <a:xfrm>
            <a:off x="706374" y="1124744"/>
            <a:ext cx="10286170" cy="68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を単純なナンバリングつきで実行する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サンプルです。　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chapt_section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方式という、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だけで完結する簡易なナンバリング方式です。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F5A68E-F3F0-2EC4-71B1-0014BB8D134E}"/>
              </a:ext>
            </a:extLst>
          </p:cNvPr>
          <p:cNvSpPr/>
          <p:nvPr/>
        </p:nvSpPr>
        <p:spPr bwMode="auto">
          <a:xfrm>
            <a:off x="8760296" y="195005"/>
            <a:ext cx="3105792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2974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xportrange">
            <a:extLst>
              <a:ext uri="{FF2B5EF4-FFF2-40B4-BE49-F238E27FC236}">
                <a16:creationId xmlns:a16="http://schemas.microsoft.com/office/drawing/2014/main" id="{17393D0A-5AD2-D210-9D5A-6F1ADFEDFF24}"/>
              </a:ext>
            </a:extLst>
          </p:cNvPr>
          <p:cNvSpPr/>
          <p:nvPr/>
        </p:nvSpPr>
        <p:spPr bwMode="auto">
          <a:xfrm>
            <a:off x="407368" y="999911"/>
            <a:ext cx="11305256" cy="566944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93A3BBD-C301-7259-7497-D4FCED4CF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65" y="2078566"/>
            <a:ext cx="11023869" cy="450595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簡易ナンバリング結果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493606-BD95-738A-1691-88B06787E242}"/>
              </a:ext>
            </a:extLst>
          </p:cNvPr>
          <p:cNvSpPr txBox="1"/>
          <p:nvPr/>
        </p:nvSpPr>
        <p:spPr bwMode="auto">
          <a:xfrm>
            <a:off x="2279576" y="1067642"/>
            <a:ext cx="872287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実行後は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simple_numbering.pptx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がマージ（結合）されています。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517E5D-A458-9512-3DE6-324C177B2C93}"/>
              </a:ext>
            </a:extLst>
          </p:cNvPr>
          <p:cNvSpPr txBox="1"/>
          <p:nvPr/>
        </p:nvSpPr>
        <p:spPr bwMode="auto">
          <a:xfrm>
            <a:off x="7450329" y="1484784"/>
            <a:ext cx="36103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章・節番号がついています</a:t>
            </a:r>
            <a:endParaRPr kumimoji="1" lang="en-US" altLang="ja-JP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A0AD4A8-35A8-757A-378B-4B7794A307FD}"/>
              </a:ext>
            </a:extLst>
          </p:cNvPr>
          <p:cNvCxnSpPr>
            <a:cxnSpLocks/>
          </p:cNvCxnSpPr>
          <p:nvPr/>
        </p:nvCxnSpPr>
        <p:spPr bwMode="auto">
          <a:xfrm>
            <a:off x="8112224" y="1880272"/>
            <a:ext cx="360040" cy="37068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24ED104C-FA86-19AA-2C86-1A09FFA431C9}"/>
              </a:ext>
            </a:extLst>
          </p:cNvPr>
          <p:cNvCxnSpPr>
            <a:cxnSpLocks/>
          </p:cNvCxnSpPr>
          <p:nvPr/>
        </p:nvCxnSpPr>
        <p:spPr bwMode="auto">
          <a:xfrm>
            <a:off x="7908030" y="1926364"/>
            <a:ext cx="624412" cy="2726773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C052B9C-C132-5534-4574-D6C15F0867F5}"/>
              </a:ext>
            </a:extLst>
          </p:cNvPr>
          <p:cNvSpPr/>
          <p:nvPr/>
        </p:nvSpPr>
        <p:spPr bwMode="auto">
          <a:xfrm>
            <a:off x="8760296" y="195005"/>
            <a:ext cx="3105792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089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xportrange">
            <a:extLst>
              <a:ext uri="{FF2B5EF4-FFF2-40B4-BE49-F238E27FC236}">
                <a16:creationId xmlns:a16="http://schemas.microsoft.com/office/drawing/2014/main" id="{8A228F6E-6447-758E-021D-005DD0331CEF}"/>
              </a:ext>
            </a:extLst>
          </p:cNvPr>
          <p:cNvSpPr/>
          <p:nvPr/>
        </p:nvSpPr>
        <p:spPr bwMode="auto">
          <a:xfrm>
            <a:off x="621113" y="969226"/>
            <a:ext cx="10643470" cy="541210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E72456-A560-97A2-35B8-97B38DB20E81}"/>
              </a:ext>
            </a:extLst>
          </p:cNvPr>
          <p:cNvSpPr/>
          <p:nvPr/>
        </p:nvSpPr>
        <p:spPr bwMode="auto">
          <a:xfrm>
            <a:off x="925138" y="1722506"/>
            <a:ext cx="10067406" cy="448351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1400"/>
              <a:t># </a:t>
            </a:r>
            <a:r>
              <a:rPr lang="ja-JP" altLang="en-US" sz="1400"/>
              <a:t>出力ファイル名</a:t>
            </a:r>
          </a:p>
          <a:p>
            <a:r>
              <a:rPr lang="en-US" altLang="ja-JP" sz="1400"/>
              <a:t>output: </a:t>
            </a:r>
          </a:p>
          <a:p>
            <a:r>
              <a:rPr lang="en-US" altLang="ja-JP" sz="1400"/>
              <a:t>  pptxfilename: simple_numbering_merged.pptx        # </a:t>
            </a:r>
            <a:r>
              <a:rPr lang="ja-JP" altLang="en-US" sz="1400"/>
              <a:t>結合後の</a:t>
            </a:r>
            <a:r>
              <a:rPr lang="en-US" altLang="ja-JP" sz="1400"/>
              <a:t>pptx</a:t>
            </a:r>
            <a:r>
              <a:rPr lang="ja-JP" altLang="en-US" sz="1400"/>
              <a:t>ファイルのファイル名</a:t>
            </a:r>
          </a:p>
          <a:p>
            <a:endParaRPr lang="ja-JP" altLang="en-US" sz="1400"/>
          </a:p>
          <a:p>
            <a:r>
              <a:rPr lang="en-US" altLang="ja-JP" sz="1400"/>
              <a:t>indexer:</a:t>
            </a:r>
          </a:p>
          <a:p>
            <a:r>
              <a:rPr lang="en-US" altLang="ja-JP" sz="1400"/>
              <a:t>  </a:t>
            </a:r>
            <a:r>
              <a:rPr lang="en-US" altLang="ja-JP" sz="1400">
                <a:solidFill>
                  <a:srgbClr val="FF0000"/>
                </a:solidFill>
              </a:rPr>
              <a:t>pptxnumbering: chapt_section</a:t>
            </a:r>
            <a:endParaRPr lang="ja-JP" altLang="en-US" sz="1400"/>
          </a:p>
          <a:p>
            <a:endParaRPr lang="ja-JP" altLang="en-US" sz="1400"/>
          </a:p>
          <a:p>
            <a:endParaRPr lang="ja-JP" altLang="en-US" sz="1400"/>
          </a:p>
          <a:p>
            <a:r>
              <a:rPr lang="en-US" altLang="ja-JP" sz="1400"/>
              <a:t># </a:t>
            </a:r>
            <a:r>
              <a:rPr lang="ja-JP" altLang="en-US" sz="1400"/>
              <a:t>結合手順： </a:t>
            </a:r>
            <a:r>
              <a:rPr lang="en-US" altLang="ja-JP" sz="1400"/>
              <a:t>"operation: insertpptx" </a:t>
            </a:r>
            <a:r>
              <a:rPr lang="ja-JP" altLang="en-US" sz="1400"/>
              <a:t>で、結合したいファイルを結合順に記載する</a:t>
            </a:r>
          </a:p>
          <a:p>
            <a:r>
              <a:rPr lang="en-US" altLang="ja-JP" sz="1400"/>
              <a:t>procedure:</a:t>
            </a:r>
          </a:p>
          <a:p>
            <a:r>
              <a:rPr lang="en-US" altLang="ja-JP" sz="1400"/>
              <a:t>                                                        # </a:t>
            </a:r>
            <a:r>
              <a:rPr lang="ja-JP" altLang="en-US" sz="1400"/>
              <a:t>処理を始める時点での章番号の初期値は </a:t>
            </a:r>
            <a:r>
              <a:rPr lang="en-US" altLang="ja-JP" sz="1400"/>
              <a:t>0</a:t>
            </a:r>
          </a:p>
          <a:p>
            <a:r>
              <a:rPr lang="en-US" altLang="ja-JP" sz="1400"/>
              <a:t>  - </a:t>
            </a:r>
            <a:r>
              <a:rPr lang="en-US" altLang="ja-JP" sz="1400">
                <a:solidFill>
                  <a:srgbClr val="FF0000"/>
                </a:solidFill>
              </a:rPr>
              <a:t>operation: chapter</a:t>
            </a:r>
            <a:r>
              <a:rPr lang="en-US" altLang="ja-JP" sz="1400"/>
              <a:t>                    # </a:t>
            </a:r>
            <a:r>
              <a:rPr lang="ja-JP" altLang="en-US" sz="1400"/>
              <a:t>章番号を付番する。</a:t>
            </a:r>
          </a:p>
          <a:p>
            <a:r>
              <a:rPr lang="ja-JP" altLang="en-US" sz="1400"/>
              <a:t>    </a:t>
            </a:r>
            <a:r>
              <a:rPr lang="en-US" altLang="ja-JP" sz="1400"/>
              <a:t>chapter: "+"                               # </a:t>
            </a:r>
            <a:r>
              <a:rPr lang="ja-JP" altLang="en-US" sz="1400"/>
              <a:t>前の章番号に </a:t>
            </a:r>
            <a:r>
              <a:rPr lang="en-US" altLang="ja-JP" sz="1400"/>
              <a:t>1 </a:t>
            </a:r>
            <a:r>
              <a:rPr lang="ja-JP" altLang="en-US" sz="1400"/>
              <a:t>を加える。結果、</a:t>
            </a:r>
            <a:r>
              <a:rPr lang="en-US" altLang="ja-JP" sz="1400"/>
              <a:t>0+1 </a:t>
            </a:r>
            <a:r>
              <a:rPr lang="ja-JP" altLang="en-US" sz="1400"/>
              <a:t>で</a:t>
            </a:r>
            <a:r>
              <a:rPr lang="en-US" altLang="ja-JP" sz="1400"/>
              <a:t>1</a:t>
            </a:r>
            <a:r>
              <a:rPr lang="ja-JP" altLang="en-US" sz="1400"/>
              <a:t>になる</a:t>
            </a:r>
          </a:p>
          <a:p>
            <a:r>
              <a:rPr lang="ja-JP" altLang="en-US" sz="1400"/>
              <a:t>  </a:t>
            </a:r>
            <a:r>
              <a:rPr lang="en-US" altLang="ja-JP" sz="1400"/>
              <a:t>- operation: insertpptx</a:t>
            </a:r>
          </a:p>
          <a:p>
            <a:r>
              <a:rPr lang="en-US" altLang="ja-JP" sz="1400"/>
              <a:t>    pptxfilename: first.pptx            # </a:t>
            </a:r>
            <a:r>
              <a:rPr lang="ja-JP" altLang="en-US" sz="1400"/>
              <a:t>このファイルは </a:t>
            </a:r>
            <a:r>
              <a:rPr lang="en-US" altLang="ja-JP" sz="1400"/>
              <a:t>Chapter 1 </a:t>
            </a:r>
            <a:r>
              <a:rPr lang="ja-JP" altLang="en-US" sz="1400"/>
              <a:t>になる</a:t>
            </a:r>
          </a:p>
          <a:p>
            <a:endParaRPr lang="ja-JP" altLang="en-US" sz="1400"/>
          </a:p>
          <a:p>
            <a:r>
              <a:rPr lang="ja-JP" altLang="en-US" sz="1400"/>
              <a:t>  </a:t>
            </a:r>
            <a:r>
              <a:rPr lang="en-US" altLang="ja-JP" sz="1400"/>
              <a:t>- </a:t>
            </a:r>
            <a:r>
              <a:rPr lang="en-US" altLang="ja-JP" sz="1400">
                <a:solidFill>
                  <a:srgbClr val="FF0000"/>
                </a:solidFill>
              </a:rPr>
              <a:t>operation: chapter</a:t>
            </a:r>
            <a:r>
              <a:rPr lang="en-US" altLang="ja-JP" sz="1400"/>
              <a:t>                    # </a:t>
            </a:r>
            <a:r>
              <a:rPr lang="ja-JP" altLang="en-US" sz="1400"/>
              <a:t>次の章番号を付番する。</a:t>
            </a:r>
          </a:p>
          <a:p>
            <a:r>
              <a:rPr lang="ja-JP" altLang="en-US" sz="1400"/>
              <a:t>    </a:t>
            </a:r>
            <a:r>
              <a:rPr lang="en-US" altLang="ja-JP" sz="1400"/>
              <a:t>chapter: "+"                               # </a:t>
            </a:r>
            <a:r>
              <a:rPr lang="ja-JP" altLang="en-US" sz="1400"/>
              <a:t>前の章番号に </a:t>
            </a:r>
            <a:r>
              <a:rPr lang="en-US" altLang="ja-JP" sz="1400"/>
              <a:t>1 </a:t>
            </a:r>
            <a:r>
              <a:rPr lang="ja-JP" altLang="en-US" sz="1400"/>
              <a:t>を加える。結果、</a:t>
            </a:r>
            <a:r>
              <a:rPr lang="en-US" altLang="ja-JP" sz="1400"/>
              <a:t>1+1 </a:t>
            </a:r>
            <a:r>
              <a:rPr lang="ja-JP" altLang="en-US" sz="1400"/>
              <a:t>で</a:t>
            </a:r>
            <a:r>
              <a:rPr lang="en-US" altLang="ja-JP" sz="1400"/>
              <a:t>2</a:t>
            </a:r>
            <a:r>
              <a:rPr lang="ja-JP" altLang="en-US" sz="1400"/>
              <a:t>になる</a:t>
            </a:r>
          </a:p>
          <a:p>
            <a:r>
              <a:rPr lang="ja-JP" altLang="en-US" sz="1400"/>
              <a:t>  </a:t>
            </a:r>
            <a:r>
              <a:rPr lang="en-US" altLang="ja-JP" sz="1400"/>
              <a:t>- operation: insertpptx</a:t>
            </a:r>
          </a:p>
          <a:p>
            <a:r>
              <a:rPr lang="en-US" altLang="ja-JP" sz="1400"/>
              <a:t>    pptxfilename: second.pptx      # </a:t>
            </a:r>
            <a:r>
              <a:rPr lang="ja-JP" altLang="en-US" sz="1400"/>
              <a:t>このファイルは </a:t>
            </a:r>
            <a:r>
              <a:rPr lang="en-US" altLang="ja-JP" sz="1400"/>
              <a:t>Chapter 2 </a:t>
            </a:r>
            <a:r>
              <a:rPr lang="ja-JP" altLang="en-US" sz="1400"/>
              <a:t>になる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結合指示書サンプル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AE5E9DF-A8F6-D697-D01F-CCD64AEB801C}"/>
              </a:ext>
            </a:extLst>
          </p:cNvPr>
          <p:cNvSpPr txBox="1"/>
          <p:nvPr/>
        </p:nvSpPr>
        <p:spPr bwMode="auto">
          <a:xfrm>
            <a:off x="925138" y="1070099"/>
            <a:ext cx="107154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結合の指示をする 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recipe yaml 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,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fr-FR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simple_numbering_recipe.yaml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の記入例です。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7F3E225-45BB-86EF-DFD5-FCCC9F3482E7}"/>
              </a:ext>
            </a:extLst>
          </p:cNvPr>
          <p:cNvSpPr txBox="1"/>
          <p:nvPr/>
        </p:nvSpPr>
        <p:spPr bwMode="auto">
          <a:xfrm>
            <a:off x="7608168" y="2766635"/>
            <a:ext cx="32695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chapt_section 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方式で </a:t>
            </a:r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numbering 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をやれ！　という指示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77544EF-013E-4193-8D4E-E8633E386D10}"/>
              </a:ext>
            </a:extLst>
          </p:cNvPr>
          <p:cNvCxnSpPr>
            <a:cxnSpLocks/>
          </p:cNvCxnSpPr>
          <p:nvPr/>
        </p:nvCxnSpPr>
        <p:spPr bwMode="auto">
          <a:xfrm flipH="1">
            <a:off x="3863752" y="2999687"/>
            <a:ext cx="3663000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B69D96-C693-1B5F-BDFD-EA147BCB6A02}"/>
              </a:ext>
            </a:extLst>
          </p:cNvPr>
          <p:cNvSpPr txBox="1"/>
          <p:nvPr/>
        </p:nvSpPr>
        <p:spPr bwMode="auto">
          <a:xfrm>
            <a:off x="8400256" y="3861048"/>
            <a:ext cx="23371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章・節番号管理をする</a:t>
            </a:r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が入っている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E68C59A4-BFA2-3C33-C8AF-C7FC3EE3BAE4}"/>
              </a:ext>
            </a:extLst>
          </p:cNvPr>
          <p:cNvCxnSpPr>
            <a:cxnSpLocks/>
          </p:cNvCxnSpPr>
          <p:nvPr/>
        </p:nvCxnSpPr>
        <p:spPr bwMode="auto">
          <a:xfrm flipH="1">
            <a:off x="5447928" y="4122658"/>
            <a:ext cx="2940680" cy="170438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7DD57A8-DB83-BF17-FB37-DF3F2CD578AD}"/>
              </a:ext>
            </a:extLst>
          </p:cNvPr>
          <p:cNvCxnSpPr>
            <a:cxnSpLocks/>
          </p:cNvCxnSpPr>
          <p:nvPr/>
        </p:nvCxnSpPr>
        <p:spPr bwMode="auto">
          <a:xfrm flipH="1">
            <a:off x="5663952" y="4213830"/>
            <a:ext cx="2724656" cy="115938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E83289-88A9-17DA-741E-B0E308651DCE}"/>
              </a:ext>
            </a:extLst>
          </p:cNvPr>
          <p:cNvSpPr/>
          <p:nvPr/>
        </p:nvSpPr>
        <p:spPr bwMode="auto">
          <a:xfrm>
            <a:off x="8760296" y="195005"/>
            <a:ext cx="3105792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627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exportrange">
            <a:extLst>
              <a:ext uri="{FF2B5EF4-FFF2-40B4-BE49-F238E27FC236}">
                <a16:creationId xmlns:a16="http://schemas.microsoft.com/office/drawing/2014/main" id="{E58934C5-2F7F-8860-18C4-6F0447D29FE2}"/>
              </a:ext>
            </a:extLst>
          </p:cNvPr>
          <p:cNvSpPr/>
          <p:nvPr/>
        </p:nvSpPr>
        <p:spPr bwMode="auto">
          <a:xfrm>
            <a:off x="334382" y="1007128"/>
            <a:ext cx="11378242" cy="559022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56377BB-4E93-C415-960C-EA8D0E677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chap_section</a:t>
            </a:r>
            <a:r>
              <a:rPr kumimoji="1" lang="ja-JP" altLang="en-US"/>
              <a:t>方式のアルゴリズム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EBF56E1-ACAD-A650-7B73-9BA40A80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C808EED-989A-51EB-035A-9EA045E519AF}"/>
              </a:ext>
            </a:extLst>
          </p:cNvPr>
          <p:cNvSpPr/>
          <p:nvPr/>
        </p:nvSpPr>
        <p:spPr bwMode="auto">
          <a:xfrm>
            <a:off x="2148891" y="2435735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777890-9F32-AF31-BA3E-B62B0B84B848}"/>
              </a:ext>
            </a:extLst>
          </p:cNvPr>
          <p:cNvSpPr/>
          <p:nvPr/>
        </p:nvSpPr>
        <p:spPr bwMode="auto">
          <a:xfrm>
            <a:off x="3163273" y="2435735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4DB14B1-053E-E4C9-DF38-C94A5C655E7C}"/>
              </a:ext>
            </a:extLst>
          </p:cNvPr>
          <p:cNvSpPr/>
          <p:nvPr/>
        </p:nvSpPr>
        <p:spPr bwMode="auto">
          <a:xfrm>
            <a:off x="1979114" y="2015219"/>
            <a:ext cx="1071194" cy="36004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E2DB7C8-CD7D-2620-14C8-662E570CDB61}"/>
              </a:ext>
            </a:extLst>
          </p:cNvPr>
          <p:cNvSpPr/>
          <p:nvPr/>
        </p:nvSpPr>
        <p:spPr bwMode="auto">
          <a:xfrm>
            <a:off x="2993496" y="2015219"/>
            <a:ext cx="1071194" cy="36004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左中かっこ 7">
            <a:extLst>
              <a:ext uri="{FF2B5EF4-FFF2-40B4-BE49-F238E27FC236}">
                <a16:creationId xmlns:a16="http://schemas.microsoft.com/office/drawing/2014/main" id="{7F11AA8E-689D-FF17-112D-EFB80209A1AF}"/>
              </a:ext>
            </a:extLst>
          </p:cNvPr>
          <p:cNvSpPr/>
          <p:nvPr/>
        </p:nvSpPr>
        <p:spPr bwMode="auto">
          <a:xfrm rot="5400000">
            <a:off x="2911617" y="1010090"/>
            <a:ext cx="267798" cy="1793250"/>
          </a:xfrm>
          <a:prstGeom prst="leftBrace">
            <a:avLst>
              <a:gd name="adj1" fmla="val 65477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386C459-06B5-E314-A5FC-3BD748D4FE64}"/>
              </a:ext>
            </a:extLst>
          </p:cNvPr>
          <p:cNvSpPr/>
          <p:nvPr/>
        </p:nvSpPr>
        <p:spPr bwMode="auto">
          <a:xfrm>
            <a:off x="1937894" y="1017655"/>
            <a:ext cx="2272228" cy="77177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プロセスが</a:t>
            </a:r>
            <a:endParaRPr kumimoji="1" lang="en-US" altLang="ja-JP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内部的に付番用変数を</a:t>
            </a:r>
            <a:endParaRPr kumimoji="1" lang="en-US" altLang="ja-JP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管理している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左中かっこ 9">
            <a:extLst>
              <a:ext uri="{FF2B5EF4-FFF2-40B4-BE49-F238E27FC236}">
                <a16:creationId xmlns:a16="http://schemas.microsoft.com/office/drawing/2014/main" id="{1858CEB5-CF17-3239-5656-A4F45E36238C}"/>
              </a:ext>
            </a:extLst>
          </p:cNvPr>
          <p:cNvSpPr/>
          <p:nvPr/>
        </p:nvSpPr>
        <p:spPr bwMode="auto">
          <a:xfrm rot="5400000">
            <a:off x="7690757" y="201056"/>
            <a:ext cx="267798" cy="3444550"/>
          </a:xfrm>
          <a:prstGeom prst="leftBrace">
            <a:avLst>
              <a:gd name="adj1" fmla="val 65477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748F674-0FE2-C4E4-45E4-CF484CBBA1F0}"/>
              </a:ext>
            </a:extLst>
          </p:cNvPr>
          <p:cNvSpPr/>
          <p:nvPr/>
        </p:nvSpPr>
        <p:spPr bwMode="auto">
          <a:xfrm>
            <a:off x="6422743" y="1412776"/>
            <a:ext cx="2919998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procedure 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左中かっこ 11">
            <a:extLst>
              <a:ext uri="{FF2B5EF4-FFF2-40B4-BE49-F238E27FC236}">
                <a16:creationId xmlns:a16="http://schemas.microsoft.com/office/drawing/2014/main" id="{E5493C00-8184-3B1D-CA4A-923FFBE7F9B0}"/>
              </a:ext>
            </a:extLst>
          </p:cNvPr>
          <p:cNvSpPr/>
          <p:nvPr/>
        </p:nvSpPr>
        <p:spPr bwMode="auto">
          <a:xfrm rot="5400000">
            <a:off x="4945173" y="1078623"/>
            <a:ext cx="267798" cy="1656184"/>
          </a:xfrm>
          <a:prstGeom prst="leftBrace">
            <a:avLst>
              <a:gd name="adj1" fmla="val 65477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C41DA2C-78D2-7155-EA96-57345ECE6BF1}"/>
              </a:ext>
            </a:extLst>
          </p:cNvPr>
          <p:cNvSpPr/>
          <p:nvPr/>
        </p:nvSpPr>
        <p:spPr bwMode="auto">
          <a:xfrm>
            <a:off x="4250980" y="1403543"/>
            <a:ext cx="1656184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変数操作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AC945A6-D6F6-876A-2502-7B7C93A5ED27}"/>
              </a:ext>
            </a:extLst>
          </p:cNvPr>
          <p:cNvSpPr/>
          <p:nvPr/>
        </p:nvSpPr>
        <p:spPr bwMode="auto">
          <a:xfrm>
            <a:off x="4160837" y="2452100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処理開始前は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D64A3ED-FD59-C41C-625C-4BA15F7EE261}"/>
              </a:ext>
            </a:extLst>
          </p:cNvPr>
          <p:cNvSpPr/>
          <p:nvPr/>
        </p:nvSpPr>
        <p:spPr bwMode="auto">
          <a:xfrm>
            <a:off x="2148891" y="2987992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12BB86E-CD1C-6150-1031-B00CA1C3B1A1}"/>
              </a:ext>
            </a:extLst>
          </p:cNvPr>
          <p:cNvSpPr/>
          <p:nvPr/>
        </p:nvSpPr>
        <p:spPr bwMode="auto">
          <a:xfrm>
            <a:off x="3163273" y="2987992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ABE249E-103D-177E-F731-94B926E6C5CC}"/>
              </a:ext>
            </a:extLst>
          </p:cNvPr>
          <p:cNvSpPr/>
          <p:nvPr/>
        </p:nvSpPr>
        <p:spPr bwMode="auto">
          <a:xfrm>
            <a:off x="6114215" y="2987992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operation: chapter,  chapter: "+"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D559F8B-2C28-6707-F4B9-B1EF654D8CFA}"/>
              </a:ext>
            </a:extLst>
          </p:cNvPr>
          <p:cNvSpPr/>
          <p:nvPr/>
        </p:nvSpPr>
        <p:spPr bwMode="auto">
          <a:xfrm>
            <a:off x="4160837" y="3006280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を加算、</a:t>
            </a:r>
            <a:endParaRPr kumimoji="1" lang="en-US" altLang="ja-JP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リセット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C53D017-2EB7-8E18-86E2-E958561B57A0}"/>
              </a:ext>
            </a:extLst>
          </p:cNvPr>
          <p:cNvSpPr/>
          <p:nvPr/>
        </p:nvSpPr>
        <p:spPr bwMode="auto">
          <a:xfrm>
            <a:off x="6114215" y="3479458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B165CA7-C587-53CF-6155-717A1E622C84}"/>
              </a:ext>
            </a:extLst>
          </p:cNvPr>
          <p:cNvSpPr/>
          <p:nvPr/>
        </p:nvSpPr>
        <p:spPr bwMode="auto">
          <a:xfrm>
            <a:off x="2148891" y="3479458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EAF756F-EA74-329F-F0CA-EA4D3F963C65}"/>
              </a:ext>
            </a:extLst>
          </p:cNvPr>
          <p:cNvSpPr/>
          <p:nvPr/>
        </p:nvSpPr>
        <p:spPr bwMode="auto">
          <a:xfrm>
            <a:off x="3163273" y="3479458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67A145C-38C3-6F76-319D-CFC3EAE632F0}"/>
              </a:ext>
            </a:extLst>
          </p:cNvPr>
          <p:cNvSpPr/>
          <p:nvPr/>
        </p:nvSpPr>
        <p:spPr bwMode="auto">
          <a:xfrm>
            <a:off x="4160837" y="3500657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C7C7C47-C169-9955-1B03-60C24D5F72F2}"/>
              </a:ext>
            </a:extLst>
          </p:cNvPr>
          <p:cNvSpPr/>
          <p:nvPr/>
        </p:nvSpPr>
        <p:spPr bwMode="auto">
          <a:xfrm>
            <a:off x="6114215" y="3873391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F023AD8-C8C9-65D3-CA92-530434A4CB89}"/>
              </a:ext>
            </a:extLst>
          </p:cNvPr>
          <p:cNvSpPr/>
          <p:nvPr/>
        </p:nvSpPr>
        <p:spPr bwMode="auto">
          <a:xfrm>
            <a:off x="2148891" y="3873391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9EAF543-1EDA-6248-FDE6-C84074399BBA}"/>
              </a:ext>
            </a:extLst>
          </p:cNvPr>
          <p:cNvSpPr/>
          <p:nvPr/>
        </p:nvSpPr>
        <p:spPr bwMode="auto">
          <a:xfrm>
            <a:off x="3163273" y="3873391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AF5EF26-7665-DA28-5692-CBF87E5AFCD6}"/>
              </a:ext>
            </a:extLst>
          </p:cNvPr>
          <p:cNvSpPr/>
          <p:nvPr/>
        </p:nvSpPr>
        <p:spPr bwMode="auto">
          <a:xfrm>
            <a:off x="4160837" y="3894590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85B79C5-0627-902F-D5D6-659A4CE49DC6}"/>
              </a:ext>
            </a:extLst>
          </p:cNvPr>
          <p:cNvSpPr/>
          <p:nvPr/>
        </p:nvSpPr>
        <p:spPr bwMode="auto">
          <a:xfrm>
            <a:off x="6114215" y="4278716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89D8678-6BAD-AD40-B675-1BD1F792AFF0}"/>
              </a:ext>
            </a:extLst>
          </p:cNvPr>
          <p:cNvSpPr/>
          <p:nvPr/>
        </p:nvSpPr>
        <p:spPr bwMode="auto">
          <a:xfrm>
            <a:off x="2148891" y="4278716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7838C10-0105-831D-01D2-1110D0A3EE09}"/>
              </a:ext>
            </a:extLst>
          </p:cNvPr>
          <p:cNvSpPr/>
          <p:nvPr/>
        </p:nvSpPr>
        <p:spPr bwMode="auto">
          <a:xfrm>
            <a:off x="3163273" y="4278716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F0FF69F-FEBC-69C7-4F76-0301C48F6C1B}"/>
              </a:ext>
            </a:extLst>
          </p:cNvPr>
          <p:cNvSpPr/>
          <p:nvPr/>
        </p:nvSpPr>
        <p:spPr bwMode="auto">
          <a:xfrm>
            <a:off x="4160837" y="4299915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左中かっこ 30">
            <a:extLst>
              <a:ext uri="{FF2B5EF4-FFF2-40B4-BE49-F238E27FC236}">
                <a16:creationId xmlns:a16="http://schemas.microsoft.com/office/drawing/2014/main" id="{1A34141B-9043-20F4-FD46-EBBFE2F870B9}"/>
              </a:ext>
            </a:extLst>
          </p:cNvPr>
          <p:cNvSpPr/>
          <p:nvPr/>
        </p:nvSpPr>
        <p:spPr bwMode="auto">
          <a:xfrm rot="10800000">
            <a:off x="9712898" y="3479458"/>
            <a:ext cx="267798" cy="1159298"/>
          </a:xfrm>
          <a:prstGeom prst="leftBrace">
            <a:avLst>
              <a:gd name="adj1" fmla="val 65477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3D29D9A-377B-7A96-94A3-791BB9B9E777}"/>
              </a:ext>
            </a:extLst>
          </p:cNvPr>
          <p:cNvSpPr/>
          <p:nvPr/>
        </p:nvSpPr>
        <p:spPr bwMode="auto">
          <a:xfrm>
            <a:off x="9984432" y="3652104"/>
            <a:ext cx="1728192" cy="8026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通常のスライド挿入操作では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を加算する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3F5BE47-FC07-04F1-0056-AF90DF93224E}"/>
              </a:ext>
            </a:extLst>
          </p:cNvPr>
          <p:cNvSpPr/>
          <p:nvPr/>
        </p:nvSpPr>
        <p:spPr bwMode="auto">
          <a:xfrm>
            <a:off x="9815101" y="2698043"/>
            <a:ext cx="1877874" cy="8026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検出時は 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5A0253A-2C0A-D7B4-6858-3A96608CD88B}"/>
              </a:ext>
            </a:extLst>
          </p:cNvPr>
          <p:cNvSpPr/>
          <p:nvPr/>
        </p:nvSpPr>
        <p:spPr bwMode="auto">
          <a:xfrm>
            <a:off x="2148891" y="4795117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F919E68-4413-C543-B1C2-A049AE495DE9}"/>
              </a:ext>
            </a:extLst>
          </p:cNvPr>
          <p:cNvSpPr/>
          <p:nvPr/>
        </p:nvSpPr>
        <p:spPr bwMode="auto">
          <a:xfrm>
            <a:off x="3163273" y="4795117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AF44F9A-9F3E-DEFB-14F4-029F3758E960}"/>
              </a:ext>
            </a:extLst>
          </p:cNvPr>
          <p:cNvSpPr/>
          <p:nvPr/>
        </p:nvSpPr>
        <p:spPr bwMode="auto">
          <a:xfrm>
            <a:off x="6114215" y="4795117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operation: chapter,  chapter: "+"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7857B4F7-A7FA-A7F6-1153-42ECBB4183D9}"/>
              </a:ext>
            </a:extLst>
          </p:cNvPr>
          <p:cNvSpPr/>
          <p:nvPr/>
        </p:nvSpPr>
        <p:spPr bwMode="auto">
          <a:xfrm>
            <a:off x="4160837" y="4813405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を加算、</a:t>
            </a:r>
            <a:endParaRPr kumimoji="1" lang="en-US" altLang="ja-JP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リセット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2E31934-7AC0-377F-6DBA-EA345BDF5F6A}"/>
              </a:ext>
            </a:extLst>
          </p:cNvPr>
          <p:cNvSpPr/>
          <p:nvPr/>
        </p:nvSpPr>
        <p:spPr bwMode="auto">
          <a:xfrm>
            <a:off x="6114215" y="5286583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3C760B6-354F-B2CC-1689-EE6945A935BB}"/>
              </a:ext>
            </a:extLst>
          </p:cNvPr>
          <p:cNvSpPr/>
          <p:nvPr/>
        </p:nvSpPr>
        <p:spPr bwMode="auto">
          <a:xfrm>
            <a:off x="2148891" y="5286583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A87C026-26E9-ABF0-8E11-70D21E04D3F1}"/>
              </a:ext>
            </a:extLst>
          </p:cNvPr>
          <p:cNvSpPr/>
          <p:nvPr/>
        </p:nvSpPr>
        <p:spPr bwMode="auto">
          <a:xfrm>
            <a:off x="3163273" y="5286583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509985D-D445-32A9-561D-9AF40531A79E}"/>
              </a:ext>
            </a:extLst>
          </p:cNvPr>
          <p:cNvSpPr/>
          <p:nvPr/>
        </p:nvSpPr>
        <p:spPr bwMode="auto">
          <a:xfrm>
            <a:off x="4160837" y="5307782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F66C96F-C4C0-113F-F757-DE61DA221FDF}"/>
              </a:ext>
            </a:extLst>
          </p:cNvPr>
          <p:cNvSpPr/>
          <p:nvPr/>
        </p:nvSpPr>
        <p:spPr bwMode="auto">
          <a:xfrm>
            <a:off x="6114215" y="5680516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C72B1D7-0171-8CAF-57A9-1CCDCFAEA6AC}"/>
              </a:ext>
            </a:extLst>
          </p:cNvPr>
          <p:cNvSpPr/>
          <p:nvPr/>
        </p:nvSpPr>
        <p:spPr bwMode="auto">
          <a:xfrm>
            <a:off x="2148891" y="5680516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9C2B59E-F34C-0122-9490-CFD261B7240C}"/>
              </a:ext>
            </a:extLst>
          </p:cNvPr>
          <p:cNvSpPr/>
          <p:nvPr/>
        </p:nvSpPr>
        <p:spPr bwMode="auto">
          <a:xfrm>
            <a:off x="3163273" y="5680516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2A5BD9B-B748-6427-712F-35A11C4F3214}"/>
              </a:ext>
            </a:extLst>
          </p:cNvPr>
          <p:cNvSpPr/>
          <p:nvPr/>
        </p:nvSpPr>
        <p:spPr bwMode="auto">
          <a:xfrm>
            <a:off x="4160837" y="5701715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C64D80E-07B4-1C28-3D20-1B2D4D67A095}"/>
              </a:ext>
            </a:extLst>
          </p:cNvPr>
          <p:cNvSpPr/>
          <p:nvPr/>
        </p:nvSpPr>
        <p:spPr bwMode="auto">
          <a:xfrm>
            <a:off x="6114215" y="6085841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7D3F5ECB-65E7-2CA0-8029-D674F9DCB48F}"/>
              </a:ext>
            </a:extLst>
          </p:cNvPr>
          <p:cNvSpPr/>
          <p:nvPr/>
        </p:nvSpPr>
        <p:spPr bwMode="auto">
          <a:xfrm>
            <a:off x="2148891" y="6085841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8477B46-193A-3197-0641-2BDA24BE4006}"/>
              </a:ext>
            </a:extLst>
          </p:cNvPr>
          <p:cNvSpPr/>
          <p:nvPr/>
        </p:nvSpPr>
        <p:spPr bwMode="auto">
          <a:xfrm>
            <a:off x="3163273" y="6085841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D82093F3-8C3C-16FF-58FE-71EB5791BC09}"/>
              </a:ext>
            </a:extLst>
          </p:cNvPr>
          <p:cNvSpPr/>
          <p:nvPr/>
        </p:nvSpPr>
        <p:spPr bwMode="auto">
          <a:xfrm>
            <a:off x="4160837" y="6107040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ED040DC-115D-A6D5-77C0-2903F25B5E43}"/>
              </a:ext>
            </a:extLst>
          </p:cNvPr>
          <p:cNvSpPr/>
          <p:nvPr/>
        </p:nvSpPr>
        <p:spPr bwMode="auto">
          <a:xfrm>
            <a:off x="9815101" y="4573830"/>
            <a:ext cx="1877874" cy="8026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検出時は 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1" name="左中かっこ 50">
            <a:extLst>
              <a:ext uri="{FF2B5EF4-FFF2-40B4-BE49-F238E27FC236}">
                <a16:creationId xmlns:a16="http://schemas.microsoft.com/office/drawing/2014/main" id="{4CB31D81-2DC9-58A5-7E77-8CF5F6CDA0AB}"/>
              </a:ext>
            </a:extLst>
          </p:cNvPr>
          <p:cNvSpPr/>
          <p:nvPr/>
        </p:nvSpPr>
        <p:spPr bwMode="auto">
          <a:xfrm rot="10800000">
            <a:off x="9712898" y="5306131"/>
            <a:ext cx="267798" cy="1159298"/>
          </a:xfrm>
          <a:prstGeom prst="leftBrace">
            <a:avLst>
              <a:gd name="adj1" fmla="val 65477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9985DA60-76A8-7052-D61D-D0E57D322188}"/>
              </a:ext>
            </a:extLst>
          </p:cNvPr>
          <p:cNvSpPr/>
          <p:nvPr/>
        </p:nvSpPr>
        <p:spPr bwMode="auto">
          <a:xfrm>
            <a:off x="9984432" y="5478777"/>
            <a:ext cx="1728192" cy="8026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通常のスライド挿入操作では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を加算する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4AF5E0D9-855D-1B19-A296-8AE726104B6B}"/>
              </a:ext>
            </a:extLst>
          </p:cNvPr>
          <p:cNvCxnSpPr/>
          <p:nvPr/>
        </p:nvCxnSpPr>
        <p:spPr bwMode="auto">
          <a:xfrm>
            <a:off x="1923478" y="2452100"/>
            <a:ext cx="0" cy="3982249"/>
          </a:xfrm>
          <a:prstGeom prst="straightConnector1">
            <a:avLst/>
          </a:prstGeom>
          <a:solidFill>
            <a:srgbClr val="CC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6891B405-8F20-91E4-2878-CA291CABA6BB}"/>
              </a:ext>
            </a:extLst>
          </p:cNvPr>
          <p:cNvSpPr/>
          <p:nvPr/>
        </p:nvSpPr>
        <p:spPr bwMode="auto">
          <a:xfrm>
            <a:off x="341743" y="3423759"/>
            <a:ext cx="1469029" cy="157026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この流れで変数を管理し、タイトルに付与することでナンバリングを行うのが、 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chapt_section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方式。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BEBA9B33-769B-68BB-C2AB-98B15599C298}"/>
              </a:ext>
            </a:extLst>
          </p:cNvPr>
          <p:cNvSpPr/>
          <p:nvPr/>
        </p:nvSpPr>
        <p:spPr bwMode="auto">
          <a:xfrm>
            <a:off x="8760296" y="195005"/>
            <a:ext cx="3105792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2976649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30087</TotalTime>
  <Words>1616</Words>
  <Application>Microsoft Office PowerPoint</Application>
  <PresentationFormat>ワイド画面</PresentationFormat>
  <Paragraphs>316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BIZ UDPゴシック</vt:lpstr>
      <vt:lpstr>FOT-UD丸ゴ_ラージ Pr6 M</vt:lpstr>
      <vt:lpstr>Arial</vt:lpstr>
      <vt:lpstr>Garamond</vt:lpstr>
      <vt:lpstr>Wingdings</vt:lpstr>
      <vt:lpstr>Edge</vt:lpstr>
      <vt:lpstr>simple_numbering　簡易ナンバリング</vt:lpstr>
      <vt:lpstr>simple_numbering サンプル実行例</vt:lpstr>
      <vt:lpstr>簡易ナンバリング結果</vt:lpstr>
      <vt:lpstr>結合指示書サンプル</vt:lpstr>
      <vt:lpstr>chap_section方式のアルゴリズム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4103</cp:revision>
  <dcterms:modified xsi:type="dcterms:W3CDTF">2026-05-24T03:12:59Z</dcterms:modified>
</cp:coreProperties>
</file>