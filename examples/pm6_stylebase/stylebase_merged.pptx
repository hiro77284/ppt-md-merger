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60" r:id="rId1"/>
  </p:sldMasterIdLst>
  <p:notesMasterIdLst>
    <p:notesMasterId r:id="rId7"/>
  </p:notesMasterIdLst>
  <p:sldIdLst>
    <p:sldId id="1785" r:id="rId2"/>
    <p:sldId id="1786" r:id="rId3"/>
    <p:sldId id="1783" r:id="rId4"/>
    <p:sldId id="1782" r:id="rId5"/>
    <p:sldId id="1787" r:id="rId6"/>
  </p:sldIdLst>
  <p:sldSz cx="12192000" cy="6858000"/>
  <p:notesSz cx="6858000" cy="9144000"/>
  <p:defaultTextStyle>
    <a:defPPr>
      <a:defRPr lang="en-US"/>
    </a:defPPr>
    <a:lvl1pPr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1pPr>
    <a:lvl2pPr marL="4572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347"/>
    <a:srgbClr val="FF9933"/>
    <a:srgbClr val="CC66FF"/>
    <a:srgbClr val="E34234"/>
    <a:srgbClr val="292929"/>
    <a:srgbClr val="FF7F50"/>
    <a:srgbClr val="FF3300"/>
    <a:srgbClr val="C8EED0"/>
    <a:srgbClr val="5E5E5E"/>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94" autoAdjust="0"/>
    <p:restoredTop sz="63345" autoAdjust="0"/>
  </p:normalViewPr>
  <p:slideViewPr>
    <p:cSldViewPr>
      <p:cViewPr varScale="1">
        <p:scale>
          <a:sx n="71" d="100"/>
          <a:sy n="71" d="100"/>
        </p:scale>
        <p:origin x="1164" y="54"/>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9404"/>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4670BC-B8C6-44A7-84E1-23632D8FD86F}" type="datetimeFigureOut">
              <a:rPr kumimoji="1" lang="ja-JP" altLang="en-US" smtClean="0"/>
              <a:t>2026/6/6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10FDB7-3E02-4363-90B3-590B3C26A88D}" type="slidenum">
              <a:rPr kumimoji="1" lang="ja-JP" altLang="en-US" smtClean="0"/>
              <a:t>‹#›</a:t>
            </a:fld>
            <a:endParaRPr kumimoji="1" lang="ja-JP" altLang="en-US"/>
          </a:p>
        </p:txBody>
      </p:sp>
    </p:spTree>
    <p:extLst>
      <p:ext uri="{BB962C8B-B14F-4D97-AF65-F5344CB8AC3E}">
        <p14:creationId xmlns:p14="http://schemas.microsoft.com/office/powerpoint/2010/main" val="30673539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1pPr>
    <a:lvl2pPr marL="4572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2pPr>
    <a:lvl3pPr marL="9144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3pPr>
    <a:lvl4pPr marL="13716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4pPr>
    <a:lvl5pPr marL="18288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t>NOTE_CONTENT_FORMAT: 1.0</a:t>
            </a:r>
          </a:p>
          <a:p/>
          <a:p>
            <a:r>
              <a:t>===BLOCK===</a:t>
            </a:r>
          </a:p>
          <a:p>
            <a:r>
              <a:t>{{BLOCK:IMAGE}}</a:t>
            </a:r>
          </a:p>
          <a:p/>
          <a:p>
            <a:r>
              <a:t>export-image-mode: slide_with_rectpct</a:t>
            </a:r>
          </a:p>
          <a:p>
            <a:r>
              <a:t>export-image-target: exportrange</a:t>
            </a:r>
          </a:p>
          <a:p>
            <a:r>
              <a:t>export-image: extracted/figures/stylebase_guide_slide1_fig.png</a:t>
            </a:r>
          </a:p>
          <a:p/>
          <a:p>
            <a:r>
              <a:t>===BLOCK===</a:t>
            </a:r>
          </a:p>
          <a:p>
            <a:r>
              <a:t>{{BLOCK:IMAGE}}</a:t>
            </a:r>
          </a:p>
          <a:p/>
          <a:p>
            <a:r>
              <a:t>export-image-mode: slide_with_rectpct</a:t>
            </a:r>
          </a:p>
          <a:p>
            <a:r>
              <a:t>export-image-target: keyvisual</a:t>
            </a:r>
          </a:p>
          <a:p>
            <a:r>
              <a:t>export-image: extracted/figures/stylebase_guide_keyvisual.png</a:t>
            </a:r>
          </a:p>
          <a:p/>
          <a:p>
            <a:r>
              <a:t>===BLOCK===</a:t>
            </a:r>
          </a:p>
          <a:p>
            <a:r>
              <a:t>{{BLOCK:MD:LONG}}</a:t>
            </a:r>
          </a:p>
          <a:p/>
          <a:p>
            <a:r>
              <a:t>export-note: extracted/stylebase_guide_slide1_md.md</a:t>
            </a:r>
          </a:p>
          <a:p>
            <a:r>
              <a:t>{{#id:section:stylebase_guide:slide1}}</a:t>
            </a:r>
          </a:p>
          <a:p>
            <a:r>
              <a:t>## stylebaseを別に指定する機能</a:t>
            </a:r>
          </a:p>
          <a:p/>
          <a:p>
            <a:r>
              <a:t>pptxをマージする際、基準とするスタイルをコンテンツとは別に指定することができます。</a:t>
            </a:r>
          </a:p>
          <a:p/>
          <a:p/>
          <a:p>
            <a:r>
              <a:t>```{=latex}</a:t>
            </a:r>
          </a:p>
          <a:p>
            <a:r>
              <a:t>\par\vspace{1\baselineskip}</a:t>
            </a:r>
          </a:p>
          <a:p>
            <a:r>
              <a:t>\begin{center}</a:t>
            </a:r>
          </a:p>
          <a:p>
            <a:r>
              <a:t>```</a:t>
            </a:r>
          </a:p>
          <a:p/>
          <a:p>
            <a:r>
              <a:t>![](figures/stylebase_guide_slide1_fig.png){ width=95% }</a:t>
            </a:r>
          </a:p>
          <a:p/>
          <a:p>
            <a:r>
              <a:t>![](figures/stylebase_guide_keyvisual.png){ width=80% }</a:t>
            </a:r>
          </a:p>
          <a:p/>
          <a:p/>
          <a:p>
            <a:r>
              <a:t>```{=latex}</a:t>
            </a:r>
          </a:p>
          <a:p>
            <a:r>
              <a:t>\end{center}</a:t>
            </a:r>
          </a:p>
          <a:p>
            <a:r>
              <a:t>\par\vspace{1\baselineskip}</a:t>
            </a:r>
          </a:p>
          <a:p>
            <a:r>
              <a:t>```</a:t>
            </a:r>
          </a:p>
        </p:txBody>
      </p:sp>
      <p:sp>
        <p:nvSpPr>
          <p:cNvPr id="4" name="スライド番号プレースホルダー 3"/>
          <p:cNvSpPr>
            <a:spLocks noGrp="1"/>
          </p:cNvSpPr>
          <p:nvPr>
            <p:ph type="sldNum" sz="quarter" idx="5"/>
          </p:nvPr>
        </p:nvSpPr>
        <p:spPr/>
        <p:txBody>
          <a:bodyPr/>
          <a:lstStyle/>
          <a:p>
            <a:fld id="{BA10FDB7-3E02-4363-90B3-590B3C26A88D}" type="slidenum">
              <a:rPr kumimoji="1" lang="ja-JP" altLang="en-US" smtClean="0"/>
              <a:t>0</a:t>
            </a:fld>
            <a:endParaRPr kumimoji="1" lang="ja-JP" altLang="en-US"/>
          </a:p>
        </p:txBody>
      </p:sp>
    </p:spTree>
    <p:extLst>
      <p:ext uri="{BB962C8B-B14F-4D97-AF65-F5344CB8AC3E}">
        <p14:creationId xmlns:p14="http://schemas.microsoft.com/office/powerpoint/2010/main" val="3974000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p>
            <a:r>
              <a:t>===BLOCK===</a:t>
            </a:r>
          </a:p>
          <a:p>
            <a:r>
              <a:t>{{BLOCK:IMAGE}}</a:t>
            </a:r>
          </a:p>
          <a:p/>
          <a:p>
            <a:r>
              <a:t>export-image-mode: slide_with_rectpct</a:t>
            </a:r>
          </a:p>
          <a:p>
            <a:r>
              <a:t>export-image-target: exportrange</a:t>
            </a:r>
          </a:p>
          <a:p>
            <a:r>
              <a:t>export-image: extracted/figures/stylebase_guide_slide2_fig.png</a:t>
            </a:r>
          </a:p>
          <a:p/>
          <a:p>
            <a:r>
              <a:t>===BLOCK===</a:t>
            </a:r>
          </a:p>
          <a:p>
            <a:r>
              <a:t>{{BLOCK:MD:LONG}}</a:t>
            </a:r>
          </a:p>
          <a:p/>
          <a:p>
            <a:r>
              <a:t>export-note: extracted/stylebase_guide_slide2_md.md</a:t>
            </a:r>
          </a:p>
          <a:p>
            <a:r>
              <a:t>{{#id:section:stylebase_guide:slide2}}</a:t>
            </a:r>
          </a:p>
          <a:p>
            <a:r>
              <a:t>## なぜstylebaseを別途指定すべき？</a:t>
            </a:r>
          </a:p>
          <a:p/>
          <a:p>
            <a:r>
              <a:t>一般に、pptxファイルにはスタイル情報とコンテンツが含まれており、複数のファイルの</a:t>
            </a:r>
          </a:p>
          <a:p>
            <a:r>
              <a:t>マージ処理(pptmerge)では　「コンテンツ」 を結合します。</a:t>
            </a:r>
          </a:p>
          <a:p/>
          <a:p>
            <a:r>
              <a:t>スタイル情報は最初のファイルのものだけが使われます。</a:t>
            </a:r>
          </a:p>
          <a:p/>
          <a:p>
            <a:r>
              <a:t>```{=latex}</a:t>
            </a:r>
          </a:p>
          <a:p>
            <a:r>
              <a:t>\par\vspace{1\baselineskip}</a:t>
            </a:r>
          </a:p>
          <a:p>
            <a:r>
              <a:t>\begin{center}</a:t>
            </a:r>
          </a:p>
          <a:p>
            <a:r>
              <a:t>```</a:t>
            </a:r>
          </a:p>
          <a:p/>
          <a:p>
            <a:r>
              <a:t>![](figures/stylebase_guide_slide2_fig.png){ width=95% }</a:t>
            </a:r>
          </a:p>
          <a:p/>
          <a:p>
            <a:r>
              <a:t>```{=latex}</a:t>
            </a:r>
          </a:p>
          <a:p>
            <a:r>
              <a:t>\end{center}</a:t>
            </a:r>
          </a:p>
          <a:p>
            <a:r>
              <a:t>\par\vspace{1\baselineskip}</a:t>
            </a:r>
          </a:p>
          <a:p>
            <a:r>
              <a:t>```</a:t>
            </a:r>
          </a:p>
          <a:p/>
          <a:p>
            <a:r>
              <a:t>しかし、コンテンツファイルは一般に頻繁に更新されるものです。</a:t>
            </a:r>
          </a:p>
          <a:p/>
          <a:p>
            <a:r>
              <a:t>コンテンツとスタイルを混在させていると　 **「うっかり、スタイルまで更新してしまう」** 　事態が起きます。　</a:t>
            </a:r>
          </a:p>
          <a:p/>
          <a:p>
            <a:r>
              <a:t>スタイルが合わないとレイアウト崩れ、配色崩れなどが起きるため、スタイル情報はコンテンツとは別に管理することが望ましいのです。</a:t>
            </a:r>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1</a:t>
            </a:fld>
            <a:endParaRPr kumimoji="1" lang="ja-JP" altLang="en-US"/>
          </a:p>
        </p:txBody>
      </p:sp>
    </p:spTree>
    <p:extLst>
      <p:ext uri="{BB962C8B-B14F-4D97-AF65-F5344CB8AC3E}">
        <p14:creationId xmlns:p14="http://schemas.microsoft.com/office/powerpoint/2010/main" val="38016386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p>
            <a:r>
              <a:t>===BLOCK===</a:t>
            </a:r>
          </a:p>
          <a:p>
            <a:r>
              <a:t>{{BLOCK:IMAGE}}</a:t>
            </a:r>
          </a:p>
          <a:p/>
          <a:p>
            <a:r>
              <a:t>export-image-mode: slide_with_rectpct</a:t>
            </a:r>
          </a:p>
          <a:p>
            <a:r>
              <a:t>export-image-target: exportrange</a:t>
            </a:r>
          </a:p>
          <a:p>
            <a:r>
              <a:t>export-image: extracted/figures/stylebase_guide_slide3_fig.png</a:t>
            </a:r>
          </a:p>
          <a:p/>
          <a:p>
            <a:r>
              <a:t>===BLOCK===</a:t>
            </a:r>
          </a:p>
          <a:p>
            <a:r>
              <a:t>{{BLOCK:MD:LONG}}</a:t>
            </a:r>
          </a:p>
          <a:p/>
          <a:p>
            <a:r>
              <a:t>export-note: extracted/stylebase_guide_slide3_md.md</a:t>
            </a:r>
          </a:p>
          <a:p>
            <a:r>
              <a:t>{{#id:section:stylebase_guide:slide3}}</a:t>
            </a:r>
          </a:p>
          <a:p>
            <a:r>
              <a:t>## stylebaseを別途指定するしくみ</a:t>
            </a:r>
          </a:p>
          <a:p/>
          <a:p>
            <a:r>
              <a:t>そこで、スタイル情報を別のファイルに分離することを推奨します。　</a:t>
            </a:r>
          </a:p>
          <a:p/>
          <a:p>
            <a:r>
              <a:t>スタイル情報は一般に、複数の文書、複数のプロジェクトで共通に使われるものなので、共通資材フォルダに置くとよいでしょう。</a:t>
            </a:r>
          </a:p>
          <a:p/>
          <a:p>
            <a:r>
              <a:t>```{=latex}</a:t>
            </a:r>
          </a:p>
          <a:p>
            <a:r>
              <a:t>\par\vspace{1\baselineskip}</a:t>
            </a:r>
          </a:p>
          <a:p>
            <a:r>
              <a:t>\begin{center}</a:t>
            </a:r>
          </a:p>
          <a:p>
            <a:r>
              <a:t>```</a:t>
            </a:r>
          </a:p>
          <a:p/>
          <a:p>
            <a:r>
              <a:t>![](figures/stylebase_guide_slide3_fig.png){ width=95% }</a:t>
            </a:r>
          </a:p>
          <a:p/>
          <a:p>
            <a:r>
              <a:t>```{=latex}</a:t>
            </a:r>
          </a:p>
          <a:p>
            <a:r>
              <a:t>\end{center}</a:t>
            </a:r>
          </a:p>
          <a:p>
            <a:r>
              <a:t>\par\vspace{1\baselineskip}</a:t>
            </a:r>
          </a:p>
          <a:p>
            <a:r>
              <a:t>```</a:t>
            </a:r>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2</a:t>
            </a:fld>
            <a:endParaRPr kumimoji="1" lang="ja-JP" altLang="en-US"/>
          </a:p>
        </p:txBody>
      </p:sp>
    </p:spTree>
    <p:extLst>
      <p:ext uri="{BB962C8B-B14F-4D97-AF65-F5344CB8AC3E}">
        <p14:creationId xmlns:p14="http://schemas.microsoft.com/office/powerpoint/2010/main" val="24046473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r>
              <a:t>NOTE_CONTENT_FORMAT: 1.0</a:t>
            </a:r>
          </a:p>
          <a:p/>
          <a:p>
            <a:r>
              <a:t>===BLOCK===</a:t>
            </a:r>
          </a:p>
          <a:p>
            <a:r>
              <a:t>{{BLOCK:IMAGE}}</a:t>
            </a:r>
          </a:p>
          <a:p/>
          <a:p>
            <a:r>
              <a:t>export-image-mode: slide_with_rectpct</a:t>
            </a:r>
          </a:p>
          <a:p>
            <a:r>
              <a:t>export-image-target: exportrange</a:t>
            </a:r>
          </a:p>
          <a:p>
            <a:r>
              <a:t>export-image: extracted/figures/stylebase_guide_slide4_fig.png</a:t>
            </a:r>
          </a:p>
          <a:p/>
          <a:p>
            <a:r>
              <a:t>===BLOCK===</a:t>
            </a:r>
          </a:p>
          <a:p>
            <a:r>
              <a:t>{{BLOCK:MD:LONG}}</a:t>
            </a:r>
          </a:p>
          <a:p/>
          <a:p>
            <a:r>
              <a:t>export-note: extracted/stylebase_guide_slide4_md.md</a:t>
            </a:r>
          </a:p>
          <a:p>
            <a:r>
              <a:t>{{#id:section:stylebase_guide:slide4}}</a:t>
            </a:r>
          </a:p>
          <a:p>
            <a:r>
              <a:t>## 結合指示書サンプル</a:t>
            </a:r>
          </a:p>
          <a:p/>
          <a:p>
            <a:r>
              <a:t>サンプルファイルとして、マージによってスタイルが変わる例を格納してあります。</a:t>
            </a:r>
          </a:p>
          <a:p/>
          <a:p>
            <a:r>
              <a:t>different_style_sample.pptx は simple_stylebase.pptx とは違うスタイルで作られていますが、マージ後の stylebase_merged.pptx を見ると simple_stylebase.pptx のスタイルに変更されています。</a:t>
            </a:r>
          </a:p>
          <a:p/>
          <a:p>
            <a:r>
              <a:t>```{=latex}</a:t>
            </a:r>
          </a:p>
          <a:p>
            <a:r>
              <a:t>\par\vspace{1\baselineskip}</a:t>
            </a:r>
          </a:p>
          <a:p>
            <a:r>
              <a:t>\begin{center}</a:t>
            </a:r>
          </a:p>
          <a:p>
            <a:r>
              <a:t>```</a:t>
            </a:r>
          </a:p>
          <a:p/>
          <a:p>
            <a:r>
              <a:t>![](figures/stylebase_guide_slide4_fig.png){ width=95% }</a:t>
            </a:r>
          </a:p>
          <a:p/>
          <a:p>
            <a:r>
              <a:t>```{=latex}</a:t>
            </a:r>
          </a:p>
          <a:p>
            <a:r>
              <a:t>\end{center}</a:t>
            </a:r>
          </a:p>
          <a:p>
            <a:r>
              <a:t>\par\vspace{1\baselineskip}</a:t>
            </a:r>
          </a:p>
          <a:p>
            <a:r>
              <a:t>```</a:t>
            </a:r>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3</a:t>
            </a:fld>
            <a:endParaRPr kumimoji="1" lang="ja-JP" altLang="en-US"/>
          </a:p>
        </p:txBody>
      </p:sp>
    </p:spTree>
    <p:extLst>
      <p:ext uri="{BB962C8B-B14F-4D97-AF65-F5344CB8AC3E}">
        <p14:creationId xmlns:p14="http://schemas.microsoft.com/office/powerpoint/2010/main" val="34108043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t>NOTE_CONTENT_FORMAT: 1.0</a:t>
            </a:r>
          </a:p>
          <a:p/>
          <a:p>
            <a:r>
              <a:t>===BLOCK===</a:t>
            </a:r>
          </a:p>
          <a:p>
            <a:r>
              <a:t>{{BLOCK:IMAGE}}</a:t>
            </a:r>
          </a:p>
          <a:p/>
          <a:p>
            <a:r>
              <a:t>export-image-mode: slide_with_rectpct</a:t>
            </a:r>
          </a:p>
          <a:p>
            <a:r>
              <a:t>export-image-target: exportrange</a:t>
            </a:r>
          </a:p>
          <a:p>
            <a:r>
              <a:t>export-image: extracted/figures/different_style_sample_slide1_fig.png</a:t>
            </a:r>
          </a:p>
          <a:p/>
          <a:p>
            <a:r>
              <a:t>===BLOCK===</a:t>
            </a:r>
          </a:p>
          <a:p>
            <a:r>
              <a:t>{{BLOCK:MD:LONG}}</a:t>
            </a:r>
          </a:p>
          <a:p/>
          <a:p>
            <a:r>
              <a:t>export-note: extracted/different_style_sample_slide1_md.md</a:t>
            </a:r>
          </a:p>
          <a:p>
            <a:r>
              <a:t>{{#id:section:different_style_sample:slide1}}</a:t>
            </a:r>
          </a:p>
          <a:p>
            <a:r>
              <a:t>## styleの違うサンプル</a:t>
            </a:r>
          </a:p>
          <a:p/>
          <a:p>
            <a:r>
              <a:t>左側が different_style_sample.pptx のスタイルです。　それがマージ後の stylebase_merged.pptx 末尾では右側のスタイルに変更されていることを確認してください。</a:t>
            </a:r>
          </a:p>
          <a:p/>
          <a:p>
            <a:r>
              <a:t>```{=latex}</a:t>
            </a:r>
          </a:p>
          <a:p>
            <a:r>
              <a:t>\par\vspace{1\baselineskip}</a:t>
            </a:r>
          </a:p>
          <a:p>
            <a:r>
              <a:t>\begin{center}</a:t>
            </a:r>
          </a:p>
          <a:p>
            <a:r>
              <a:t>```</a:t>
            </a:r>
          </a:p>
          <a:p/>
          <a:p>
            <a:r>
              <a:t>![](figures/different_style_sample_slide1_fig.png){ width=95% }</a:t>
            </a:r>
          </a:p>
          <a:p/>
          <a:p>
            <a:r>
              <a:t>```{=latex}</a:t>
            </a:r>
          </a:p>
          <a:p>
            <a:r>
              <a:t>\end{center}</a:t>
            </a:r>
          </a:p>
          <a:p>
            <a:r>
              <a:t>\par\vspace{1\baselineskip}</a:t>
            </a:r>
          </a:p>
          <a:p>
            <a:r>
              <a:t>```</a:t>
            </a:r>
          </a:p>
        </p:txBody>
      </p:sp>
      <p:sp>
        <p:nvSpPr>
          <p:cNvPr id="4" name="スライド番号プレースホルダー 3"/>
          <p:cNvSpPr>
            <a:spLocks noGrp="1"/>
          </p:cNvSpPr>
          <p:nvPr>
            <p:ph type="sldNum" sz="quarter" idx="5"/>
          </p:nvPr>
        </p:nvSpPr>
        <p:spPr/>
        <p:txBody>
          <a:bodyPr/>
          <a:lstStyle/>
          <a:p>
            <a:fld id="{BA10FDB7-3E02-4363-90B3-590B3C26A88D}" type="slidenum">
              <a:rPr kumimoji="1" lang="ja-JP" altLang="en-US" smtClean="0"/>
              <a:t>4</a:t>
            </a:fld>
            <a:endParaRPr kumimoji="1" lang="ja-JP" altLang="en-US"/>
          </a:p>
        </p:txBody>
      </p:sp>
    </p:spTree>
    <p:extLst>
      <p:ext uri="{BB962C8B-B14F-4D97-AF65-F5344CB8AC3E}">
        <p14:creationId xmlns:p14="http://schemas.microsoft.com/office/powerpoint/2010/main" val="38585935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10242" name="Rectangle 2"/>
          <p:cNvSpPr>
            <a:spLocks noGrp="1" noChangeArrowheads="1"/>
          </p:cNvSpPr>
          <p:nvPr>
            <p:ph type="ctrTitle"/>
          </p:nvPr>
        </p:nvSpPr>
        <p:spPr>
          <a:xfrm>
            <a:off x="1007436" y="1524000"/>
            <a:ext cx="10164233" cy="1752600"/>
          </a:xfrm>
        </p:spPr>
        <p:txBody>
          <a:bodyPr/>
          <a:lstStyle>
            <a:lvl1pPr>
              <a:defRPr sz="4200">
                <a:solidFill>
                  <a:schemeClr val="tx2"/>
                </a:solidFill>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endParaRPr lang="en-US" altLang="ja-JP" dirty="0"/>
          </a:p>
        </p:txBody>
      </p:sp>
      <p:sp>
        <p:nvSpPr>
          <p:cNvPr id="10243" name="Rectangle 3"/>
          <p:cNvSpPr>
            <a:spLocks noGrp="1" noChangeArrowheads="1"/>
          </p:cNvSpPr>
          <p:nvPr>
            <p:ph type="subTitle" idx="1"/>
          </p:nvPr>
        </p:nvSpPr>
        <p:spPr>
          <a:xfrm>
            <a:off x="3407834" y="3962400"/>
            <a:ext cx="7971367" cy="1752600"/>
          </a:xfrm>
          <a:prstGeom prst="rect">
            <a:avLst/>
          </a:prstGeom>
        </p:spPr>
        <p:txBody>
          <a:bodyPr/>
          <a:lstStyle>
            <a:lvl1pPr marL="0" indent="0">
              <a:buFont typeface="Wingdings" pitchFamily="2" charset="2"/>
              <a:buNone/>
              <a:defRPr sz="2800">
                <a:latin typeface="BIZ UDPゴシック" panose="020B0400000000000000" pitchFamily="50" charset="-128"/>
                <a:ea typeface="BIZ UDPゴシック" panose="020B0400000000000000" pitchFamily="50" charset="-128"/>
              </a:defRPr>
            </a:lvl1pPr>
          </a:lstStyle>
          <a:p>
            <a:r>
              <a:rPr lang="ja-JP" altLang="en-US" dirty="0"/>
              <a:t>マスター サブタイトルの書式設定</a:t>
            </a:r>
            <a:endParaRPr lang="en-US" altLang="ja-JP" dirty="0"/>
          </a:p>
        </p:txBody>
      </p:sp>
      <p:sp>
        <p:nvSpPr>
          <p:cNvPr id="4" name="四角形: 角を丸くする 3">
            <a:extLst>
              <a:ext uri="{FF2B5EF4-FFF2-40B4-BE49-F238E27FC236}">
                <a16:creationId xmlns:a16="http://schemas.microsoft.com/office/drawing/2014/main" id="{8254D289-857E-022B-E722-6C7257F338BE}"/>
              </a:ext>
            </a:extLst>
          </p:cNvPr>
          <p:cNvSpPr/>
          <p:nvPr userDrawn="1"/>
        </p:nvSpPr>
        <p:spPr bwMode="auto">
          <a:xfrm>
            <a:off x="3312000" y="3666171"/>
            <a:ext cx="8328616" cy="91135"/>
          </a:xfrm>
          <a:prstGeom prst="roundRect">
            <a:avLst>
              <a:gd name="adj" fmla="val 49227"/>
            </a:avLst>
          </a:prstGeom>
          <a:solidFill>
            <a:srgbClr val="339966"/>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203523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5" name="Rectangle 5"/>
          <p:cNvSpPr>
            <a:spLocks noGrp="1" noChangeArrowheads="1"/>
          </p:cNvSpPr>
          <p:nvPr>
            <p:ph type="ftr" sz="quarter" idx="11"/>
          </p:nvPr>
        </p:nvSpPr>
        <p:spPr>
          <a:xfrm>
            <a:off x="17348" y="6640021"/>
            <a:ext cx="5048251" cy="208483"/>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
        <p:nvSpPr>
          <p:cNvPr id="2" name="タイトル 1"/>
          <p:cNvSpPr>
            <a:spLocks noGrp="1"/>
          </p:cNvSpPr>
          <p:nvPr>
            <p:ph type="title"/>
          </p:nvPr>
        </p:nvSpPr>
        <p:spPr>
          <a:xfrm>
            <a:off x="898656" y="260648"/>
            <a:ext cx="10957984" cy="648072"/>
          </a:xfrm>
        </p:spPr>
        <p:txBody>
          <a:bodyPr/>
          <a:lstStyle>
            <a:lvl1pPr>
              <a:defRPr sz="2800" b="1">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sp>
        <p:nvSpPr>
          <p:cNvPr id="3" name="コンテンツ プレースホルダ 2"/>
          <p:cNvSpPr>
            <a:spLocks noGrp="1"/>
          </p:cNvSpPr>
          <p:nvPr>
            <p:ph idx="1"/>
          </p:nvPr>
        </p:nvSpPr>
        <p:spPr>
          <a:xfrm>
            <a:off x="609600" y="980728"/>
            <a:ext cx="10972800" cy="5256584"/>
          </a:xfrm>
          <a:prstGeom prst="rect">
            <a:avLst/>
          </a:prstGeom>
        </p:spPr>
        <p:txBody>
          <a:bodyPr/>
          <a:lstStyle>
            <a:lvl1pPr marL="342900" indent="-342900">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1pPr>
            <a:lvl2pPr marL="669925" indent="-3254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2pPr>
            <a:lvl3pPr marL="1022350" indent="-3508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3pPr>
            <a:lvl4pPr marL="1339850" indent="-315913">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4pPr>
            <a:lvl5pPr marL="1681163" indent="-339725">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cxnSp>
        <p:nvCxnSpPr>
          <p:cNvPr id="7" name="直線コネクタ 6">
            <a:extLst>
              <a:ext uri="{FF2B5EF4-FFF2-40B4-BE49-F238E27FC236}">
                <a16:creationId xmlns:a16="http://schemas.microsoft.com/office/drawing/2014/main" id="{F7DC264F-9A8B-8BC9-4FFA-4238A27ED534}"/>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8" name="Rectangle 6">
            <a:extLst>
              <a:ext uri="{FF2B5EF4-FFF2-40B4-BE49-F238E27FC236}">
                <a16:creationId xmlns:a16="http://schemas.microsoft.com/office/drawing/2014/main" id="{6BB55BAD-460C-3254-9DE7-B95DC62378A8}"/>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3357564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VTWB">
    <p:spTree>
      <p:nvGrpSpPr>
        <p:cNvPr id="1" name=""/>
        <p:cNvGrpSpPr/>
        <p:nvPr/>
      </p:nvGrpSpPr>
      <p:grpSpPr>
        <a:xfrm>
          <a:off x="0" y="0"/>
          <a:ext cx="0" cy="0"/>
          <a:chOff x="0" y="0"/>
          <a:chExt cx="0" cy="0"/>
        </a:xfrm>
      </p:grpSpPr>
      <p:cxnSp>
        <p:nvCxnSpPr>
          <p:cNvPr id="7" name="直線コネクタ 6">
            <a:extLst>
              <a:ext uri="{FF2B5EF4-FFF2-40B4-BE49-F238E27FC236}">
                <a16:creationId xmlns:a16="http://schemas.microsoft.com/office/drawing/2014/main" id="{F7DC264F-9A8B-8BC9-4FFA-4238A27ED534}"/>
              </a:ext>
            </a:extLst>
          </p:cNvPr>
          <p:cNvCxnSpPr>
            <a:cxnSpLocks/>
          </p:cNvCxnSpPr>
          <p:nvPr/>
        </p:nvCxnSpPr>
        <p:spPr bwMode="auto">
          <a:xfrm>
            <a:off x="301057" y="833306"/>
            <a:ext cx="11616074"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4" name="タイトル 1">
            <a:extLst>
              <a:ext uri="{FF2B5EF4-FFF2-40B4-BE49-F238E27FC236}">
                <a16:creationId xmlns:a16="http://schemas.microsoft.com/office/drawing/2014/main" id="{5ED325D3-3CCE-5405-EA2A-09E70E70C4ED}"/>
              </a:ext>
            </a:extLst>
          </p:cNvPr>
          <p:cNvSpPr>
            <a:spLocks noGrp="1"/>
          </p:cNvSpPr>
          <p:nvPr>
            <p:ph type="title"/>
          </p:nvPr>
        </p:nvSpPr>
        <p:spPr>
          <a:xfrm>
            <a:off x="898656" y="260648"/>
            <a:ext cx="10957984" cy="501352"/>
          </a:xfrm>
        </p:spPr>
        <p:txBody>
          <a:bodyPr/>
          <a:lstStyle>
            <a:lvl1pPr>
              <a:defRPr>
                <a:latin typeface="BIZ UDPゴシック" panose="020B0400000000000000" pitchFamily="50" charset="-128"/>
                <a:ea typeface="BIZ UDPゴシック" panose="020B0400000000000000" pitchFamily="50" charset="-128"/>
              </a:defRPr>
            </a:lvl1pPr>
          </a:lstStyle>
          <a:p>
            <a:r>
              <a:rPr lang="ja-JP" altLang="en-US"/>
              <a:t>マスター タイトルの書式設定</a:t>
            </a:r>
            <a:endParaRPr lang="ja-JP" altLang="en-US" dirty="0"/>
          </a:p>
        </p:txBody>
      </p:sp>
      <p:sp>
        <p:nvSpPr>
          <p:cNvPr id="3" name="Rectangle 5">
            <a:extLst>
              <a:ext uri="{FF2B5EF4-FFF2-40B4-BE49-F238E27FC236}">
                <a16:creationId xmlns:a16="http://schemas.microsoft.com/office/drawing/2014/main" id="{62F59FD7-9291-23C8-03A9-329B4C15CFF6}"/>
              </a:ext>
            </a:extLst>
          </p:cNvPr>
          <p:cNvSpPr>
            <a:spLocks noGrp="1" noChangeArrowheads="1"/>
          </p:cNvSpPr>
          <p:nvPr>
            <p:ph type="ftr" sz="quarter" idx="11"/>
          </p:nvPr>
        </p:nvSpPr>
        <p:spPr>
          <a:xfrm>
            <a:off x="17348" y="6640021"/>
            <a:ext cx="5048251" cy="208483"/>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Tree>
    <p:extLst>
      <p:ext uri="{BB962C8B-B14F-4D97-AF65-F5344CB8AC3E}">
        <p14:creationId xmlns:p14="http://schemas.microsoft.com/office/powerpoint/2010/main" val="2191782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cxnSp>
        <p:nvCxnSpPr>
          <p:cNvPr id="5" name="直線コネクタ 4">
            <a:extLst>
              <a:ext uri="{FF2B5EF4-FFF2-40B4-BE49-F238E27FC236}">
                <a16:creationId xmlns:a16="http://schemas.microsoft.com/office/drawing/2014/main" id="{0DDA252F-B76B-2A98-8A15-68FEF4A206CF}"/>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7" name="Rectangle 5">
            <a:extLst>
              <a:ext uri="{FF2B5EF4-FFF2-40B4-BE49-F238E27FC236}">
                <a16:creationId xmlns:a16="http://schemas.microsoft.com/office/drawing/2014/main" id="{83FEA43B-F379-CB8A-0CC1-34E310D7DF90}"/>
              </a:ext>
            </a:extLst>
          </p:cNvPr>
          <p:cNvSpPr>
            <a:spLocks noGrp="1" noChangeArrowheads="1"/>
          </p:cNvSpPr>
          <p:nvPr>
            <p:ph type="ftr" sz="quarter" idx="11"/>
          </p:nvPr>
        </p:nvSpPr>
        <p:spPr>
          <a:xfrm>
            <a:off x="119336" y="6555804"/>
            <a:ext cx="5048251" cy="252264"/>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
        <p:nvSpPr>
          <p:cNvPr id="8" name="Rectangle 6">
            <a:extLst>
              <a:ext uri="{FF2B5EF4-FFF2-40B4-BE49-F238E27FC236}">
                <a16:creationId xmlns:a16="http://schemas.microsoft.com/office/drawing/2014/main" id="{27F33519-DE7B-1578-63B1-C7F9384DEEE9}"/>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250980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CCA1F410-EAC2-3B54-16CE-1F8AD3A29273}"/>
              </a:ext>
            </a:extLst>
          </p:cNvPr>
          <p:cNvSpPr>
            <a:spLocks noGrp="1" noChangeArrowheads="1"/>
          </p:cNvSpPr>
          <p:nvPr>
            <p:ph type="ftr" sz="quarter" idx="11"/>
          </p:nvPr>
        </p:nvSpPr>
        <p:spPr>
          <a:xfrm>
            <a:off x="119336" y="6555804"/>
            <a:ext cx="5048251" cy="252264"/>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
        <p:nvSpPr>
          <p:cNvPr id="6" name="Rectangle 6">
            <a:extLst>
              <a:ext uri="{FF2B5EF4-FFF2-40B4-BE49-F238E27FC236}">
                <a16:creationId xmlns:a16="http://schemas.microsoft.com/office/drawing/2014/main" id="{79E8B39C-04D2-1AF7-9927-F5F6D4CA6FEA}"/>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3908343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コンテンツ">
    <p:spTree>
      <p:nvGrpSpPr>
        <p:cNvPr id="1" name=""/>
        <p:cNvGrpSpPr/>
        <p:nvPr/>
      </p:nvGrpSpPr>
      <p:grpSpPr>
        <a:xfrm>
          <a:off x="0" y="0"/>
          <a:ext cx="0" cy="0"/>
          <a:chOff x="0" y="0"/>
          <a:chExt cx="0" cy="0"/>
        </a:xfrm>
      </p:grpSpPr>
      <p:sp>
        <p:nvSpPr>
          <p:cNvPr id="2" name="コンテンツ プレースホルダ 1"/>
          <p:cNvSpPr>
            <a:spLocks noGrp="1"/>
          </p:cNvSpPr>
          <p:nvPr>
            <p:ph/>
          </p:nvPr>
        </p:nvSpPr>
        <p:spPr>
          <a:xfrm>
            <a:off x="609600" y="277813"/>
            <a:ext cx="10972800" cy="5853112"/>
          </a:xfrm>
          <a:prstGeom prst="rect">
            <a:avLst/>
          </a:prstGeom>
        </p:spPr>
        <p:txBody>
          <a:bodyPr/>
          <a:lstStyle>
            <a:lvl1pPr>
              <a:defRPr>
                <a:latin typeface="BIZ UDPゴシック" panose="020B0400000000000000" pitchFamily="50" charset="-128"/>
                <a:ea typeface="BIZ UDPゴシック" panose="020B0400000000000000" pitchFamily="50" charset="-128"/>
              </a:defRPr>
            </a:lvl1pPr>
            <a:lvl2pPr>
              <a:defRPr>
                <a:latin typeface="BIZ UDPゴシック" panose="020B0400000000000000" pitchFamily="50" charset="-128"/>
                <a:ea typeface="BIZ UDPゴシック" panose="020B0400000000000000" pitchFamily="50" charset="-128"/>
              </a:defRPr>
            </a:lvl2pPr>
            <a:lvl3pPr>
              <a:defRPr>
                <a:latin typeface="BIZ UDPゴシック" panose="020B0400000000000000" pitchFamily="50" charset="-128"/>
                <a:ea typeface="BIZ UDPゴシック" panose="020B0400000000000000" pitchFamily="50" charset="-128"/>
              </a:defRPr>
            </a:lvl3pPr>
            <a:lvl4pPr>
              <a:defRPr>
                <a:latin typeface="BIZ UDPゴシック" panose="020B0400000000000000" pitchFamily="50" charset="-128"/>
                <a:ea typeface="BIZ UDPゴシック" panose="020B0400000000000000" pitchFamily="50" charset="-128"/>
              </a:defRPr>
            </a:lvl4pPr>
            <a:lvl5pPr>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6" name="Rectangle 6">
            <a:extLst>
              <a:ext uri="{FF2B5EF4-FFF2-40B4-BE49-F238E27FC236}">
                <a16:creationId xmlns:a16="http://schemas.microsoft.com/office/drawing/2014/main" id="{101701D8-2655-4364-A1CC-F63E88A9B833}"/>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5" name="Rectangle 5">
            <a:extLst>
              <a:ext uri="{FF2B5EF4-FFF2-40B4-BE49-F238E27FC236}">
                <a16:creationId xmlns:a16="http://schemas.microsoft.com/office/drawing/2014/main" id="{DAFE0410-6CDA-6DC1-4B56-83230C710187}"/>
              </a:ext>
            </a:extLst>
          </p:cNvPr>
          <p:cNvSpPr>
            <a:spLocks noGrp="1" noChangeArrowheads="1"/>
          </p:cNvSpPr>
          <p:nvPr>
            <p:ph type="ftr" sz="quarter" idx="11"/>
          </p:nvPr>
        </p:nvSpPr>
        <p:spPr>
          <a:xfrm>
            <a:off x="119336" y="6555804"/>
            <a:ext cx="5048251" cy="252264"/>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Tree>
    <p:extLst>
      <p:ext uri="{BB962C8B-B14F-4D97-AF65-F5344CB8AC3E}">
        <p14:creationId xmlns:p14="http://schemas.microsoft.com/office/powerpoint/2010/main" val="17954691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898656" y="260648"/>
            <a:ext cx="10957984" cy="501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ja-JP" dirty="0" err="1"/>
              <a:t>マスタ</a:t>
            </a:r>
            <a:r>
              <a:rPr lang="en-US" altLang="ja-JP" dirty="0"/>
              <a:t> </a:t>
            </a:r>
            <a:r>
              <a:rPr lang="en-US" altLang="ja-JP" dirty="0" err="1"/>
              <a:t>タイトルの書式設定</a:t>
            </a:r>
            <a:endParaRPr lang="en-US" altLang="ja-JP" dirty="0"/>
          </a:p>
        </p:txBody>
      </p:sp>
      <p:sp>
        <p:nvSpPr>
          <p:cNvPr id="2" name="Rectangle 6">
            <a:extLst>
              <a:ext uri="{FF2B5EF4-FFF2-40B4-BE49-F238E27FC236}">
                <a16:creationId xmlns:a16="http://schemas.microsoft.com/office/drawing/2014/main" id="{91A1ECCD-F85D-D247-549B-2E41B84C18AE}"/>
              </a:ext>
            </a:extLst>
          </p:cNvPr>
          <p:cNvSpPr>
            <a:spLocks noGrp="1" noChangeArrowheads="1"/>
          </p:cNvSpPr>
          <p:nvPr>
            <p:ph type="sldNum" sz="quarter" idx="4"/>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11553269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8" r:id="rId3"/>
    <p:sldLayoutId id="2147483664" r:id="rId4"/>
    <p:sldLayoutId id="2147483666" r:id="rId5"/>
    <p:sldLayoutId id="2147483667" r:id="rId6"/>
  </p:sldLayoutIdLst>
  <p:hf sldNum="0" hdr="0" dt="0"/>
  <p:txStyles>
    <p:titleStyle>
      <a:lvl1pPr algn="l" rtl="0" eaLnBrk="1" fontAlgn="base" hangingPunct="1">
        <a:spcBef>
          <a:spcPct val="0"/>
        </a:spcBef>
        <a:spcAft>
          <a:spcPct val="0"/>
        </a:spcAft>
        <a:defRPr kumimoji="1" sz="2800" b="1">
          <a:solidFill>
            <a:schemeClr val="tx2"/>
          </a:solidFill>
          <a:latin typeface="BIZ UDPゴシック" panose="020B0400000000000000" pitchFamily="50" charset="-128"/>
          <a:ea typeface="BIZ UDPゴシック" panose="020B0400000000000000" pitchFamily="50" charset="-128"/>
          <a:cs typeface="+mj-cs"/>
        </a:defRPr>
      </a:lvl1pPr>
      <a:lvl2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2pPr>
      <a:lvl3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3pPr>
      <a:lvl4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4pPr>
      <a:lvl5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5pPr>
      <a:lvl6pPr marL="4572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6pPr>
      <a:lvl7pPr marL="9144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7pPr>
      <a:lvl8pPr marL="13716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8pPr>
      <a:lvl9pPr marL="18288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9pPr>
    </p:titleStyle>
    <p:bodyStyle>
      <a:lvl1pPr marL="342900" indent="-342900"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2000" b="1">
          <a:solidFill>
            <a:schemeClr val="tx1"/>
          </a:solidFill>
          <a:latin typeface="FOT-UD丸ゴ_ラージ Pr6 M" panose="02020400000000000000" pitchFamily="18" charset="-128"/>
          <a:ea typeface="FOT-UD丸ゴ_ラージ Pr6 M" panose="02020400000000000000" pitchFamily="18" charset="-128"/>
          <a:cs typeface="+mn-cs"/>
        </a:defRPr>
      </a:lvl1pPr>
      <a:lvl2pPr marL="669925" indent="-325438" algn="l" rtl="0" eaLnBrk="1" fontAlgn="base" hangingPunct="1">
        <a:lnSpc>
          <a:spcPct val="150000"/>
        </a:lnSpc>
        <a:spcBef>
          <a:spcPct val="20000"/>
        </a:spcBef>
        <a:spcAft>
          <a:spcPct val="0"/>
        </a:spcAft>
        <a:buClr>
          <a:schemeClr val="tx1">
            <a:lumMod val="75000"/>
            <a:lumOff val="25000"/>
          </a:schemeClr>
        </a:buClr>
        <a:buSzPct val="60000"/>
        <a:buFont typeface="Wingdings" panose="05000000000000000000" pitchFamily="2" charset="2"/>
        <a:buChar char="n"/>
        <a:defRPr kumimoji="1" sz="1800" b="1">
          <a:solidFill>
            <a:schemeClr val="tx1"/>
          </a:solidFill>
          <a:latin typeface="FOT-UD丸ゴ_ラージ Pr6 M" panose="02020400000000000000" pitchFamily="18" charset="-128"/>
          <a:ea typeface="FOT-UD丸ゴ_ラージ Pr6 M" panose="02020400000000000000" pitchFamily="18" charset="-128"/>
        </a:defRPr>
      </a:lvl2pPr>
      <a:lvl3pPr marL="1022350" indent="-350838"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1600" b="1">
          <a:solidFill>
            <a:schemeClr val="tx1"/>
          </a:solidFill>
          <a:latin typeface="FOT-UD丸ゴ_ラージ Pr6 M" panose="02020400000000000000" pitchFamily="18" charset="-128"/>
          <a:ea typeface="FOT-UD丸ゴ_ラージ Pr6 M" panose="02020400000000000000" pitchFamily="18" charset="-128"/>
        </a:defRPr>
      </a:lvl3pPr>
      <a:lvl4pPr marL="1339850" indent="-315913" algn="l" rtl="0" eaLnBrk="1" fontAlgn="base" hangingPunct="1">
        <a:lnSpc>
          <a:spcPct val="150000"/>
        </a:lnSpc>
        <a:spcBef>
          <a:spcPct val="20000"/>
        </a:spcBef>
        <a:spcAft>
          <a:spcPct val="0"/>
        </a:spcAft>
        <a:buClr>
          <a:schemeClr val="tx1">
            <a:lumMod val="75000"/>
            <a:lumOff val="25000"/>
          </a:schemeClr>
        </a:buClr>
        <a:buSzPct val="70000"/>
        <a:buFont typeface="Wingdings" panose="05000000000000000000" pitchFamily="2" charset="2"/>
        <a:buChar char="n"/>
        <a:defRPr kumimoji="1" sz="1400" b="1">
          <a:solidFill>
            <a:schemeClr val="tx1"/>
          </a:solidFill>
          <a:latin typeface="FOT-UD丸ゴ_ラージ Pr6 M" panose="02020400000000000000" pitchFamily="18" charset="-128"/>
          <a:ea typeface="FOT-UD丸ゴ_ラージ Pr6 M" panose="02020400000000000000" pitchFamily="18" charset="-128"/>
        </a:defRPr>
      </a:lvl4pPr>
      <a:lvl5pPr marL="1681163" indent="-339725" algn="l" rtl="0" eaLnBrk="1" fontAlgn="base" hangingPunct="1">
        <a:lnSpc>
          <a:spcPct val="150000"/>
        </a:lnSpc>
        <a:spcBef>
          <a:spcPct val="20000"/>
        </a:spcBef>
        <a:spcAft>
          <a:spcPct val="0"/>
        </a:spcAft>
        <a:buClr>
          <a:schemeClr val="tx1">
            <a:lumMod val="75000"/>
            <a:lumOff val="25000"/>
          </a:schemeClr>
        </a:buClr>
        <a:buSzPct val="75000"/>
        <a:buFont typeface="Wingdings" panose="05000000000000000000" pitchFamily="2" charset="2"/>
        <a:buChar char="n"/>
        <a:defRPr kumimoji="1" sz="1200" b="1">
          <a:solidFill>
            <a:schemeClr val="tx1"/>
          </a:solidFill>
          <a:latin typeface="FOT-UD丸ゴ_ラージ Pr6 M" panose="02020400000000000000" pitchFamily="18" charset="-128"/>
          <a:ea typeface="FOT-UD丸ゴ_ラージ Pr6 M" panose="02020400000000000000" pitchFamily="18" charset="-128"/>
        </a:defRPr>
      </a:lvl5pPr>
      <a:lvl6pPr marL="21383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6pPr>
      <a:lvl7pPr marL="25955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7pPr>
      <a:lvl8pPr marL="30527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8pPr>
      <a:lvl9pPr marL="35099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xportrange">
            <a:extLst>
              <a:ext uri="{FF2B5EF4-FFF2-40B4-BE49-F238E27FC236}">
                <a16:creationId xmlns:a16="http://schemas.microsoft.com/office/drawing/2014/main" id="{FA348A50-F865-3288-50D2-F2BE63C24CC1}"/>
              </a:ext>
            </a:extLst>
          </p:cNvPr>
          <p:cNvSpPr/>
          <p:nvPr/>
        </p:nvSpPr>
        <p:spPr bwMode="auto">
          <a:xfrm>
            <a:off x="623391" y="912997"/>
            <a:ext cx="10162949" cy="1915523"/>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8" name="keyvisual">
            <a:extLst>
              <a:ext uri="{FF2B5EF4-FFF2-40B4-BE49-F238E27FC236}">
                <a16:creationId xmlns:a16="http://schemas.microsoft.com/office/drawing/2014/main" id="{C43663AB-17A8-8115-5D5E-18956950C71A}"/>
              </a:ext>
            </a:extLst>
          </p:cNvPr>
          <p:cNvSpPr/>
          <p:nvPr/>
        </p:nvSpPr>
        <p:spPr bwMode="auto">
          <a:xfrm>
            <a:off x="739027" y="2904486"/>
            <a:ext cx="9883396" cy="3548850"/>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DF2C10AA-AFC9-04E7-6FD9-0422F716289F}"/>
              </a:ext>
            </a:extLst>
          </p:cNvPr>
          <p:cNvSpPr>
            <a:spLocks noGrp="1"/>
          </p:cNvSpPr>
          <p:nvPr>
            <p:ph type="title"/>
          </p:nvPr>
        </p:nvSpPr>
        <p:spPr/>
        <p:txBody>
          <a:bodyPr/>
          <a:lstStyle/>
          <a:p>
            <a:r>
              <a:rPr kumimoji="1" lang="en-US" altLang="ja-JP"/>
              <a:t>stylebase</a:t>
            </a:r>
            <a:r>
              <a:rPr kumimoji="1" lang="ja-JP" altLang="en-US"/>
              <a:t>を別に指定する機能</a:t>
            </a:r>
          </a:p>
        </p:txBody>
      </p:sp>
      <p:sp>
        <p:nvSpPr>
          <p:cNvPr id="3" name="フッター プレースホルダー 2">
            <a:extLst>
              <a:ext uri="{FF2B5EF4-FFF2-40B4-BE49-F238E27FC236}">
                <a16:creationId xmlns:a16="http://schemas.microsoft.com/office/drawing/2014/main" id="{9D9D1AEB-A653-E353-2924-C4320726663C}"/>
              </a:ext>
            </a:extLst>
          </p:cNvPr>
          <p:cNvSpPr>
            <a:spLocks noGrp="1"/>
          </p:cNvSpPr>
          <p:nvPr>
            <p:ph type="ftr" sz="quarter" idx="11"/>
          </p:nvPr>
        </p:nvSpPr>
        <p:spPr/>
        <p:txBody>
          <a:bodyPr/>
          <a:lstStyle/>
          <a:p>
            <a:r>
              <a:rPr lang="en-US" altLang="ja-JP"/>
              <a:t>Copyright 2026 </a:t>
            </a:r>
            <a:r>
              <a:rPr lang="ja-JP" altLang="en-US"/>
              <a:t>アイデアクラフト </a:t>
            </a:r>
            <a:r>
              <a:rPr lang="en-US" altLang="ja-JP"/>
              <a:t>Kaimai Mizuhiro</a:t>
            </a:r>
            <a:endParaRPr lang="ja-JP" altLang="en-US" dirty="0"/>
          </a:p>
        </p:txBody>
      </p:sp>
      <p:sp>
        <p:nvSpPr>
          <p:cNvPr id="33" name="テキスト ボックス 32">
            <a:extLst>
              <a:ext uri="{FF2B5EF4-FFF2-40B4-BE49-F238E27FC236}">
                <a16:creationId xmlns:a16="http://schemas.microsoft.com/office/drawing/2014/main" id="{4A9E561F-3202-EC6B-A845-34025BBBBFCE}"/>
              </a:ext>
            </a:extLst>
          </p:cNvPr>
          <p:cNvSpPr txBox="1"/>
          <p:nvPr/>
        </p:nvSpPr>
        <p:spPr bwMode="auto">
          <a:xfrm>
            <a:off x="2686070" y="1916832"/>
            <a:ext cx="83064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defRPr sz="1600" kern="0">
                <a:latin typeface="BIZ UDPゴシック" panose="020B0400000000000000" pitchFamily="50" charset="-128"/>
                <a:ea typeface="BIZ UDPゴシック" panose="020B0400000000000000" pitchFamily="50" charset="-128"/>
              </a:defRPr>
            </a:lvl1pPr>
          </a:lstStyle>
          <a:p>
            <a:r>
              <a:rPr lang="en-US" altLang="ja-JP"/>
              <a:t>pptmdmerge   pptmerge   stylebase_recipe.yaml  --force</a:t>
            </a:r>
          </a:p>
        </p:txBody>
      </p:sp>
      <p:sp>
        <p:nvSpPr>
          <p:cNvPr id="34" name="テキスト ボックス 33">
            <a:extLst>
              <a:ext uri="{FF2B5EF4-FFF2-40B4-BE49-F238E27FC236}">
                <a16:creationId xmlns:a16="http://schemas.microsoft.com/office/drawing/2014/main" id="{EE0158F8-3118-DE46-AA56-1D8CABAF59F4}"/>
              </a:ext>
            </a:extLst>
          </p:cNvPr>
          <p:cNvSpPr txBox="1"/>
          <p:nvPr/>
        </p:nvSpPr>
        <p:spPr bwMode="auto">
          <a:xfrm>
            <a:off x="739026" y="1916832"/>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起動コマンド例</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35" name="テキスト ボックス 34">
            <a:extLst>
              <a:ext uri="{FF2B5EF4-FFF2-40B4-BE49-F238E27FC236}">
                <a16:creationId xmlns:a16="http://schemas.microsoft.com/office/drawing/2014/main" id="{AE12C02D-E7B8-7F68-10F1-94D7D353FDA0}"/>
              </a:ext>
            </a:extLst>
          </p:cNvPr>
          <p:cNvSpPr txBox="1"/>
          <p:nvPr/>
        </p:nvSpPr>
        <p:spPr bwMode="auto">
          <a:xfrm>
            <a:off x="2686070" y="1042744"/>
            <a:ext cx="175374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en-US" altLang="ja-JP" sz="1600" kern="0">
                <a:latin typeface="BIZ UDPゴシック" panose="020B0400000000000000" pitchFamily="50" charset="-128"/>
                <a:ea typeface="BIZ UDPゴシック" panose="020B0400000000000000" pitchFamily="50" charset="-128"/>
              </a:rPr>
              <a:t>pptmerge</a:t>
            </a:r>
          </a:p>
        </p:txBody>
      </p:sp>
      <p:sp>
        <p:nvSpPr>
          <p:cNvPr id="36" name="テキスト ボックス 35">
            <a:extLst>
              <a:ext uri="{FF2B5EF4-FFF2-40B4-BE49-F238E27FC236}">
                <a16:creationId xmlns:a16="http://schemas.microsoft.com/office/drawing/2014/main" id="{7FE60B26-1C28-91A1-533D-80CB752E0150}"/>
              </a:ext>
            </a:extLst>
          </p:cNvPr>
          <p:cNvSpPr txBox="1"/>
          <p:nvPr/>
        </p:nvSpPr>
        <p:spPr bwMode="auto">
          <a:xfrm>
            <a:off x="739026" y="1042744"/>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サブコマンド名</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37" name="テキスト ボックス 36">
            <a:extLst>
              <a:ext uri="{FF2B5EF4-FFF2-40B4-BE49-F238E27FC236}">
                <a16:creationId xmlns:a16="http://schemas.microsoft.com/office/drawing/2014/main" id="{B27F4962-5E63-7FA3-1DEE-0DC3FD751080}"/>
              </a:ext>
            </a:extLst>
          </p:cNvPr>
          <p:cNvSpPr txBox="1"/>
          <p:nvPr/>
        </p:nvSpPr>
        <p:spPr bwMode="auto">
          <a:xfrm>
            <a:off x="739026" y="1484784"/>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機能概要</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38" name="テキスト ボックス 37">
            <a:extLst>
              <a:ext uri="{FF2B5EF4-FFF2-40B4-BE49-F238E27FC236}">
                <a16:creationId xmlns:a16="http://schemas.microsoft.com/office/drawing/2014/main" id="{0D7BFA0D-1443-45A8-6C2B-3DCA36B4EDFB}"/>
              </a:ext>
            </a:extLst>
          </p:cNvPr>
          <p:cNvSpPr txBox="1"/>
          <p:nvPr/>
        </p:nvSpPr>
        <p:spPr bwMode="auto">
          <a:xfrm>
            <a:off x="2686070" y="1484784"/>
            <a:ext cx="830647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ja-JP" altLang="en-US" sz="1600" kern="0">
                <a:latin typeface="BIZ UDPゴシック" panose="020B0400000000000000" pitchFamily="50" charset="-128"/>
                <a:ea typeface="BIZ UDPゴシック" panose="020B0400000000000000" pitchFamily="50" charset="-128"/>
              </a:rPr>
              <a:t>結合対象のコンテンツとは別にスタイル情報のみ使用するファイルを別途指定する</a:t>
            </a:r>
            <a:endParaRPr kumimoji="1" lang="en-US" altLang="ja-JP" sz="1600" kern="0">
              <a:latin typeface="BIZ UDPゴシック" panose="020B0400000000000000" pitchFamily="50" charset="-128"/>
              <a:ea typeface="BIZ UDPゴシック" panose="020B0400000000000000" pitchFamily="50" charset="-128"/>
            </a:endParaRPr>
          </a:p>
        </p:txBody>
      </p:sp>
      <p:sp>
        <p:nvSpPr>
          <p:cNvPr id="40" name="テキスト ボックス 39">
            <a:extLst>
              <a:ext uri="{FF2B5EF4-FFF2-40B4-BE49-F238E27FC236}">
                <a16:creationId xmlns:a16="http://schemas.microsoft.com/office/drawing/2014/main" id="{D945FCB6-CA3A-FC29-44E0-9550E5D3849C}"/>
              </a:ext>
            </a:extLst>
          </p:cNvPr>
          <p:cNvSpPr txBox="1"/>
          <p:nvPr/>
        </p:nvSpPr>
        <p:spPr bwMode="auto">
          <a:xfrm>
            <a:off x="2686070" y="2338265"/>
            <a:ext cx="83064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defRPr sz="1600" kern="0">
                <a:latin typeface="BIZ UDPゴシック" panose="020B0400000000000000" pitchFamily="50" charset="-128"/>
                <a:ea typeface="BIZ UDPゴシック" panose="020B0400000000000000" pitchFamily="50" charset="-128"/>
              </a:defRPr>
            </a:lvl1pPr>
          </a:lstStyle>
          <a:p>
            <a:r>
              <a:rPr lang="en-US" altLang="ja-JP"/>
              <a:t>"stylebase"</a:t>
            </a:r>
          </a:p>
        </p:txBody>
      </p:sp>
      <p:sp>
        <p:nvSpPr>
          <p:cNvPr id="41" name="テキスト ボックス 40">
            <a:extLst>
              <a:ext uri="{FF2B5EF4-FFF2-40B4-BE49-F238E27FC236}">
                <a16:creationId xmlns:a16="http://schemas.microsoft.com/office/drawing/2014/main" id="{D24990FC-3ADD-D38C-1E73-075BCF1E9CDF}"/>
              </a:ext>
            </a:extLst>
          </p:cNvPr>
          <p:cNvSpPr txBox="1"/>
          <p:nvPr/>
        </p:nvSpPr>
        <p:spPr bwMode="auto">
          <a:xfrm>
            <a:off x="739026" y="2338265"/>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kumimoji="1" lang="ja-JP" altLang="en-US" sz="1600" kern="0">
                <a:solidFill>
                  <a:schemeClr val="bg1"/>
                </a:solidFill>
                <a:latin typeface="BIZ UDPゴシック" panose="020B0400000000000000" pitchFamily="50" charset="-128"/>
                <a:ea typeface="BIZ UDPゴシック" panose="020B0400000000000000" pitchFamily="50" charset="-128"/>
              </a:rPr>
              <a:t>関連キーワード</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13" name="テキスト ボックス 12">
            <a:extLst>
              <a:ext uri="{FF2B5EF4-FFF2-40B4-BE49-F238E27FC236}">
                <a16:creationId xmlns:a16="http://schemas.microsoft.com/office/drawing/2014/main" id="{F73B6D62-BDC9-6F7C-180D-CB981C27FAC5}"/>
              </a:ext>
            </a:extLst>
          </p:cNvPr>
          <p:cNvSpPr txBox="1"/>
          <p:nvPr/>
        </p:nvSpPr>
        <p:spPr bwMode="auto">
          <a:xfrm>
            <a:off x="5471509" y="1042744"/>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サンプルフォルダ</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14" name="テキスト ボックス 13">
            <a:extLst>
              <a:ext uri="{FF2B5EF4-FFF2-40B4-BE49-F238E27FC236}">
                <a16:creationId xmlns:a16="http://schemas.microsoft.com/office/drawing/2014/main" id="{F6602273-ABE3-64F1-05A5-0BAA2D0ED607}"/>
              </a:ext>
            </a:extLst>
          </p:cNvPr>
          <p:cNvSpPr txBox="1"/>
          <p:nvPr/>
        </p:nvSpPr>
        <p:spPr bwMode="auto">
          <a:xfrm>
            <a:off x="7582968" y="1042744"/>
            <a:ext cx="386520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600" kern="0">
                <a:latin typeface="BIZ UDPゴシック" panose="020B0400000000000000" pitchFamily="50" charset="-128"/>
                <a:ea typeface="BIZ UDPゴシック" panose="020B0400000000000000" pitchFamily="50" charset="-128"/>
              </a:rPr>
              <a:t>pm6_stylebase</a:t>
            </a:r>
            <a:endParaRPr kumimoji="1" lang="en-US" altLang="ja-JP" sz="1600" kern="0">
              <a:latin typeface="BIZ UDPゴシック" panose="020B0400000000000000" pitchFamily="50" charset="-128"/>
              <a:ea typeface="BIZ UDPゴシック" panose="020B0400000000000000" pitchFamily="50" charset="-128"/>
            </a:endParaRPr>
          </a:p>
        </p:txBody>
      </p:sp>
      <p:grpSp>
        <p:nvGrpSpPr>
          <p:cNvPr id="18" name="グループ化 17">
            <a:extLst>
              <a:ext uri="{FF2B5EF4-FFF2-40B4-BE49-F238E27FC236}">
                <a16:creationId xmlns:a16="http://schemas.microsoft.com/office/drawing/2014/main" id="{8F7862ED-FE61-D539-F806-47AE7FC40402}"/>
              </a:ext>
            </a:extLst>
          </p:cNvPr>
          <p:cNvGrpSpPr/>
          <p:nvPr/>
        </p:nvGrpSpPr>
        <p:grpSpPr>
          <a:xfrm>
            <a:off x="1569577" y="4914935"/>
            <a:ext cx="1996061" cy="683731"/>
            <a:chOff x="2443755" y="3613700"/>
            <a:chExt cx="1996061" cy="683731"/>
          </a:xfrm>
        </p:grpSpPr>
        <p:sp>
          <p:nvSpPr>
            <p:cNvPr id="4" name="正方形/長方形 3">
              <a:extLst>
                <a:ext uri="{FF2B5EF4-FFF2-40B4-BE49-F238E27FC236}">
                  <a16:creationId xmlns:a16="http://schemas.microsoft.com/office/drawing/2014/main" id="{E25E8B59-A9AF-B900-C34B-DAF80BDA8C59}"/>
                </a:ext>
              </a:extLst>
            </p:cNvPr>
            <p:cNvSpPr/>
            <p:nvPr/>
          </p:nvSpPr>
          <p:spPr bwMode="auto">
            <a:xfrm>
              <a:off x="2443755" y="3613700"/>
              <a:ext cx="1996061" cy="683731"/>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algn="r" eaLnBrk="1" hangingPunct="1"/>
              <a:r>
                <a:rPr lang="en-US" altLang="ja-JP" kern="0">
                  <a:latin typeface="BIZ UDPゴシック" panose="020B0400000000000000" pitchFamily="50" charset="-128"/>
                  <a:ea typeface="BIZ UDPゴシック" panose="020B0400000000000000" pitchFamily="50" charset="-128"/>
                </a:rPr>
                <a:t>A.pptx</a:t>
              </a: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16" name="図 15">
              <a:extLst>
                <a:ext uri="{FF2B5EF4-FFF2-40B4-BE49-F238E27FC236}">
                  <a16:creationId xmlns:a16="http://schemas.microsoft.com/office/drawing/2014/main" id="{CF94B3E5-5ED0-EE6C-3641-1BD8352881D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78462" y="3704786"/>
              <a:ext cx="523272" cy="501559"/>
            </a:xfrm>
            <a:prstGeom prst="rect">
              <a:avLst/>
            </a:prstGeom>
          </p:spPr>
        </p:pic>
      </p:grpSp>
      <p:grpSp>
        <p:nvGrpSpPr>
          <p:cNvPr id="19" name="グループ化 18">
            <a:extLst>
              <a:ext uri="{FF2B5EF4-FFF2-40B4-BE49-F238E27FC236}">
                <a16:creationId xmlns:a16="http://schemas.microsoft.com/office/drawing/2014/main" id="{F87B9839-0FE9-E5E1-AB5C-C93D1A641868}"/>
              </a:ext>
            </a:extLst>
          </p:cNvPr>
          <p:cNvGrpSpPr/>
          <p:nvPr/>
        </p:nvGrpSpPr>
        <p:grpSpPr>
          <a:xfrm>
            <a:off x="1569576" y="5719392"/>
            <a:ext cx="1996062" cy="653492"/>
            <a:chOff x="2443754" y="5463298"/>
            <a:chExt cx="1996062" cy="653492"/>
          </a:xfrm>
        </p:grpSpPr>
        <p:sp>
          <p:nvSpPr>
            <p:cNvPr id="7" name="正方形/長方形 6">
              <a:extLst>
                <a:ext uri="{FF2B5EF4-FFF2-40B4-BE49-F238E27FC236}">
                  <a16:creationId xmlns:a16="http://schemas.microsoft.com/office/drawing/2014/main" id="{40B30D01-EC9D-0B99-494F-13BAF499FBF3}"/>
                </a:ext>
              </a:extLst>
            </p:cNvPr>
            <p:cNvSpPr/>
            <p:nvPr/>
          </p:nvSpPr>
          <p:spPr bwMode="auto">
            <a:xfrm>
              <a:off x="2443754" y="5463298"/>
              <a:ext cx="1996062" cy="653492"/>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algn="r" eaLnBrk="1" hangingPunct="1"/>
              <a:r>
                <a:rPr lang="en-US" altLang="ja-JP" kern="0">
                  <a:latin typeface="BIZ UDPゴシック" panose="020B0400000000000000" pitchFamily="50" charset="-128"/>
                  <a:ea typeface="BIZ UDPゴシック" panose="020B0400000000000000" pitchFamily="50" charset="-128"/>
                </a:rPr>
                <a:t>B.pptx</a:t>
              </a: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17" name="図 16">
              <a:extLst>
                <a:ext uri="{FF2B5EF4-FFF2-40B4-BE49-F238E27FC236}">
                  <a16:creationId xmlns:a16="http://schemas.microsoft.com/office/drawing/2014/main" id="{D512E56F-7D4D-5658-A552-D65E87101D0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78462" y="5539265"/>
              <a:ext cx="523272" cy="501559"/>
            </a:xfrm>
            <a:prstGeom prst="rect">
              <a:avLst/>
            </a:prstGeom>
          </p:spPr>
        </p:pic>
      </p:grpSp>
      <p:grpSp>
        <p:nvGrpSpPr>
          <p:cNvPr id="20" name="グループ化 19">
            <a:extLst>
              <a:ext uri="{FF2B5EF4-FFF2-40B4-BE49-F238E27FC236}">
                <a16:creationId xmlns:a16="http://schemas.microsoft.com/office/drawing/2014/main" id="{F22B069D-942D-9A46-46B5-210532C86AB4}"/>
              </a:ext>
            </a:extLst>
          </p:cNvPr>
          <p:cNvGrpSpPr/>
          <p:nvPr/>
        </p:nvGrpSpPr>
        <p:grpSpPr>
          <a:xfrm>
            <a:off x="1189375" y="3881768"/>
            <a:ext cx="2376264" cy="683731"/>
            <a:chOff x="2063553" y="3613700"/>
            <a:chExt cx="2376264" cy="683731"/>
          </a:xfrm>
        </p:grpSpPr>
        <p:sp>
          <p:nvSpPr>
            <p:cNvPr id="21" name="正方形/長方形 20">
              <a:extLst>
                <a:ext uri="{FF2B5EF4-FFF2-40B4-BE49-F238E27FC236}">
                  <a16:creationId xmlns:a16="http://schemas.microsoft.com/office/drawing/2014/main" id="{C2A2A3DF-1C3A-54BB-97A5-99212BB7B49E}"/>
                </a:ext>
              </a:extLst>
            </p:cNvPr>
            <p:cNvSpPr/>
            <p:nvPr/>
          </p:nvSpPr>
          <p:spPr bwMode="auto">
            <a:xfrm>
              <a:off x="2063553" y="3613700"/>
              <a:ext cx="2376264" cy="683731"/>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algn="r" eaLnBrk="1" hangingPunct="1"/>
              <a:r>
                <a:rPr lang="en-US" altLang="ja-JP" kern="0">
                  <a:latin typeface="BIZ UDPゴシック" panose="020B0400000000000000" pitchFamily="50" charset="-128"/>
                  <a:ea typeface="BIZ UDPゴシック" panose="020B0400000000000000" pitchFamily="50" charset="-128"/>
                </a:rPr>
                <a:t>stylebase</a:t>
              </a:r>
            </a:p>
            <a:p>
              <a:pPr algn="r" eaLnBrk="1" hangingPunct="1"/>
              <a:r>
                <a:rPr lang="en-US" altLang="ja-JP" kern="0">
                  <a:latin typeface="BIZ UDPゴシック" panose="020B0400000000000000" pitchFamily="50" charset="-128"/>
                  <a:ea typeface="BIZ UDPゴシック" panose="020B0400000000000000" pitchFamily="50" charset="-128"/>
                </a:rPr>
                <a:t>.pptx</a:t>
              </a: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25" name="図 24">
              <a:extLst>
                <a:ext uri="{FF2B5EF4-FFF2-40B4-BE49-F238E27FC236}">
                  <a16:creationId xmlns:a16="http://schemas.microsoft.com/office/drawing/2014/main" id="{EB98A991-4CFA-08FB-349D-B5F85E58A1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79837" y="3704786"/>
              <a:ext cx="523272" cy="501559"/>
            </a:xfrm>
            <a:prstGeom prst="rect">
              <a:avLst/>
            </a:prstGeom>
          </p:spPr>
        </p:pic>
      </p:grpSp>
      <p:sp>
        <p:nvSpPr>
          <p:cNvPr id="30" name="右中かっこ 29">
            <a:extLst>
              <a:ext uri="{FF2B5EF4-FFF2-40B4-BE49-F238E27FC236}">
                <a16:creationId xmlns:a16="http://schemas.microsoft.com/office/drawing/2014/main" id="{F13C6333-FD68-C629-DAEA-23CFF4AC1A99}"/>
              </a:ext>
            </a:extLst>
          </p:cNvPr>
          <p:cNvSpPr/>
          <p:nvPr/>
        </p:nvSpPr>
        <p:spPr bwMode="auto">
          <a:xfrm>
            <a:off x="3853670" y="4842916"/>
            <a:ext cx="337751" cy="1631765"/>
          </a:xfrm>
          <a:prstGeom prst="rightBrace">
            <a:avLst>
              <a:gd name="adj1" fmla="val 40821"/>
              <a:gd name="adj2" fmla="val 50000"/>
            </a:avLst>
          </a:prstGeom>
          <a:noFill/>
          <a:ln w="28575" cap="flat" cmpd="sng" algn="ctr">
            <a:solidFill>
              <a:schemeClr val="tx1">
                <a:lumMod val="75000"/>
                <a:lumOff val="25000"/>
              </a:schemeClr>
            </a:solidFill>
            <a:prstDash val="solid"/>
            <a:round/>
            <a:headEnd type="none" w="med" len="med"/>
            <a:tailEnd type="none" w="med" len="med"/>
          </a:ln>
          <a:effectLst/>
        </p:spPr>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EA1D9512-F11F-D14A-4817-88A09550D87F}"/>
              </a:ext>
            </a:extLst>
          </p:cNvPr>
          <p:cNvSpPr txBox="1"/>
          <p:nvPr/>
        </p:nvSpPr>
        <p:spPr bwMode="auto">
          <a:xfrm>
            <a:off x="4351622" y="5466789"/>
            <a:ext cx="348875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kern="0">
                <a:latin typeface="BIZ UDPゴシック" panose="020B0400000000000000" pitchFamily="50" charset="-128"/>
                <a:ea typeface="BIZ UDPゴシック" panose="020B0400000000000000" pitchFamily="50" charset="-128"/>
              </a:rPr>
              <a:t>コンテンツを含むファイル</a:t>
            </a:r>
          </a:p>
        </p:txBody>
      </p:sp>
      <p:sp>
        <p:nvSpPr>
          <p:cNvPr id="42" name="テキスト ボックス 41">
            <a:extLst>
              <a:ext uri="{FF2B5EF4-FFF2-40B4-BE49-F238E27FC236}">
                <a16:creationId xmlns:a16="http://schemas.microsoft.com/office/drawing/2014/main" id="{2E691D5E-CC6C-BB5C-92C9-D2C1F9E0A13B}"/>
              </a:ext>
            </a:extLst>
          </p:cNvPr>
          <p:cNvSpPr txBox="1"/>
          <p:nvPr/>
        </p:nvSpPr>
        <p:spPr bwMode="auto">
          <a:xfrm>
            <a:off x="3998624" y="3889586"/>
            <a:ext cx="692895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kern="0">
                <a:latin typeface="BIZ UDPゴシック" panose="020B0400000000000000" pitchFamily="50" charset="-128"/>
                <a:ea typeface="BIZ UDPゴシック" panose="020B0400000000000000" pitchFamily="50" charset="-128"/>
              </a:rPr>
              <a:t>テーマ（配色、フォント、効果）、スライドマスター、レイアウト</a:t>
            </a:r>
            <a:endParaRPr kumimoji="1" lang="en-US" altLang="ja-JP" kern="0">
              <a:latin typeface="BIZ UDPゴシック" panose="020B0400000000000000" pitchFamily="50" charset="-128"/>
              <a:ea typeface="BIZ UDPゴシック" panose="020B0400000000000000" pitchFamily="50" charset="-128"/>
            </a:endParaRPr>
          </a:p>
          <a:p>
            <a:pPr algn="l"/>
            <a:r>
              <a:rPr kumimoji="1" lang="ja-JP" altLang="en-US" kern="0">
                <a:latin typeface="BIZ UDPゴシック" panose="020B0400000000000000" pitchFamily="50" charset="-128"/>
                <a:ea typeface="BIZ UDPゴシック" panose="020B0400000000000000" pitchFamily="50" charset="-128"/>
              </a:rPr>
              <a:t>などのスタイル情報を持つファイル</a:t>
            </a:r>
          </a:p>
        </p:txBody>
      </p:sp>
      <p:sp>
        <p:nvSpPr>
          <p:cNvPr id="43" name="テキスト ボックス 42">
            <a:extLst>
              <a:ext uri="{FF2B5EF4-FFF2-40B4-BE49-F238E27FC236}">
                <a16:creationId xmlns:a16="http://schemas.microsoft.com/office/drawing/2014/main" id="{23FBF853-E58D-E677-7F52-D9A7C096ED00}"/>
              </a:ext>
            </a:extLst>
          </p:cNvPr>
          <p:cNvSpPr txBox="1"/>
          <p:nvPr/>
        </p:nvSpPr>
        <p:spPr bwMode="auto">
          <a:xfrm>
            <a:off x="739026" y="2942798"/>
            <a:ext cx="1054155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kern="0">
                <a:latin typeface="BIZ UDPゴシック" panose="020B0400000000000000" pitchFamily="50" charset="-128"/>
                <a:ea typeface="BIZ UDPゴシック" panose="020B0400000000000000" pitchFamily="50" charset="-128"/>
              </a:rPr>
              <a:t>pptx</a:t>
            </a:r>
            <a:r>
              <a:rPr kumimoji="1" lang="ja-JP" altLang="en-US" kern="0">
                <a:latin typeface="BIZ UDPゴシック" panose="020B0400000000000000" pitchFamily="50" charset="-128"/>
                <a:ea typeface="BIZ UDPゴシック" panose="020B0400000000000000" pitchFamily="50" charset="-128"/>
              </a:rPr>
              <a:t>ファイルを結合する際、コンテンツとは別にスタイル情報のみ使用するファイルを</a:t>
            </a:r>
            <a:endParaRPr kumimoji="1" lang="en-US" altLang="ja-JP" kern="0">
              <a:latin typeface="BIZ UDPゴシック" panose="020B0400000000000000" pitchFamily="50" charset="-128"/>
              <a:ea typeface="BIZ UDPゴシック" panose="020B0400000000000000" pitchFamily="50" charset="-128"/>
            </a:endParaRPr>
          </a:p>
          <a:p>
            <a:pPr algn="l"/>
            <a:r>
              <a:rPr kumimoji="1" lang="ja-JP" altLang="en-US" kern="0">
                <a:latin typeface="BIZ UDPゴシック" panose="020B0400000000000000" pitchFamily="50" charset="-128"/>
                <a:ea typeface="BIZ UDPゴシック" panose="020B0400000000000000" pitchFamily="50" charset="-128"/>
              </a:rPr>
              <a:t>別途指定することができます</a:t>
            </a:r>
          </a:p>
        </p:txBody>
      </p:sp>
      <p:sp>
        <p:nvSpPr>
          <p:cNvPr id="5" name="正方形/長方形 4">
            <a:extLst>
              <a:ext uri="{FF2B5EF4-FFF2-40B4-BE49-F238E27FC236}">
                <a16:creationId xmlns:a16="http://schemas.microsoft.com/office/drawing/2014/main" id="{83C0C3C4-C6BC-3D04-C753-83A60A0E80D1}"/>
              </a:ext>
            </a:extLst>
          </p:cNvPr>
          <p:cNvSpPr/>
          <p:nvPr/>
        </p:nvSpPr>
        <p:spPr bwMode="auto">
          <a:xfrm>
            <a:off x="8193680" y="195005"/>
            <a:ext cx="3672408"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algn="ctr" eaLnBrk="1" hangingPunct="1"/>
            <a:r>
              <a:rPr lang="fr-FR" altLang="ja-JP" sz="1400">
                <a:latin typeface="BIZ UDPゴシック" panose="020B0400000000000000" pitchFamily="50" charset="-128"/>
                <a:ea typeface="BIZ UDPゴシック" panose="020B0400000000000000" pitchFamily="50" charset="-128"/>
              </a:rPr>
              <a:t>stylebase_guide.pptx</a:t>
            </a:r>
            <a:endParaRPr kumimoji="1" lang="ja-JP" altLang="en-US" sz="14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1007587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7" name="exportrange">
            <a:extLst>
              <a:ext uri="{FF2B5EF4-FFF2-40B4-BE49-F238E27FC236}">
                <a16:creationId xmlns:a16="http://schemas.microsoft.com/office/drawing/2014/main" id="{2864F0C8-37E0-5875-75FA-A7CE7C3AE15E}"/>
              </a:ext>
            </a:extLst>
          </p:cNvPr>
          <p:cNvSpPr/>
          <p:nvPr/>
        </p:nvSpPr>
        <p:spPr bwMode="auto">
          <a:xfrm>
            <a:off x="623392" y="2559388"/>
            <a:ext cx="10957984" cy="2444339"/>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lang="ja-JP" altLang="en-US"/>
              <a:t>なぜ</a:t>
            </a:r>
            <a:r>
              <a:rPr lang="en-US" altLang="ja-JP"/>
              <a:t>stylebase</a:t>
            </a:r>
            <a:r>
              <a:rPr lang="ja-JP" altLang="en-US"/>
              <a:t>を別途指定すべき？</a:t>
            </a:r>
            <a:endParaRPr kumimoji="1" lang="ja-JP" altLang="en-US"/>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4" name="正方形/長方形 3">
            <a:extLst>
              <a:ext uri="{FF2B5EF4-FFF2-40B4-BE49-F238E27FC236}">
                <a16:creationId xmlns:a16="http://schemas.microsoft.com/office/drawing/2014/main" id="{8B4D3DC3-523E-645B-19BF-DB9E898E8038}"/>
              </a:ext>
            </a:extLst>
          </p:cNvPr>
          <p:cNvSpPr/>
          <p:nvPr/>
        </p:nvSpPr>
        <p:spPr bwMode="auto">
          <a:xfrm>
            <a:off x="1127448" y="3260423"/>
            <a:ext cx="1844833" cy="1260140"/>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1" name="テキスト ボックス 10">
            <a:extLst>
              <a:ext uri="{FF2B5EF4-FFF2-40B4-BE49-F238E27FC236}">
                <a16:creationId xmlns:a16="http://schemas.microsoft.com/office/drawing/2014/main" id="{CA0CF410-0C49-01AD-ADAA-344E723EF0A1}"/>
              </a:ext>
            </a:extLst>
          </p:cNvPr>
          <p:cNvSpPr txBox="1"/>
          <p:nvPr/>
        </p:nvSpPr>
        <p:spPr bwMode="auto">
          <a:xfrm>
            <a:off x="1859811" y="2718657"/>
            <a:ext cx="121185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800" kern="0">
                <a:latin typeface="BIZ UDPゴシック" panose="020B0400000000000000" pitchFamily="50" charset="-128"/>
                <a:ea typeface="BIZ UDPゴシック" panose="020B0400000000000000" pitchFamily="50" charset="-128"/>
              </a:rPr>
              <a:t>A.pptx</a:t>
            </a:r>
            <a:endParaRPr kumimoji="1" lang="ja-JP" altLang="en-US" sz="1800" kern="0">
              <a:latin typeface="BIZ UDPゴシック" panose="020B0400000000000000" pitchFamily="50" charset="-128"/>
              <a:ea typeface="BIZ UDPゴシック" panose="020B0400000000000000" pitchFamily="50" charset="-128"/>
            </a:endParaRPr>
          </a:p>
        </p:txBody>
      </p:sp>
      <p:pic>
        <p:nvPicPr>
          <p:cNvPr id="12" name="図 11">
            <a:extLst>
              <a:ext uri="{FF2B5EF4-FFF2-40B4-BE49-F238E27FC236}">
                <a16:creationId xmlns:a16="http://schemas.microsoft.com/office/drawing/2014/main" id="{784A8307-1ADD-52FA-7E15-F3A1640C7C0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14387" y="2650232"/>
            <a:ext cx="523272" cy="501559"/>
          </a:xfrm>
          <a:prstGeom prst="rect">
            <a:avLst/>
          </a:prstGeom>
        </p:spPr>
      </p:pic>
      <p:sp>
        <p:nvSpPr>
          <p:cNvPr id="13" name="正方形/長方形 12">
            <a:extLst>
              <a:ext uri="{FF2B5EF4-FFF2-40B4-BE49-F238E27FC236}">
                <a16:creationId xmlns:a16="http://schemas.microsoft.com/office/drawing/2014/main" id="{077CC570-68C8-5BC2-235B-EC202CCC14E3}"/>
              </a:ext>
            </a:extLst>
          </p:cNvPr>
          <p:cNvSpPr/>
          <p:nvPr/>
        </p:nvSpPr>
        <p:spPr bwMode="auto">
          <a:xfrm>
            <a:off x="1321215" y="3964690"/>
            <a:ext cx="1475474" cy="386143"/>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コンテンツＡ</a:t>
            </a: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4" name="正方形/長方形 13">
            <a:extLst>
              <a:ext uri="{FF2B5EF4-FFF2-40B4-BE49-F238E27FC236}">
                <a16:creationId xmlns:a16="http://schemas.microsoft.com/office/drawing/2014/main" id="{B9A68271-9F2C-9F12-A23D-CCBCACFBD8C3}"/>
              </a:ext>
            </a:extLst>
          </p:cNvPr>
          <p:cNvSpPr/>
          <p:nvPr/>
        </p:nvSpPr>
        <p:spPr bwMode="auto">
          <a:xfrm>
            <a:off x="1321215" y="3440443"/>
            <a:ext cx="1475474" cy="386143"/>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スタイルＡ</a:t>
            </a: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5" name="正方形/長方形 14">
            <a:extLst>
              <a:ext uri="{FF2B5EF4-FFF2-40B4-BE49-F238E27FC236}">
                <a16:creationId xmlns:a16="http://schemas.microsoft.com/office/drawing/2014/main" id="{A6A80364-612F-7B18-0A38-37CB2AF9E7A8}"/>
              </a:ext>
            </a:extLst>
          </p:cNvPr>
          <p:cNvSpPr/>
          <p:nvPr/>
        </p:nvSpPr>
        <p:spPr bwMode="auto">
          <a:xfrm>
            <a:off x="3359696" y="3260423"/>
            <a:ext cx="1844833" cy="1260140"/>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6" name="テキスト ボックス 15">
            <a:extLst>
              <a:ext uri="{FF2B5EF4-FFF2-40B4-BE49-F238E27FC236}">
                <a16:creationId xmlns:a16="http://schemas.microsoft.com/office/drawing/2014/main" id="{C2867C7E-5734-EE1F-3912-8D4CCB2F29B1}"/>
              </a:ext>
            </a:extLst>
          </p:cNvPr>
          <p:cNvSpPr txBox="1"/>
          <p:nvPr/>
        </p:nvSpPr>
        <p:spPr bwMode="auto">
          <a:xfrm>
            <a:off x="4092059" y="2718657"/>
            <a:ext cx="121185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800" kern="0">
                <a:latin typeface="BIZ UDPゴシック" panose="020B0400000000000000" pitchFamily="50" charset="-128"/>
                <a:ea typeface="BIZ UDPゴシック" panose="020B0400000000000000" pitchFamily="50" charset="-128"/>
              </a:rPr>
              <a:t>B.pptx</a:t>
            </a:r>
            <a:endParaRPr kumimoji="1" lang="ja-JP" altLang="en-US" sz="1800" kern="0">
              <a:latin typeface="BIZ UDPゴシック" panose="020B0400000000000000" pitchFamily="50" charset="-128"/>
              <a:ea typeface="BIZ UDPゴシック" panose="020B0400000000000000" pitchFamily="50" charset="-128"/>
            </a:endParaRPr>
          </a:p>
        </p:txBody>
      </p:sp>
      <p:pic>
        <p:nvPicPr>
          <p:cNvPr id="17" name="図 16">
            <a:extLst>
              <a:ext uri="{FF2B5EF4-FFF2-40B4-BE49-F238E27FC236}">
                <a16:creationId xmlns:a16="http://schemas.microsoft.com/office/drawing/2014/main" id="{C7D2A03D-7A7E-9B4A-6D0C-DF07623E68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46635" y="2650232"/>
            <a:ext cx="523272" cy="501559"/>
          </a:xfrm>
          <a:prstGeom prst="rect">
            <a:avLst/>
          </a:prstGeom>
        </p:spPr>
      </p:pic>
      <p:sp>
        <p:nvSpPr>
          <p:cNvPr id="18" name="正方形/長方形 17">
            <a:extLst>
              <a:ext uri="{FF2B5EF4-FFF2-40B4-BE49-F238E27FC236}">
                <a16:creationId xmlns:a16="http://schemas.microsoft.com/office/drawing/2014/main" id="{CF14F2C7-EFB7-EE76-A4EE-5AF8F0FDBB7E}"/>
              </a:ext>
            </a:extLst>
          </p:cNvPr>
          <p:cNvSpPr/>
          <p:nvPr/>
        </p:nvSpPr>
        <p:spPr bwMode="auto">
          <a:xfrm>
            <a:off x="3553463" y="3964690"/>
            <a:ext cx="1475474" cy="386143"/>
          </a:xfrm>
          <a:prstGeom prst="rect">
            <a:avLst/>
          </a:prstGeom>
          <a:solidFill>
            <a:srgbClr val="66FFFF"/>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コンテンツ</a:t>
            </a:r>
            <a:r>
              <a:rPr kumimoji="1" lang="en-US" altLang="ja-JP"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B</a:t>
            </a: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9" name="正方形/長方形 18">
            <a:extLst>
              <a:ext uri="{FF2B5EF4-FFF2-40B4-BE49-F238E27FC236}">
                <a16:creationId xmlns:a16="http://schemas.microsoft.com/office/drawing/2014/main" id="{BADBB6E5-A53C-39BF-EDBD-B19580FB0552}"/>
              </a:ext>
            </a:extLst>
          </p:cNvPr>
          <p:cNvSpPr/>
          <p:nvPr/>
        </p:nvSpPr>
        <p:spPr bwMode="auto">
          <a:xfrm>
            <a:off x="3553463" y="3440443"/>
            <a:ext cx="1475474" cy="386143"/>
          </a:xfrm>
          <a:prstGeom prst="rect">
            <a:avLst/>
          </a:prstGeom>
          <a:solidFill>
            <a:srgbClr val="66FFFF"/>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スタイル</a:t>
            </a:r>
            <a:r>
              <a:rPr kumimoji="1" lang="en-US" altLang="ja-JP"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B</a:t>
            </a: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cxnSp>
        <p:nvCxnSpPr>
          <p:cNvPr id="21" name="直線矢印コネクタ 20">
            <a:extLst>
              <a:ext uri="{FF2B5EF4-FFF2-40B4-BE49-F238E27FC236}">
                <a16:creationId xmlns:a16="http://schemas.microsoft.com/office/drawing/2014/main" id="{91C44322-EE98-41CA-63E9-B18F17C16F42}"/>
              </a:ext>
            </a:extLst>
          </p:cNvPr>
          <p:cNvCxnSpPr/>
          <p:nvPr/>
        </p:nvCxnSpPr>
        <p:spPr bwMode="auto">
          <a:xfrm>
            <a:off x="5736233" y="3963456"/>
            <a:ext cx="1656184" cy="0"/>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22" name="正方形/長方形 21">
            <a:extLst>
              <a:ext uri="{FF2B5EF4-FFF2-40B4-BE49-F238E27FC236}">
                <a16:creationId xmlns:a16="http://schemas.microsoft.com/office/drawing/2014/main" id="{B293ADC9-89FB-72F5-64BD-977ECD0FFD51}"/>
              </a:ext>
            </a:extLst>
          </p:cNvPr>
          <p:cNvSpPr/>
          <p:nvPr/>
        </p:nvSpPr>
        <p:spPr bwMode="auto">
          <a:xfrm>
            <a:off x="7824192" y="3260422"/>
            <a:ext cx="1844833" cy="1567128"/>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3" name="テキスト ボックス 22">
            <a:extLst>
              <a:ext uri="{FF2B5EF4-FFF2-40B4-BE49-F238E27FC236}">
                <a16:creationId xmlns:a16="http://schemas.microsoft.com/office/drawing/2014/main" id="{F8F002AA-25C1-1EB2-DF7A-449A9589DB4B}"/>
              </a:ext>
            </a:extLst>
          </p:cNvPr>
          <p:cNvSpPr txBox="1"/>
          <p:nvPr/>
        </p:nvSpPr>
        <p:spPr bwMode="auto">
          <a:xfrm>
            <a:off x="8073224" y="2718657"/>
            <a:ext cx="200394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800" kern="0">
                <a:latin typeface="BIZ UDPゴシック" panose="020B0400000000000000" pitchFamily="50" charset="-128"/>
                <a:ea typeface="BIZ UDPゴシック" panose="020B0400000000000000" pitchFamily="50" charset="-128"/>
              </a:rPr>
              <a:t>merged.pptx</a:t>
            </a:r>
            <a:endParaRPr kumimoji="1" lang="ja-JP" altLang="en-US" sz="1800" kern="0">
              <a:latin typeface="BIZ UDPゴシック" panose="020B0400000000000000" pitchFamily="50" charset="-128"/>
              <a:ea typeface="BIZ UDPゴシック" panose="020B0400000000000000" pitchFamily="50" charset="-128"/>
            </a:endParaRPr>
          </a:p>
        </p:txBody>
      </p:sp>
      <p:pic>
        <p:nvPicPr>
          <p:cNvPr id="24" name="図 23">
            <a:extLst>
              <a:ext uri="{FF2B5EF4-FFF2-40B4-BE49-F238E27FC236}">
                <a16:creationId xmlns:a16="http://schemas.microsoft.com/office/drawing/2014/main" id="{2A3E70DC-1194-F4C8-B452-C996622ABB4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27800" y="2650232"/>
            <a:ext cx="523272" cy="501559"/>
          </a:xfrm>
          <a:prstGeom prst="rect">
            <a:avLst/>
          </a:prstGeom>
        </p:spPr>
      </p:pic>
      <p:sp>
        <p:nvSpPr>
          <p:cNvPr id="25" name="正方形/長方形 24">
            <a:extLst>
              <a:ext uri="{FF2B5EF4-FFF2-40B4-BE49-F238E27FC236}">
                <a16:creationId xmlns:a16="http://schemas.microsoft.com/office/drawing/2014/main" id="{6A54C80E-EE3F-71F5-6B4B-D8C53137B289}"/>
              </a:ext>
            </a:extLst>
          </p:cNvPr>
          <p:cNvSpPr/>
          <p:nvPr/>
        </p:nvSpPr>
        <p:spPr bwMode="auto">
          <a:xfrm>
            <a:off x="8017959" y="3964690"/>
            <a:ext cx="1475474" cy="386143"/>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コンテンツ</a:t>
            </a:r>
            <a:r>
              <a:rPr kumimoji="1" lang="en-US" altLang="ja-JP"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A</a:t>
            </a: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6" name="正方形/長方形 25">
            <a:extLst>
              <a:ext uri="{FF2B5EF4-FFF2-40B4-BE49-F238E27FC236}">
                <a16:creationId xmlns:a16="http://schemas.microsoft.com/office/drawing/2014/main" id="{8F63A0AE-CC92-9792-EA10-21011A83B477}"/>
              </a:ext>
            </a:extLst>
          </p:cNvPr>
          <p:cNvSpPr/>
          <p:nvPr/>
        </p:nvSpPr>
        <p:spPr bwMode="auto">
          <a:xfrm>
            <a:off x="8017959" y="3440443"/>
            <a:ext cx="1475474" cy="386143"/>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スタイル</a:t>
            </a:r>
            <a:r>
              <a:rPr kumimoji="1" lang="en-US" altLang="ja-JP"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A</a:t>
            </a: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7" name="正方形/長方形 26">
            <a:extLst>
              <a:ext uri="{FF2B5EF4-FFF2-40B4-BE49-F238E27FC236}">
                <a16:creationId xmlns:a16="http://schemas.microsoft.com/office/drawing/2014/main" id="{AED29F5B-948D-D497-C7D9-61B610BA07D7}"/>
              </a:ext>
            </a:extLst>
          </p:cNvPr>
          <p:cNvSpPr/>
          <p:nvPr/>
        </p:nvSpPr>
        <p:spPr bwMode="auto">
          <a:xfrm>
            <a:off x="8017959" y="4360072"/>
            <a:ext cx="1475474" cy="386143"/>
          </a:xfrm>
          <a:prstGeom prst="rect">
            <a:avLst/>
          </a:prstGeom>
          <a:solidFill>
            <a:srgbClr val="66FFFF"/>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コンテンツ</a:t>
            </a:r>
            <a:r>
              <a:rPr kumimoji="1" lang="en-US" altLang="ja-JP"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B</a:t>
            </a: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8" name="テキスト ボックス 27">
            <a:extLst>
              <a:ext uri="{FF2B5EF4-FFF2-40B4-BE49-F238E27FC236}">
                <a16:creationId xmlns:a16="http://schemas.microsoft.com/office/drawing/2014/main" id="{73689CAB-4087-9F99-7B18-3F97EDB1A2AC}"/>
              </a:ext>
            </a:extLst>
          </p:cNvPr>
          <p:cNvSpPr txBox="1"/>
          <p:nvPr/>
        </p:nvSpPr>
        <p:spPr bwMode="auto">
          <a:xfrm>
            <a:off x="739026" y="1007124"/>
            <a:ext cx="1054155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ja-JP" altLang="en-US" kern="0">
                <a:latin typeface="BIZ UDPゴシック" panose="020B0400000000000000" pitchFamily="50" charset="-128"/>
                <a:ea typeface="BIZ UDPゴシック" panose="020B0400000000000000" pitchFamily="50" charset="-128"/>
              </a:rPr>
              <a:t>一般に、</a:t>
            </a:r>
            <a:r>
              <a:rPr kumimoji="1" lang="en-US" altLang="ja-JP" kern="0">
                <a:latin typeface="BIZ UDPゴシック" panose="020B0400000000000000" pitchFamily="50" charset="-128"/>
                <a:ea typeface="BIZ UDPゴシック" panose="020B0400000000000000" pitchFamily="50" charset="-128"/>
              </a:rPr>
              <a:t>pptx</a:t>
            </a:r>
            <a:r>
              <a:rPr kumimoji="1" lang="ja-JP" altLang="en-US" kern="0">
                <a:latin typeface="BIZ UDPゴシック" panose="020B0400000000000000" pitchFamily="50" charset="-128"/>
                <a:ea typeface="BIZ UDPゴシック" panose="020B0400000000000000" pitchFamily="50" charset="-128"/>
              </a:rPr>
              <a:t>ファイルにはスタイル情報とコンテンツが含まれており、複数のファイルの</a:t>
            </a:r>
            <a:endParaRPr kumimoji="1" lang="en-US" altLang="ja-JP" kern="0">
              <a:latin typeface="BIZ UDPゴシック" panose="020B0400000000000000" pitchFamily="50" charset="-128"/>
              <a:ea typeface="BIZ UDPゴシック" panose="020B0400000000000000" pitchFamily="50" charset="-128"/>
            </a:endParaRPr>
          </a:p>
          <a:p>
            <a:r>
              <a:rPr kumimoji="1" lang="ja-JP" altLang="en-US" kern="0">
                <a:latin typeface="BIZ UDPゴシック" panose="020B0400000000000000" pitchFamily="50" charset="-128"/>
                <a:ea typeface="BIZ UDPゴシック" panose="020B0400000000000000" pitchFamily="50" charset="-128"/>
              </a:rPr>
              <a:t>マージ処理</a:t>
            </a:r>
            <a:r>
              <a:rPr kumimoji="1" lang="en-US" altLang="ja-JP" kern="0">
                <a:latin typeface="BIZ UDPゴシック" panose="020B0400000000000000" pitchFamily="50" charset="-128"/>
                <a:ea typeface="BIZ UDPゴシック" panose="020B0400000000000000" pitchFamily="50" charset="-128"/>
              </a:rPr>
              <a:t>(pptmerge)</a:t>
            </a:r>
            <a:r>
              <a:rPr kumimoji="1" lang="ja-JP" altLang="en-US" kern="0">
                <a:latin typeface="BIZ UDPゴシック" panose="020B0400000000000000" pitchFamily="50" charset="-128"/>
                <a:ea typeface="BIZ UDPゴシック" panose="020B0400000000000000" pitchFamily="50" charset="-128"/>
              </a:rPr>
              <a:t>では　「</a:t>
            </a:r>
            <a:r>
              <a:rPr lang="ja-JP" altLang="en-US" kern="0">
                <a:latin typeface="BIZ UDPゴシック" panose="020B0400000000000000" pitchFamily="50" charset="-128"/>
                <a:ea typeface="BIZ UDPゴシック" panose="020B0400000000000000" pitchFamily="50" charset="-128"/>
              </a:rPr>
              <a:t>コンテンツ」 を結合します。</a:t>
            </a:r>
            <a:endParaRPr lang="en-US" altLang="ja-JP" kern="0">
              <a:latin typeface="BIZ UDPゴシック" panose="020B0400000000000000" pitchFamily="50" charset="-128"/>
              <a:ea typeface="BIZ UDPゴシック" panose="020B0400000000000000" pitchFamily="50" charset="-128"/>
            </a:endParaRPr>
          </a:p>
          <a:p>
            <a:endParaRPr kumimoji="1" lang="en-US" altLang="ja-JP" kern="0">
              <a:latin typeface="BIZ UDPゴシック" panose="020B0400000000000000" pitchFamily="50" charset="-128"/>
              <a:ea typeface="BIZ UDPゴシック" panose="020B0400000000000000" pitchFamily="50" charset="-128"/>
            </a:endParaRPr>
          </a:p>
          <a:p>
            <a:r>
              <a:rPr kumimoji="1" lang="ja-JP" altLang="en-US" kern="0">
                <a:solidFill>
                  <a:srgbClr val="FF0000"/>
                </a:solidFill>
                <a:latin typeface="BIZ UDPゴシック" panose="020B0400000000000000" pitchFamily="50" charset="-128"/>
                <a:ea typeface="BIZ UDPゴシック" panose="020B0400000000000000" pitchFamily="50" charset="-128"/>
              </a:rPr>
              <a:t>スタイル情報は最初のファイルのものだけ</a:t>
            </a:r>
            <a:r>
              <a:rPr lang="ja-JP" altLang="en-US" kern="0">
                <a:latin typeface="BIZ UDPゴシック" panose="020B0400000000000000" pitchFamily="50" charset="-128"/>
                <a:ea typeface="BIZ UDPゴシック" panose="020B0400000000000000" pitchFamily="50" charset="-128"/>
              </a:rPr>
              <a:t>が使われます。</a:t>
            </a:r>
            <a:endParaRPr kumimoji="1" lang="ja-JP" altLang="en-US" kern="0">
              <a:latin typeface="BIZ UDPゴシック" panose="020B0400000000000000" pitchFamily="50" charset="-128"/>
              <a:ea typeface="BIZ UDPゴシック" panose="020B0400000000000000" pitchFamily="50" charset="-128"/>
            </a:endParaRPr>
          </a:p>
        </p:txBody>
      </p:sp>
      <p:sp>
        <p:nvSpPr>
          <p:cNvPr id="29" name="テキスト ボックス 28">
            <a:extLst>
              <a:ext uri="{FF2B5EF4-FFF2-40B4-BE49-F238E27FC236}">
                <a16:creationId xmlns:a16="http://schemas.microsoft.com/office/drawing/2014/main" id="{152A511B-6B57-04D5-E490-047B462942C3}"/>
              </a:ext>
            </a:extLst>
          </p:cNvPr>
          <p:cNvSpPr txBox="1"/>
          <p:nvPr/>
        </p:nvSpPr>
        <p:spPr bwMode="auto">
          <a:xfrm>
            <a:off x="5851176" y="3476746"/>
            <a:ext cx="16129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800" kern="0">
                <a:latin typeface="BIZ UDPゴシック" panose="020B0400000000000000" pitchFamily="50" charset="-128"/>
                <a:ea typeface="BIZ UDPゴシック" panose="020B0400000000000000" pitchFamily="50" charset="-128"/>
              </a:rPr>
              <a:t>pptmerge</a:t>
            </a:r>
            <a:endParaRPr kumimoji="1" lang="ja-JP" altLang="en-US" sz="1800" kern="0">
              <a:latin typeface="BIZ UDPゴシック" panose="020B0400000000000000" pitchFamily="50" charset="-128"/>
              <a:ea typeface="BIZ UDPゴシック" panose="020B0400000000000000" pitchFamily="50" charset="-128"/>
            </a:endParaRPr>
          </a:p>
        </p:txBody>
      </p:sp>
      <p:sp>
        <p:nvSpPr>
          <p:cNvPr id="30" name="テキスト ボックス 29">
            <a:extLst>
              <a:ext uri="{FF2B5EF4-FFF2-40B4-BE49-F238E27FC236}">
                <a16:creationId xmlns:a16="http://schemas.microsoft.com/office/drawing/2014/main" id="{A0192C7A-4D11-9A6E-34A5-BAAF507D18AC}"/>
              </a:ext>
            </a:extLst>
          </p:cNvPr>
          <p:cNvSpPr txBox="1"/>
          <p:nvPr/>
        </p:nvSpPr>
        <p:spPr bwMode="auto">
          <a:xfrm>
            <a:off x="9980225" y="3284984"/>
            <a:ext cx="161297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スタイル</a:t>
            </a:r>
            <a:r>
              <a:rPr kumimoji="1" lang="en-US" altLang="ja-JP" sz="1800" kern="0">
                <a:latin typeface="BIZ UDPゴシック" panose="020B0400000000000000" pitchFamily="50" charset="-128"/>
                <a:ea typeface="BIZ UDPゴシック" panose="020B0400000000000000" pitchFamily="50" charset="-128"/>
              </a:rPr>
              <a:t>B</a:t>
            </a:r>
            <a:r>
              <a:rPr kumimoji="1" lang="ja-JP" altLang="en-US" sz="1800" kern="0">
                <a:latin typeface="BIZ UDPゴシック" panose="020B0400000000000000" pitchFamily="50" charset="-128"/>
                <a:ea typeface="BIZ UDPゴシック" panose="020B0400000000000000" pitchFamily="50" charset="-128"/>
              </a:rPr>
              <a:t>は</a:t>
            </a:r>
            <a:endParaRPr kumimoji="1" lang="en-US" altLang="ja-JP" sz="1800" kern="0">
              <a:latin typeface="BIZ UDPゴシック" panose="020B0400000000000000" pitchFamily="50" charset="-128"/>
              <a:ea typeface="BIZ UDPゴシック" panose="020B0400000000000000" pitchFamily="50" charset="-128"/>
            </a:endParaRPr>
          </a:p>
          <a:p>
            <a:pPr algn="l"/>
            <a:r>
              <a:rPr kumimoji="1" lang="ja-JP" altLang="en-US" sz="1800" kern="0">
                <a:latin typeface="BIZ UDPゴシック" panose="020B0400000000000000" pitchFamily="50" charset="-128"/>
                <a:ea typeface="BIZ UDPゴシック" panose="020B0400000000000000" pitchFamily="50" charset="-128"/>
              </a:rPr>
              <a:t>残らない</a:t>
            </a:r>
          </a:p>
        </p:txBody>
      </p:sp>
      <p:cxnSp>
        <p:nvCxnSpPr>
          <p:cNvPr id="31" name="直線矢印コネクタ 30">
            <a:extLst>
              <a:ext uri="{FF2B5EF4-FFF2-40B4-BE49-F238E27FC236}">
                <a16:creationId xmlns:a16="http://schemas.microsoft.com/office/drawing/2014/main" id="{D3933333-F79D-BD7F-9DB3-7894542AE5C6}"/>
              </a:ext>
            </a:extLst>
          </p:cNvPr>
          <p:cNvCxnSpPr>
            <a:cxnSpLocks/>
            <a:stCxn id="30" idx="1"/>
            <a:endCxn id="26" idx="3"/>
          </p:cNvCxnSpPr>
          <p:nvPr/>
        </p:nvCxnSpPr>
        <p:spPr bwMode="auto">
          <a:xfrm flipH="1">
            <a:off x="9493433" y="3608150"/>
            <a:ext cx="486792" cy="25365"/>
          </a:xfrm>
          <a:prstGeom prst="straightConnector1">
            <a:avLst/>
          </a:prstGeom>
          <a:solidFill>
            <a:srgbClr val="CCFFFF"/>
          </a:solidFill>
          <a:ln w="28575" cap="flat" cmpd="sng" algn="ctr">
            <a:solidFill>
              <a:schemeClr val="accent2"/>
            </a:solidFill>
            <a:prstDash val="solid"/>
            <a:round/>
            <a:headEnd type="none" w="med" len="med"/>
            <a:tailEnd type="triangle"/>
          </a:ln>
          <a:effectLst/>
        </p:spPr>
      </p:cxnSp>
      <p:sp>
        <p:nvSpPr>
          <p:cNvPr id="34" name="テキスト ボックス 33">
            <a:extLst>
              <a:ext uri="{FF2B5EF4-FFF2-40B4-BE49-F238E27FC236}">
                <a16:creationId xmlns:a16="http://schemas.microsoft.com/office/drawing/2014/main" id="{0F7FFB5B-A715-B6C1-EACE-D55A67B61655}"/>
              </a:ext>
            </a:extLst>
          </p:cNvPr>
          <p:cNvSpPr txBox="1"/>
          <p:nvPr/>
        </p:nvSpPr>
        <p:spPr bwMode="auto">
          <a:xfrm>
            <a:off x="739026" y="5056376"/>
            <a:ext cx="1054155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ja-JP" altLang="en-US" kern="0">
                <a:latin typeface="BIZ UDPゴシック" panose="020B0400000000000000" pitchFamily="50" charset="-128"/>
                <a:ea typeface="BIZ UDPゴシック" panose="020B0400000000000000" pitchFamily="50" charset="-128"/>
              </a:rPr>
              <a:t>しかし、コンテンツファイルは一般に頻繁に更新されるものです。</a:t>
            </a:r>
            <a:endParaRPr kumimoji="1" lang="en-US" altLang="ja-JP" kern="0">
              <a:latin typeface="BIZ UDPゴシック" panose="020B0400000000000000" pitchFamily="50" charset="-128"/>
              <a:ea typeface="BIZ UDPゴシック" panose="020B0400000000000000" pitchFamily="50" charset="-128"/>
            </a:endParaRPr>
          </a:p>
          <a:p>
            <a:r>
              <a:rPr kumimoji="1" lang="ja-JP" altLang="en-US" kern="0">
                <a:latin typeface="BIZ UDPゴシック" panose="020B0400000000000000" pitchFamily="50" charset="-128"/>
                <a:ea typeface="BIZ UDPゴシック" panose="020B0400000000000000" pitchFamily="50" charset="-128"/>
              </a:rPr>
              <a:t>コンテンツとスタイルを混在させていると　「うっかり、スタイルまで更新してしまう」　事態が起きます。　スタイルが合わないとレイアウト崩れ、配色崩れなどが起きるため、スタイル情報はコンテンツとは別に管理することが望ましいのです。</a:t>
            </a:r>
          </a:p>
        </p:txBody>
      </p:sp>
      <p:sp>
        <p:nvSpPr>
          <p:cNvPr id="5" name="正方形/長方形 4">
            <a:extLst>
              <a:ext uri="{FF2B5EF4-FFF2-40B4-BE49-F238E27FC236}">
                <a16:creationId xmlns:a16="http://schemas.microsoft.com/office/drawing/2014/main" id="{C68DE26D-7789-1C09-816F-86B70806C6F3}"/>
              </a:ext>
            </a:extLst>
          </p:cNvPr>
          <p:cNvSpPr/>
          <p:nvPr/>
        </p:nvSpPr>
        <p:spPr bwMode="auto">
          <a:xfrm>
            <a:off x="9624392" y="195005"/>
            <a:ext cx="2241696"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algn="ctr" eaLnBrk="1" hangingPunct="1"/>
            <a:r>
              <a:rPr lang="fr-FR" altLang="ja-JP" sz="1100">
                <a:latin typeface="BIZ UDPゴシック" panose="020B0400000000000000" pitchFamily="50" charset="-128"/>
                <a:ea typeface="BIZ UDPゴシック" panose="020B0400000000000000" pitchFamily="50" charset="-128"/>
              </a:rPr>
              <a:t>stylebase_guide.pptx</a:t>
            </a:r>
            <a:endParaRPr kumimoji="1" lang="ja-JP" altLang="en-US" sz="11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620094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6" name="exportrange">
            <a:extLst>
              <a:ext uri="{FF2B5EF4-FFF2-40B4-BE49-F238E27FC236}">
                <a16:creationId xmlns:a16="http://schemas.microsoft.com/office/drawing/2014/main" id="{0639CB12-C7B6-E971-D87F-7A778DB65745}"/>
              </a:ext>
            </a:extLst>
          </p:cNvPr>
          <p:cNvSpPr/>
          <p:nvPr/>
        </p:nvSpPr>
        <p:spPr bwMode="auto">
          <a:xfrm>
            <a:off x="623392" y="2292803"/>
            <a:ext cx="11089232" cy="4279487"/>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lang="en-US" altLang="ja-JP"/>
              <a:t>stylebase</a:t>
            </a:r>
            <a:r>
              <a:rPr lang="ja-JP" altLang="en-US"/>
              <a:t>を別途指定するしくみ</a:t>
            </a:r>
            <a:endParaRPr kumimoji="1" lang="ja-JP" altLang="en-US"/>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4" name="正方形/長方形 3">
            <a:extLst>
              <a:ext uri="{FF2B5EF4-FFF2-40B4-BE49-F238E27FC236}">
                <a16:creationId xmlns:a16="http://schemas.microsoft.com/office/drawing/2014/main" id="{8B4D3DC3-523E-645B-19BF-DB9E898E8038}"/>
              </a:ext>
            </a:extLst>
          </p:cNvPr>
          <p:cNvSpPr/>
          <p:nvPr/>
        </p:nvSpPr>
        <p:spPr bwMode="auto">
          <a:xfrm>
            <a:off x="3406198" y="2988322"/>
            <a:ext cx="1844833" cy="1260140"/>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1" name="テキスト ボックス 10">
            <a:extLst>
              <a:ext uri="{FF2B5EF4-FFF2-40B4-BE49-F238E27FC236}">
                <a16:creationId xmlns:a16="http://schemas.microsoft.com/office/drawing/2014/main" id="{CA0CF410-0C49-01AD-ADAA-344E723EF0A1}"/>
              </a:ext>
            </a:extLst>
          </p:cNvPr>
          <p:cNvSpPr txBox="1"/>
          <p:nvPr/>
        </p:nvSpPr>
        <p:spPr bwMode="auto">
          <a:xfrm>
            <a:off x="4138561" y="2446556"/>
            <a:ext cx="121185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800" kern="0">
                <a:latin typeface="BIZ UDPゴシック" panose="020B0400000000000000" pitchFamily="50" charset="-128"/>
                <a:ea typeface="BIZ UDPゴシック" panose="020B0400000000000000" pitchFamily="50" charset="-128"/>
              </a:rPr>
              <a:t>A.pptx</a:t>
            </a:r>
            <a:endParaRPr kumimoji="1" lang="ja-JP" altLang="en-US" sz="1800" kern="0">
              <a:latin typeface="BIZ UDPゴシック" panose="020B0400000000000000" pitchFamily="50" charset="-128"/>
              <a:ea typeface="BIZ UDPゴシック" panose="020B0400000000000000" pitchFamily="50" charset="-128"/>
            </a:endParaRPr>
          </a:p>
        </p:txBody>
      </p:sp>
      <p:pic>
        <p:nvPicPr>
          <p:cNvPr id="12" name="図 11">
            <a:extLst>
              <a:ext uri="{FF2B5EF4-FFF2-40B4-BE49-F238E27FC236}">
                <a16:creationId xmlns:a16="http://schemas.microsoft.com/office/drawing/2014/main" id="{784A8307-1ADD-52FA-7E15-F3A1640C7C0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93137" y="2378131"/>
            <a:ext cx="523272" cy="501559"/>
          </a:xfrm>
          <a:prstGeom prst="rect">
            <a:avLst/>
          </a:prstGeom>
        </p:spPr>
      </p:pic>
      <p:sp>
        <p:nvSpPr>
          <p:cNvPr id="13" name="正方形/長方形 12">
            <a:extLst>
              <a:ext uri="{FF2B5EF4-FFF2-40B4-BE49-F238E27FC236}">
                <a16:creationId xmlns:a16="http://schemas.microsoft.com/office/drawing/2014/main" id="{077CC570-68C8-5BC2-235B-EC202CCC14E3}"/>
              </a:ext>
            </a:extLst>
          </p:cNvPr>
          <p:cNvSpPr/>
          <p:nvPr/>
        </p:nvSpPr>
        <p:spPr bwMode="auto">
          <a:xfrm>
            <a:off x="3599965" y="3692589"/>
            <a:ext cx="1475474" cy="386143"/>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コンテンツＡ</a:t>
            </a: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4" name="正方形/長方形 13">
            <a:extLst>
              <a:ext uri="{FF2B5EF4-FFF2-40B4-BE49-F238E27FC236}">
                <a16:creationId xmlns:a16="http://schemas.microsoft.com/office/drawing/2014/main" id="{B9A68271-9F2C-9F12-A23D-CCBCACFBD8C3}"/>
              </a:ext>
            </a:extLst>
          </p:cNvPr>
          <p:cNvSpPr/>
          <p:nvPr/>
        </p:nvSpPr>
        <p:spPr bwMode="auto">
          <a:xfrm>
            <a:off x="3599965" y="3168342"/>
            <a:ext cx="1475474" cy="386143"/>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スタイルＡ</a:t>
            </a: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5" name="正方形/長方形 14">
            <a:extLst>
              <a:ext uri="{FF2B5EF4-FFF2-40B4-BE49-F238E27FC236}">
                <a16:creationId xmlns:a16="http://schemas.microsoft.com/office/drawing/2014/main" id="{A6A80364-612F-7B18-0A38-37CB2AF9E7A8}"/>
              </a:ext>
            </a:extLst>
          </p:cNvPr>
          <p:cNvSpPr/>
          <p:nvPr/>
        </p:nvSpPr>
        <p:spPr bwMode="auto">
          <a:xfrm>
            <a:off x="5638446" y="2988322"/>
            <a:ext cx="1844833" cy="1260140"/>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6" name="テキスト ボックス 15">
            <a:extLst>
              <a:ext uri="{FF2B5EF4-FFF2-40B4-BE49-F238E27FC236}">
                <a16:creationId xmlns:a16="http://schemas.microsoft.com/office/drawing/2014/main" id="{C2867C7E-5734-EE1F-3912-8D4CCB2F29B1}"/>
              </a:ext>
            </a:extLst>
          </p:cNvPr>
          <p:cNvSpPr txBox="1"/>
          <p:nvPr/>
        </p:nvSpPr>
        <p:spPr bwMode="auto">
          <a:xfrm>
            <a:off x="6370809" y="2446556"/>
            <a:ext cx="121185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800" kern="0">
                <a:latin typeface="BIZ UDPゴシック" panose="020B0400000000000000" pitchFamily="50" charset="-128"/>
                <a:ea typeface="BIZ UDPゴシック" panose="020B0400000000000000" pitchFamily="50" charset="-128"/>
              </a:rPr>
              <a:t>B.pptx</a:t>
            </a:r>
            <a:endParaRPr kumimoji="1" lang="ja-JP" altLang="en-US" sz="1800" kern="0">
              <a:latin typeface="BIZ UDPゴシック" panose="020B0400000000000000" pitchFamily="50" charset="-128"/>
              <a:ea typeface="BIZ UDPゴシック" panose="020B0400000000000000" pitchFamily="50" charset="-128"/>
            </a:endParaRPr>
          </a:p>
        </p:txBody>
      </p:sp>
      <p:pic>
        <p:nvPicPr>
          <p:cNvPr id="17" name="図 16">
            <a:extLst>
              <a:ext uri="{FF2B5EF4-FFF2-40B4-BE49-F238E27FC236}">
                <a16:creationId xmlns:a16="http://schemas.microsoft.com/office/drawing/2014/main" id="{C7D2A03D-7A7E-9B4A-6D0C-DF07623E68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25385" y="2378131"/>
            <a:ext cx="523272" cy="501559"/>
          </a:xfrm>
          <a:prstGeom prst="rect">
            <a:avLst/>
          </a:prstGeom>
        </p:spPr>
      </p:pic>
      <p:sp>
        <p:nvSpPr>
          <p:cNvPr id="18" name="正方形/長方形 17">
            <a:extLst>
              <a:ext uri="{FF2B5EF4-FFF2-40B4-BE49-F238E27FC236}">
                <a16:creationId xmlns:a16="http://schemas.microsoft.com/office/drawing/2014/main" id="{CF14F2C7-EFB7-EE76-A4EE-5AF8F0FDBB7E}"/>
              </a:ext>
            </a:extLst>
          </p:cNvPr>
          <p:cNvSpPr/>
          <p:nvPr/>
        </p:nvSpPr>
        <p:spPr bwMode="auto">
          <a:xfrm>
            <a:off x="5832213" y="3692589"/>
            <a:ext cx="1475474" cy="386143"/>
          </a:xfrm>
          <a:prstGeom prst="rect">
            <a:avLst/>
          </a:prstGeom>
          <a:solidFill>
            <a:srgbClr val="66FFFF"/>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コンテンツ</a:t>
            </a:r>
            <a:r>
              <a:rPr kumimoji="1" lang="en-US" altLang="ja-JP"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B</a:t>
            </a: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19" name="正方形/長方形 18">
            <a:extLst>
              <a:ext uri="{FF2B5EF4-FFF2-40B4-BE49-F238E27FC236}">
                <a16:creationId xmlns:a16="http://schemas.microsoft.com/office/drawing/2014/main" id="{BADBB6E5-A53C-39BF-EDBD-B19580FB0552}"/>
              </a:ext>
            </a:extLst>
          </p:cNvPr>
          <p:cNvSpPr/>
          <p:nvPr/>
        </p:nvSpPr>
        <p:spPr bwMode="auto">
          <a:xfrm>
            <a:off x="5832213" y="3168342"/>
            <a:ext cx="1475474" cy="386143"/>
          </a:xfrm>
          <a:prstGeom prst="rect">
            <a:avLst/>
          </a:prstGeom>
          <a:solidFill>
            <a:srgbClr val="66FFFF"/>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スタイル</a:t>
            </a:r>
            <a:r>
              <a:rPr kumimoji="1" lang="en-US" altLang="ja-JP"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B</a:t>
            </a: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cxnSp>
        <p:nvCxnSpPr>
          <p:cNvPr id="21" name="直線矢印コネクタ 20">
            <a:extLst>
              <a:ext uri="{FF2B5EF4-FFF2-40B4-BE49-F238E27FC236}">
                <a16:creationId xmlns:a16="http://schemas.microsoft.com/office/drawing/2014/main" id="{91C44322-EE98-41CA-63E9-B18F17C16F42}"/>
              </a:ext>
            </a:extLst>
          </p:cNvPr>
          <p:cNvCxnSpPr/>
          <p:nvPr/>
        </p:nvCxnSpPr>
        <p:spPr bwMode="auto">
          <a:xfrm>
            <a:off x="7630011" y="3691355"/>
            <a:ext cx="1656184" cy="0"/>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22" name="正方形/長方形 21">
            <a:extLst>
              <a:ext uri="{FF2B5EF4-FFF2-40B4-BE49-F238E27FC236}">
                <a16:creationId xmlns:a16="http://schemas.microsoft.com/office/drawing/2014/main" id="{B293ADC9-89FB-72F5-64BD-977ECD0FFD51}"/>
              </a:ext>
            </a:extLst>
          </p:cNvPr>
          <p:cNvSpPr/>
          <p:nvPr/>
        </p:nvSpPr>
        <p:spPr bwMode="auto">
          <a:xfrm>
            <a:off x="9582587" y="2988321"/>
            <a:ext cx="1844833" cy="1567128"/>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3" name="テキスト ボックス 22">
            <a:extLst>
              <a:ext uri="{FF2B5EF4-FFF2-40B4-BE49-F238E27FC236}">
                <a16:creationId xmlns:a16="http://schemas.microsoft.com/office/drawing/2014/main" id="{F8F002AA-25C1-1EB2-DF7A-449A9589DB4B}"/>
              </a:ext>
            </a:extLst>
          </p:cNvPr>
          <p:cNvSpPr txBox="1"/>
          <p:nvPr/>
        </p:nvSpPr>
        <p:spPr bwMode="auto">
          <a:xfrm>
            <a:off x="9831619" y="2446556"/>
            <a:ext cx="200394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800" kern="0">
                <a:latin typeface="BIZ UDPゴシック" panose="020B0400000000000000" pitchFamily="50" charset="-128"/>
                <a:ea typeface="BIZ UDPゴシック" panose="020B0400000000000000" pitchFamily="50" charset="-128"/>
              </a:rPr>
              <a:t>merged.pptx</a:t>
            </a:r>
            <a:endParaRPr kumimoji="1" lang="ja-JP" altLang="en-US" sz="1800" kern="0">
              <a:latin typeface="BIZ UDPゴシック" panose="020B0400000000000000" pitchFamily="50" charset="-128"/>
              <a:ea typeface="BIZ UDPゴシック" panose="020B0400000000000000" pitchFamily="50" charset="-128"/>
            </a:endParaRPr>
          </a:p>
        </p:txBody>
      </p:sp>
      <p:pic>
        <p:nvPicPr>
          <p:cNvPr id="24" name="図 23">
            <a:extLst>
              <a:ext uri="{FF2B5EF4-FFF2-40B4-BE49-F238E27FC236}">
                <a16:creationId xmlns:a16="http://schemas.microsoft.com/office/drawing/2014/main" id="{2A3E70DC-1194-F4C8-B452-C996622ABB4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286195" y="2378131"/>
            <a:ext cx="523272" cy="501559"/>
          </a:xfrm>
          <a:prstGeom prst="rect">
            <a:avLst/>
          </a:prstGeom>
        </p:spPr>
      </p:pic>
      <p:sp>
        <p:nvSpPr>
          <p:cNvPr id="25" name="正方形/長方形 24">
            <a:extLst>
              <a:ext uri="{FF2B5EF4-FFF2-40B4-BE49-F238E27FC236}">
                <a16:creationId xmlns:a16="http://schemas.microsoft.com/office/drawing/2014/main" id="{6A54C80E-EE3F-71F5-6B4B-D8C53137B289}"/>
              </a:ext>
            </a:extLst>
          </p:cNvPr>
          <p:cNvSpPr/>
          <p:nvPr/>
        </p:nvSpPr>
        <p:spPr bwMode="auto">
          <a:xfrm>
            <a:off x="9776354" y="3692589"/>
            <a:ext cx="1475474" cy="386143"/>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コンテンツ</a:t>
            </a:r>
            <a:r>
              <a:rPr kumimoji="1" lang="en-US" altLang="ja-JP"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A</a:t>
            </a: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6" name="正方形/長方形 25">
            <a:extLst>
              <a:ext uri="{FF2B5EF4-FFF2-40B4-BE49-F238E27FC236}">
                <a16:creationId xmlns:a16="http://schemas.microsoft.com/office/drawing/2014/main" id="{8F63A0AE-CC92-9792-EA10-21011A83B477}"/>
              </a:ext>
            </a:extLst>
          </p:cNvPr>
          <p:cNvSpPr/>
          <p:nvPr/>
        </p:nvSpPr>
        <p:spPr bwMode="auto">
          <a:xfrm>
            <a:off x="9776354" y="3168342"/>
            <a:ext cx="1475474" cy="386143"/>
          </a:xfrm>
          <a:prstGeom prst="rect">
            <a:avLst/>
          </a:prstGeom>
          <a:solidFill>
            <a:schemeClr val="accent3">
              <a:lumMod val="75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スタイル</a:t>
            </a:r>
            <a:r>
              <a:rPr kumimoji="1" lang="en-US" altLang="ja-JP"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S</a:t>
            </a: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7" name="正方形/長方形 26">
            <a:extLst>
              <a:ext uri="{FF2B5EF4-FFF2-40B4-BE49-F238E27FC236}">
                <a16:creationId xmlns:a16="http://schemas.microsoft.com/office/drawing/2014/main" id="{AED29F5B-948D-D497-C7D9-61B610BA07D7}"/>
              </a:ext>
            </a:extLst>
          </p:cNvPr>
          <p:cNvSpPr/>
          <p:nvPr/>
        </p:nvSpPr>
        <p:spPr bwMode="auto">
          <a:xfrm>
            <a:off x="9776354" y="4087971"/>
            <a:ext cx="1475474" cy="386143"/>
          </a:xfrm>
          <a:prstGeom prst="rect">
            <a:avLst/>
          </a:prstGeom>
          <a:solidFill>
            <a:srgbClr val="66FFFF"/>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コンテンツ</a:t>
            </a:r>
            <a:r>
              <a:rPr kumimoji="1" lang="en-US" altLang="ja-JP"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B</a:t>
            </a: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8" name="テキスト ボックス 27">
            <a:extLst>
              <a:ext uri="{FF2B5EF4-FFF2-40B4-BE49-F238E27FC236}">
                <a16:creationId xmlns:a16="http://schemas.microsoft.com/office/drawing/2014/main" id="{73689CAB-4087-9F99-7B18-3F97EDB1A2AC}"/>
              </a:ext>
            </a:extLst>
          </p:cNvPr>
          <p:cNvSpPr txBox="1"/>
          <p:nvPr/>
        </p:nvSpPr>
        <p:spPr bwMode="auto">
          <a:xfrm>
            <a:off x="739026" y="1007124"/>
            <a:ext cx="1054155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ja-JP" altLang="en-US" kern="0">
                <a:latin typeface="BIZ UDPゴシック" panose="020B0400000000000000" pitchFamily="50" charset="-128"/>
                <a:ea typeface="BIZ UDPゴシック" panose="020B0400000000000000" pitchFamily="50" charset="-128"/>
              </a:rPr>
              <a:t>そこで、スタイル情報を別のファイルに分離することを推奨します。　</a:t>
            </a:r>
            <a:endParaRPr lang="en-US" altLang="ja-JP" kern="0">
              <a:latin typeface="BIZ UDPゴシック" panose="020B0400000000000000" pitchFamily="50" charset="-128"/>
              <a:ea typeface="BIZ UDPゴシック" panose="020B0400000000000000" pitchFamily="50" charset="-128"/>
            </a:endParaRPr>
          </a:p>
          <a:p>
            <a:r>
              <a:rPr lang="ja-JP" altLang="en-US" kern="0">
                <a:latin typeface="BIZ UDPゴシック" panose="020B0400000000000000" pitchFamily="50" charset="-128"/>
                <a:ea typeface="BIZ UDPゴシック" panose="020B0400000000000000" pitchFamily="50" charset="-128"/>
              </a:rPr>
              <a:t>スタイル情報は一般に、複数の文書、複数のプロジェクトで共通に使われるものなので、共通資材フォルダに置くとよいでしょう。</a:t>
            </a:r>
            <a:endParaRPr lang="en-US" altLang="ja-JP" kern="0">
              <a:latin typeface="BIZ UDPゴシック" panose="020B0400000000000000" pitchFamily="50" charset="-128"/>
              <a:ea typeface="BIZ UDPゴシック" panose="020B0400000000000000" pitchFamily="50" charset="-128"/>
            </a:endParaRPr>
          </a:p>
        </p:txBody>
      </p:sp>
      <p:sp>
        <p:nvSpPr>
          <p:cNvPr id="29" name="テキスト ボックス 28">
            <a:extLst>
              <a:ext uri="{FF2B5EF4-FFF2-40B4-BE49-F238E27FC236}">
                <a16:creationId xmlns:a16="http://schemas.microsoft.com/office/drawing/2014/main" id="{152A511B-6B57-04D5-E490-047B462942C3}"/>
              </a:ext>
            </a:extLst>
          </p:cNvPr>
          <p:cNvSpPr txBox="1"/>
          <p:nvPr/>
        </p:nvSpPr>
        <p:spPr bwMode="auto">
          <a:xfrm>
            <a:off x="7744954" y="3204645"/>
            <a:ext cx="16129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800" kern="0">
                <a:latin typeface="BIZ UDPゴシック" panose="020B0400000000000000" pitchFamily="50" charset="-128"/>
                <a:ea typeface="BIZ UDPゴシック" panose="020B0400000000000000" pitchFamily="50" charset="-128"/>
              </a:rPr>
              <a:t>pptmerge</a:t>
            </a:r>
            <a:endParaRPr kumimoji="1" lang="ja-JP" altLang="en-US" sz="1800" kern="0">
              <a:latin typeface="BIZ UDPゴシック" panose="020B0400000000000000" pitchFamily="50" charset="-128"/>
              <a:ea typeface="BIZ UDPゴシック" panose="020B0400000000000000" pitchFamily="50" charset="-128"/>
            </a:endParaRPr>
          </a:p>
        </p:txBody>
      </p:sp>
      <p:sp>
        <p:nvSpPr>
          <p:cNvPr id="35" name="正方形/長方形 34">
            <a:extLst>
              <a:ext uri="{FF2B5EF4-FFF2-40B4-BE49-F238E27FC236}">
                <a16:creationId xmlns:a16="http://schemas.microsoft.com/office/drawing/2014/main" id="{4B0AAFFC-8FCA-85AE-0B53-3CB204F7372E}"/>
              </a:ext>
            </a:extLst>
          </p:cNvPr>
          <p:cNvSpPr/>
          <p:nvPr/>
        </p:nvSpPr>
        <p:spPr bwMode="auto">
          <a:xfrm>
            <a:off x="1216676" y="2988322"/>
            <a:ext cx="1844833" cy="1260140"/>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36" name="テキスト ボックス 35">
            <a:extLst>
              <a:ext uri="{FF2B5EF4-FFF2-40B4-BE49-F238E27FC236}">
                <a16:creationId xmlns:a16="http://schemas.microsoft.com/office/drawing/2014/main" id="{02753175-99CE-0127-AE64-E6590AB5AD4F}"/>
              </a:ext>
            </a:extLst>
          </p:cNvPr>
          <p:cNvSpPr txBox="1"/>
          <p:nvPr/>
        </p:nvSpPr>
        <p:spPr bwMode="auto">
          <a:xfrm>
            <a:off x="1694231" y="2292803"/>
            <a:ext cx="146666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800" kern="0">
                <a:latin typeface="BIZ UDPゴシック" panose="020B0400000000000000" pitchFamily="50" charset="-128"/>
                <a:ea typeface="BIZ UDPゴシック" panose="020B0400000000000000" pitchFamily="50" charset="-128"/>
              </a:rPr>
              <a:t>stylebase.pptx</a:t>
            </a:r>
            <a:endParaRPr kumimoji="1" lang="ja-JP" altLang="en-US" sz="1800" kern="0">
              <a:latin typeface="BIZ UDPゴシック" panose="020B0400000000000000" pitchFamily="50" charset="-128"/>
              <a:ea typeface="BIZ UDPゴシック" panose="020B0400000000000000" pitchFamily="50" charset="-128"/>
            </a:endParaRPr>
          </a:p>
        </p:txBody>
      </p:sp>
      <p:pic>
        <p:nvPicPr>
          <p:cNvPr id="37" name="図 36">
            <a:extLst>
              <a:ext uri="{FF2B5EF4-FFF2-40B4-BE49-F238E27FC236}">
                <a16:creationId xmlns:a16="http://schemas.microsoft.com/office/drawing/2014/main" id="{37A6AF87-321E-4109-3184-443E659EE70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8939" y="2378131"/>
            <a:ext cx="523272" cy="501559"/>
          </a:xfrm>
          <a:prstGeom prst="rect">
            <a:avLst/>
          </a:prstGeom>
        </p:spPr>
      </p:pic>
      <p:sp>
        <p:nvSpPr>
          <p:cNvPr id="38" name="正方形/長方形 37">
            <a:extLst>
              <a:ext uri="{FF2B5EF4-FFF2-40B4-BE49-F238E27FC236}">
                <a16:creationId xmlns:a16="http://schemas.microsoft.com/office/drawing/2014/main" id="{33C6119A-942B-D935-2A08-1C7062C57FD2}"/>
              </a:ext>
            </a:extLst>
          </p:cNvPr>
          <p:cNvSpPr/>
          <p:nvPr/>
        </p:nvSpPr>
        <p:spPr bwMode="auto">
          <a:xfrm>
            <a:off x="1410443" y="3692589"/>
            <a:ext cx="1475474" cy="386143"/>
          </a:xfrm>
          <a:prstGeom prst="rect">
            <a:avLst/>
          </a:prstGeom>
          <a:solidFill>
            <a:schemeClr val="accent3">
              <a:lumMod val="75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コンテンツ</a:t>
            </a:r>
            <a:r>
              <a:rPr kumimoji="1" lang="en-US" altLang="ja-JP"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S</a:t>
            </a: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39" name="正方形/長方形 38">
            <a:extLst>
              <a:ext uri="{FF2B5EF4-FFF2-40B4-BE49-F238E27FC236}">
                <a16:creationId xmlns:a16="http://schemas.microsoft.com/office/drawing/2014/main" id="{F9A40447-E015-2FDA-0CE5-8CBADD0F0E95}"/>
              </a:ext>
            </a:extLst>
          </p:cNvPr>
          <p:cNvSpPr/>
          <p:nvPr/>
        </p:nvSpPr>
        <p:spPr bwMode="auto">
          <a:xfrm>
            <a:off x="1410443" y="3168342"/>
            <a:ext cx="1475474" cy="386143"/>
          </a:xfrm>
          <a:prstGeom prst="rect">
            <a:avLst/>
          </a:prstGeom>
          <a:solidFill>
            <a:schemeClr val="accent3">
              <a:lumMod val="75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ja-JP" altLang="en-US"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スタイル</a:t>
            </a:r>
            <a:r>
              <a:rPr kumimoji="1" lang="en-US" altLang="ja-JP" sz="18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rPr>
              <a:t>S</a:t>
            </a:r>
            <a:endParaRPr kumimoji="1" lang="ja-JP" altLang="en-US" sz="18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40" name="右中かっこ 39">
            <a:extLst>
              <a:ext uri="{FF2B5EF4-FFF2-40B4-BE49-F238E27FC236}">
                <a16:creationId xmlns:a16="http://schemas.microsoft.com/office/drawing/2014/main" id="{1C4259E1-A979-A575-10B4-ADCB288CF1A9}"/>
              </a:ext>
            </a:extLst>
          </p:cNvPr>
          <p:cNvSpPr/>
          <p:nvPr/>
        </p:nvSpPr>
        <p:spPr bwMode="auto">
          <a:xfrm rot="5400000">
            <a:off x="5324041" y="2386453"/>
            <a:ext cx="337751" cy="4179488"/>
          </a:xfrm>
          <a:prstGeom prst="rightBrace">
            <a:avLst>
              <a:gd name="adj1" fmla="val 40821"/>
              <a:gd name="adj2" fmla="val 50000"/>
            </a:avLst>
          </a:prstGeom>
          <a:noFill/>
          <a:ln w="28575" cap="flat" cmpd="sng" algn="ctr">
            <a:solidFill>
              <a:schemeClr val="tx1">
                <a:lumMod val="75000"/>
                <a:lumOff val="25000"/>
              </a:schemeClr>
            </a:solidFill>
            <a:prstDash val="solid"/>
            <a:round/>
            <a:headEnd type="none" w="med" len="med"/>
            <a:tailEnd type="none" w="med" len="med"/>
          </a:ln>
          <a:effectLst/>
        </p:spPr>
        <p:txBody>
          <a:bodyPr rtlCol="0" anchor="ctr"/>
          <a:lstStyle/>
          <a:p>
            <a:pPr algn="ctr"/>
            <a:endParaRPr kumimoji="1" lang="ja-JP" altLang="en-US"/>
          </a:p>
        </p:txBody>
      </p:sp>
      <p:sp>
        <p:nvSpPr>
          <p:cNvPr id="41" name="テキスト ボックス 40">
            <a:extLst>
              <a:ext uri="{FF2B5EF4-FFF2-40B4-BE49-F238E27FC236}">
                <a16:creationId xmlns:a16="http://schemas.microsoft.com/office/drawing/2014/main" id="{AEAD641E-91AE-3026-8614-C02EF42CFA77}"/>
              </a:ext>
            </a:extLst>
          </p:cNvPr>
          <p:cNvSpPr txBox="1"/>
          <p:nvPr/>
        </p:nvSpPr>
        <p:spPr bwMode="auto">
          <a:xfrm>
            <a:off x="3403172" y="4595328"/>
            <a:ext cx="417948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800" kern="0">
                <a:latin typeface="BIZ UDPゴシック" panose="020B0400000000000000" pitchFamily="50" charset="-128"/>
                <a:ea typeface="BIZ UDPゴシック" panose="020B0400000000000000" pitchFamily="50" charset="-128"/>
              </a:rPr>
              <a:t>operation: insertpptx </a:t>
            </a:r>
            <a:r>
              <a:rPr kumimoji="1" lang="ja-JP" altLang="en-US" sz="1800" kern="0">
                <a:latin typeface="BIZ UDPゴシック" panose="020B0400000000000000" pitchFamily="50" charset="-128"/>
                <a:ea typeface="BIZ UDPゴシック" panose="020B0400000000000000" pitchFamily="50" charset="-128"/>
              </a:rPr>
              <a:t>の </a:t>
            </a:r>
            <a:r>
              <a:rPr kumimoji="1" lang="en-US" altLang="ja-JP" sz="1800" kern="0">
                <a:latin typeface="BIZ UDPゴシック" panose="020B0400000000000000" pitchFamily="50" charset="-128"/>
                <a:ea typeface="BIZ UDPゴシック" panose="020B0400000000000000" pitchFamily="50" charset="-128"/>
              </a:rPr>
              <a:t>pptxfilename </a:t>
            </a:r>
            <a:r>
              <a:rPr kumimoji="1" lang="ja-JP" altLang="en-US" sz="1800" kern="0">
                <a:latin typeface="BIZ UDPゴシック" panose="020B0400000000000000" pitchFamily="50" charset="-128"/>
                <a:ea typeface="BIZ UDPゴシック" panose="020B0400000000000000" pitchFamily="50" charset="-128"/>
              </a:rPr>
              <a:t>で指定する。</a:t>
            </a:r>
          </a:p>
        </p:txBody>
      </p:sp>
      <p:sp>
        <p:nvSpPr>
          <p:cNvPr id="42" name="テキスト ボックス 41">
            <a:extLst>
              <a:ext uri="{FF2B5EF4-FFF2-40B4-BE49-F238E27FC236}">
                <a16:creationId xmlns:a16="http://schemas.microsoft.com/office/drawing/2014/main" id="{19A68A0D-DFB0-1988-545C-5B093924F9BD}"/>
              </a:ext>
            </a:extLst>
          </p:cNvPr>
          <p:cNvSpPr txBox="1"/>
          <p:nvPr/>
        </p:nvSpPr>
        <p:spPr bwMode="auto">
          <a:xfrm>
            <a:off x="1098198" y="5444475"/>
            <a:ext cx="417948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800" kern="0">
                <a:latin typeface="BIZ UDPゴシック" panose="020B0400000000000000" pitchFamily="50" charset="-128"/>
                <a:ea typeface="BIZ UDPゴシック" panose="020B0400000000000000" pitchFamily="50" charset="-128"/>
              </a:rPr>
              <a:t>pptmerge.stylebase</a:t>
            </a:r>
            <a:r>
              <a:rPr kumimoji="1" lang="en-US" altLang="ja-JP" sz="1800" kern="0">
                <a:latin typeface="BIZ UDPゴシック" panose="020B0400000000000000" pitchFamily="50" charset="-128"/>
                <a:ea typeface="BIZ UDPゴシック" panose="020B0400000000000000" pitchFamily="50" charset="-128"/>
              </a:rPr>
              <a:t> </a:t>
            </a:r>
            <a:r>
              <a:rPr kumimoji="1" lang="ja-JP" altLang="en-US" sz="1800" kern="0">
                <a:latin typeface="BIZ UDPゴシック" panose="020B0400000000000000" pitchFamily="50" charset="-128"/>
                <a:ea typeface="BIZ UDPゴシック" panose="020B0400000000000000" pitchFamily="50" charset="-128"/>
              </a:rPr>
              <a:t>で指定する。</a:t>
            </a:r>
          </a:p>
        </p:txBody>
      </p:sp>
      <p:cxnSp>
        <p:nvCxnSpPr>
          <p:cNvPr id="44" name="直線矢印コネクタ 43">
            <a:extLst>
              <a:ext uri="{FF2B5EF4-FFF2-40B4-BE49-F238E27FC236}">
                <a16:creationId xmlns:a16="http://schemas.microsoft.com/office/drawing/2014/main" id="{EE047ECB-06F6-E83C-1ED1-03982DCE4CF7}"/>
              </a:ext>
            </a:extLst>
          </p:cNvPr>
          <p:cNvCxnSpPr>
            <a:cxnSpLocks/>
          </p:cNvCxnSpPr>
          <p:nvPr/>
        </p:nvCxnSpPr>
        <p:spPr bwMode="auto">
          <a:xfrm flipV="1">
            <a:off x="2136100" y="4394237"/>
            <a:ext cx="0" cy="1033274"/>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45" name="テキスト ボックス 44">
            <a:extLst>
              <a:ext uri="{FF2B5EF4-FFF2-40B4-BE49-F238E27FC236}">
                <a16:creationId xmlns:a16="http://schemas.microsoft.com/office/drawing/2014/main" id="{C628EEB8-1D76-8954-E98B-FC3569587DD0}"/>
              </a:ext>
            </a:extLst>
          </p:cNvPr>
          <p:cNvSpPr txBox="1"/>
          <p:nvPr/>
        </p:nvSpPr>
        <p:spPr bwMode="auto">
          <a:xfrm>
            <a:off x="1098198" y="5850876"/>
            <a:ext cx="664675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ja-JP" altLang="en-US" sz="1800" kern="0">
                <a:latin typeface="BIZ UDPゴシック" panose="020B0400000000000000" pitchFamily="50" charset="-128"/>
                <a:ea typeface="BIZ UDPゴシック" panose="020B0400000000000000" pitchFamily="50" charset="-128"/>
              </a:rPr>
              <a:t>コンテンツＳは利用されないが、スタイル確認用のコンテンツを数枚含めておくことを推奨（マージ結果には入りません）。</a:t>
            </a:r>
            <a:endParaRPr kumimoji="1" lang="ja-JP" altLang="en-US" sz="1800" kern="0">
              <a:latin typeface="BIZ UDPゴシック" panose="020B0400000000000000" pitchFamily="50" charset="-128"/>
              <a:ea typeface="BIZ UDPゴシック" panose="020B0400000000000000" pitchFamily="50" charset="-128"/>
            </a:endParaRPr>
          </a:p>
        </p:txBody>
      </p:sp>
      <p:sp>
        <p:nvSpPr>
          <p:cNvPr id="5" name="正方形/長方形 4">
            <a:extLst>
              <a:ext uri="{FF2B5EF4-FFF2-40B4-BE49-F238E27FC236}">
                <a16:creationId xmlns:a16="http://schemas.microsoft.com/office/drawing/2014/main" id="{CBD04916-AA98-C1CB-828D-86203F3B9925}"/>
              </a:ext>
            </a:extLst>
          </p:cNvPr>
          <p:cNvSpPr/>
          <p:nvPr/>
        </p:nvSpPr>
        <p:spPr bwMode="auto">
          <a:xfrm>
            <a:off x="9624392" y="195005"/>
            <a:ext cx="2241696"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algn="ctr" eaLnBrk="1" hangingPunct="1"/>
            <a:r>
              <a:rPr lang="fr-FR" altLang="ja-JP" sz="1100">
                <a:latin typeface="BIZ UDPゴシック" panose="020B0400000000000000" pitchFamily="50" charset="-128"/>
                <a:ea typeface="BIZ UDPゴシック" panose="020B0400000000000000" pitchFamily="50" charset="-128"/>
              </a:rPr>
              <a:t>stylebase_guide.pptx</a:t>
            </a:r>
            <a:endParaRPr kumimoji="1" lang="ja-JP" altLang="en-US" sz="11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783495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7" name="exportrange">
            <a:extLst>
              <a:ext uri="{FF2B5EF4-FFF2-40B4-BE49-F238E27FC236}">
                <a16:creationId xmlns:a16="http://schemas.microsoft.com/office/drawing/2014/main" id="{8F3E4AA9-B5E7-3547-CC78-5B60FA457B34}"/>
              </a:ext>
            </a:extLst>
          </p:cNvPr>
          <p:cNvSpPr/>
          <p:nvPr/>
        </p:nvSpPr>
        <p:spPr bwMode="auto">
          <a:xfrm>
            <a:off x="623392" y="1151181"/>
            <a:ext cx="9289032" cy="5086132"/>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6" name="正方形/長方形 5">
            <a:extLst>
              <a:ext uri="{FF2B5EF4-FFF2-40B4-BE49-F238E27FC236}">
                <a16:creationId xmlns:a16="http://schemas.microsoft.com/office/drawing/2014/main" id="{E7E72456-A560-97A2-35B8-97B38DB20E81}"/>
              </a:ext>
            </a:extLst>
          </p:cNvPr>
          <p:cNvSpPr/>
          <p:nvPr/>
        </p:nvSpPr>
        <p:spPr bwMode="auto">
          <a:xfrm>
            <a:off x="925138" y="1779184"/>
            <a:ext cx="8699254" cy="3062300"/>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r>
              <a:rPr lang="en-US" altLang="ja-JP" sz="1400"/>
              <a:t># </a:t>
            </a:r>
            <a:r>
              <a:rPr lang="ja-JP" altLang="en-US" sz="1400"/>
              <a:t>出力ファイル名</a:t>
            </a:r>
          </a:p>
          <a:p>
            <a:r>
              <a:rPr lang="en-US" altLang="ja-JP" sz="1400"/>
              <a:t>output: </a:t>
            </a:r>
          </a:p>
          <a:p>
            <a:r>
              <a:rPr lang="en-US" altLang="ja-JP" sz="1400"/>
              <a:t>  pptxfilename: stylebase_merged.pptx        # </a:t>
            </a:r>
            <a:r>
              <a:rPr lang="ja-JP" altLang="en-US" sz="1400"/>
              <a:t>マージ後の</a:t>
            </a:r>
            <a:r>
              <a:rPr lang="en-US" altLang="ja-JP" sz="1400"/>
              <a:t>pptx</a:t>
            </a:r>
            <a:r>
              <a:rPr lang="ja-JP" altLang="en-US" sz="1400"/>
              <a:t>ファイルのファイル名</a:t>
            </a:r>
          </a:p>
          <a:p>
            <a:endParaRPr lang="ja-JP" altLang="en-US" sz="1400"/>
          </a:p>
          <a:p>
            <a:r>
              <a:rPr lang="en-US" altLang="ja-JP" sz="1400"/>
              <a:t>pptmerge:</a:t>
            </a:r>
          </a:p>
          <a:p>
            <a:r>
              <a:rPr lang="en-US" altLang="ja-JP" sz="1400"/>
              <a:t>  stylebase: simple_stylebase.pptx           # stylebase </a:t>
            </a:r>
            <a:r>
              <a:rPr lang="ja-JP" altLang="en-US" sz="1400"/>
              <a:t>として使用する </a:t>
            </a:r>
            <a:r>
              <a:rPr lang="en-US" altLang="ja-JP" sz="1400"/>
              <a:t>pptx </a:t>
            </a:r>
            <a:r>
              <a:rPr lang="ja-JP" altLang="en-US" sz="1400"/>
              <a:t>ファイルのパス</a:t>
            </a:r>
          </a:p>
          <a:p>
            <a:endParaRPr lang="ja-JP" altLang="en-US" sz="1400"/>
          </a:p>
          <a:p>
            <a:r>
              <a:rPr lang="en-US" altLang="ja-JP" sz="1400"/>
              <a:t># </a:t>
            </a:r>
            <a:r>
              <a:rPr lang="ja-JP" altLang="en-US" sz="1400"/>
              <a:t>結合手順： </a:t>
            </a:r>
            <a:r>
              <a:rPr lang="en-US" altLang="ja-JP" sz="1400"/>
              <a:t>"operation: insertpptx" </a:t>
            </a:r>
            <a:r>
              <a:rPr lang="ja-JP" altLang="en-US" sz="1400"/>
              <a:t>で、結合したいファイルを結合順に記載する</a:t>
            </a:r>
          </a:p>
          <a:p>
            <a:r>
              <a:rPr lang="en-US" altLang="ja-JP" sz="1400"/>
              <a:t>procedure:</a:t>
            </a:r>
          </a:p>
          <a:p>
            <a:r>
              <a:rPr lang="en-US" altLang="ja-JP" sz="1400"/>
              <a:t>  - operation: insertpptx</a:t>
            </a:r>
          </a:p>
          <a:p>
            <a:r>
              <a:rPr lang="en-US" altLang="ja-JP" sz="1400"/>
              <a:t>    pptxfilename: stylebase_guide.pptx</a:t>
            </a:r>
          </a:p>
          <a:p>
            <a:endParaRPr lang="en-US" altLang="ja-JP" sz="1400"/>
          </a:p>
          <a:p>
            <a:r>
              <a:rPr lang="en-US" altLang="ja-JP" sz="1400"/>
              <a:t>  - operation: insertpptx</a:t>
            </a:r>
          </a:p>
          <a:p>
            <a:r>
              <a:rPr lang="en-US" altLang="ja-JP" sz="1400"/>
              <a:t>    pptxfilename: different_style_sample.pptx</a:t>
            </a:r>
          </a:p>
        </p:txBody>
      </p:sp>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lang="ja-JP" altLang="en-US"/>
              <a:t>結合指示書サンプル</a:t>
            </a:r>
            <a:endParaRPr kumimoji="1" lang="ja-JP" altLang="en-US"/>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cxnSp>
        <p:nvCxnSpPr>
          <p:cNvPr id="8" name="直線矢印コネクタ 7">
            <a:extLst>
              <a:ext uri="{FF2B5EF4-FFF2-40B4-BE49-F238E27FC236}">
                <a16:creationId xmlns:a16="http://schemas.microsoft.com/office/drawing/2014/main" id="{105B7A23-F61B-F203-AE22-573E3D2A2931}"/>
              </a:ext>
            </a:extLst>
          </p:cNvPr>
          <p:cNvCxnSpPr>
            <a:cxnSpLocks/>
          </p:cNvCxnSpPr>
          <p:nvPr/>
        </p:nvCxnSpPr>
        <p:spPr bwMode="auto">
          <a:xfrm flipH="1">
            <a:off x="2535967" y="1644564"/>
            <a:ext cx="823729" cy="1207695"/>
          </a:xfrm>
          <a:prstGeom prst="straightConnector1">
            <a:avLst/>
          </a:prstGeom>
          <a:solidFill>
            <a:srgbClr val="CCFFFF"/>
          </a:solidFill>
          <a:ln w="28575" cap="flat" cmpd="sng" algn="ctr">
            <a:solidFill>
              <a:schemeClr val="accent2"/>
            </a:solidFill>
            <a:prstDash val="solid"/>
            <a:round/>
            <a:headEnd type="none" w="med" len="med"/>
            <a:tailEnd type="triangle"/>
          </a:ln>
          <a:effectLst/>
        </p:spPr>
      </p:cxnSp>
      <p:sp>
        <p:nvSpPr>
          <p:cNvPr id="13" name="テキスト ボックス 12">
            <a:extLst>
              <a:ext uri="{FF2B5EF4-FFF2-40B4-BE49-F238E27FC236}">
                <a16:creationId xmlns:a16="http://schemas.microsoft.com/office/drawing/2014/main" id="{F21F8D47-3F8E-C9C5-EAB9-38673A30248E}"/>
              </a:ext>
            </a:extLst>
          </p:cNvPr>
          <p:cNvSpPr txBox="1"/>
          <p:nvPr/>
        </p:nvSpPr>
        <p:spPr bwMode="auto">
          <a:xfrm>
            <a:off x="2891644" y="1215865"/>
            <a:ext cx="640871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kern="0">
                <a:solidFill>
                  <a:srgbClr val="FF0000"/>
                </a:solidFill>
                <a:latin typeface="BIZ UDPゴシック" panose="020B0400000000000000" pitchFamily="50" charset="-128"/>
                <a:ea typeface="BIZ UDPゴシック" panose="020B0400000000000000" pitchFamily="50" charset="-128"/>
              </a:rPr>
              <a:t>stylebase </a:t>
            </a:r>
            <a:r>
              <a:rPr kumimoji="1" lang="ja-JP" altLang="en-US" kern="0">
                <a:solidFill>
                  <a:srgbClr val="FF0000"/>
                </a:solidFill>
                <a:latin typeface="BIZ UDPゴシック" panose="020B0400000000000000" pitchFamily="50" charset="-128"/>
                <a:ea typeface="BIZ UDPゴシック" panose="020B0400000000000000" pitchFamily="50" charset="-128"/>
              </a:rPr>
              <a:t>の指定</a:t>
            </a:r>
          </a:p>
        </p:txBody>
      </p:sp>
      <p:cxnSp>
        <p:nvCxnSpPr>
          <p:cNvPr id="14" name="直線矢印コネクタ 13">
            <a:extLst>
              <a:ext uri="{FF2B5EF4-FFF2-40B4-BE49-F238E27FC236}">
                <a16:creationId xmlns:a16="http://schemas.microsoft.com/office/drawing/2014/main" id="{62EF488E-B825-0DAB-B8A0-2C7799B6EFD8}"/>
              </a:ext>
            </a:extLst>
          </p:cNvPr>
          <p:cNvCxnSpPr>
            <a:cxnSpLocks/>
          </p:cNvCxnSpPr>
          <p:nvPr/>
        </p:nvCxnSpPr>
        <p:spPr bwMode="auto">
          <a:xfrm flipH="1" flipV="1">
            <a:off x="3071664" y="4805562"/>
            <a:ext cx="432048" cy="638884"/>
          </a:xfrm>
          <a:prstGeom prst="straightConnector1">
            <a:avLst/>
          </a:prstGeom>
          <a:solidFill>
            <a:srgbClr val="CCFFFF"/>
          </a:solidFill>
          <a:ln w="28575" cap="flat" cmpd="sng" algn="ctr">
            <a:solidFill>
              <a:schemeClr val="accent2"/>
            </a:solidFill>
            <a:prstDash val="solid"/>
            <a:round/>
            <a:headEnd type="none" w="med" len="med"/>
            <a:tailEnd type="triangle"/>
          </a:ln>
          <a:effectLst/>
        </p:spPr>
      </p:cxnSp>
      <p:sp>
        <p:nvSpPr>
          <p:cNvPr id="16" name="テキスト ボックス 15">
            <a:extLst>
              <a:ext uri="{FF2B5EF4-FFF2-40B4-BE49-F238E27FC236}">
                <a16:creationId xmlns:a16="http://schemas.microsoft.com/office/drawing/2014/main" id="{E41B5F56-B338-8CEB-1969-111608E23C76}"/>
              </a:ext>
            </a:extLst>
          </p:cNvPr>
          <p:cNvSpPr txBox="1"/>
          <p:nvPr/>
        </p:nvSpPr>
        <p:spPr bwMode="auto">
          <a:xfrm>
            <a:off x="2823999" y="5444446"/>
            <a:ext cx="6334393" cy="738664"/>
          </a:xfrm>
          <a:prstGeom prst="rect">
            <a:avLst/>
          </a:prstGeom>
          <a:solidFill>
            <a:schemeClr val="bg1"/>
          </a:solidFill>
          <a:ln>
            <a:noFill/>
          </a:ln>
        </p:spPr>
        <p:txBody>
          <a:bodyPr vert="horz" wrap="square" lIns="91440" tIns="45720" rIns="91440" bIns="45720" numCol="1" rtlCol="0" anchor="t" anchorCtr="0" compatLnSpc="1">
            <a:prstTxWarp prst="textNoShape">
              <a:avLst/>
            </a:prstTxWarp>
            <a:spAutoFit/>
          </a:bodyPr>
          <a:lstStyle/>
          <a:p>
            <a:r>
              <a:rPr lang="ja-JP" altLang="en-US" sz="1400" kern="0">
                <a:solidFill>
                  <a:srgbClr val="FF0000"/>
                </a:solidFill>
                <a:latin typeface="BIZ UDPゴシック" panose="020B0400000000000000" pitchFamily="50" charset="-128"/>
                <a:ea typeface="BIZ UDPゴシック" panose="020B0400000000000000" pitchFamily="50" charset="-128"/>
              </a:rPr>
              <a:t>スタイルの違うファイルをマージ</a:t>
            </a:r>
            <a:r>
              <a:rPr kumimoji="1" lang="ja-JP" altLang="en-US" sz="1400" kern="0">
                <a:solidFill>
                  <a:srgbClr val="FF0000"/>
                </a:solidFill>
                <a:latin typeface="BIZ UDPゴシック" panose="020B0400000000000000" pitchFamily="50" charset="-128"/>
                <a:ea typeface="BIZ UDPゴシック" panose="020B0400000000000000" pitchFamily="50" charset="-128"/>
              </a:rPr>
              <a:t>する例を最後につけてあります。</a:t>
            </a:r>
            <a:endParaRPr kumimoji="1" lang="en-US" altLang="ja-JP" sz="1400" kern="0">
              <a:solidFill>
                <a:srgbClr val="FF0000"/>
              </a:solidFill>
              <a:latin typeface="BIZ UDPゴシック" panose="020B0400000000000000" pitchFamily="50" charset="-128"/>
              <a:ea typeface="BIZ UDPゴシック" panose="020B0400000000000000" pitchFamily="50" charset="-128"/>
            </a:endParaRPr>
          </a:p>
          <a:p>
            <a:pPr algn="l"/>
            <a:r>
              <a:rPr kumimoji="1" lang="ja-JP" altLang="en-US" sz="1400" kern="0">
                <a:solidFill>
                  <a:srgbClr val="FF0000"/>
                </a:solidFill>
                <a:latin typeface="BIZ UDPゴシック" panose="020B0400000000000000" pitchFamily="50" charset="-128"/>
                <a:ea typeface="BIZ UDPゴシック" panose="020B0400000000000000" pitchFamily="50" charset="-128"/>
              </a:rPr>
              <a:t>マージ後は</a:t>
            </a:r>
            <a:r>
              <a:rPr kumimoji="1" lang="en-US" altLang="ja-JP" sz="1400" kern="0">
                <a:solidFill>
                  <a:srgbClr val="FF0000"/>
                </a:solidFill>
                <a:latin typeface="BIZ UDPゴシック" panose="020B0400000000000000" pitchFamily="50" charset="-128"/>
                <a:ea typeface="BIZ UDPゴシック" panose="020B0400000000000000" pitchFamily="50" charset="-128"/>
              </a:rPr>
              <a:t>stylebase</a:t>
            </a:r>
            <a:r>
              <a:rPr kumimoji="1" lang="ja-JP" altLang="en-US" sz="1400" kern="0">
                <a:solidFill>
                  <a:srgbClr val="FF0000"/>
                </a:solidFill>
                <a:latin typeface="BIZ UDPゴシック" panose="020B0400000000000000" pitchFamily="50" charset="-128"/>
                <a:ea typeface="BIZ UDPゴシック" panose="020B0400000000000000" pitchFamily="50" charset="-128"/>
              </a:rPr>
              <a:t>が強制適用されるため、原本ファイルと違う見え方になります。</a:t>
            </a:r>
          </a:p>
        </p:txBody>
      </p:sp>
      <p:sp>
        <p:nvSpPr>
          <p:cNvPr id="4" name="正方形/長方形 3">
            <a:extLst>
              <a:ext uri="{FF2B5EF4-FFF2-40B4-BE49-F238E27FC236}">
                <a16:creationId xmlns:a16="http://schemas.microsoft.com/office/drawing/2014/main" id="{5A09E36D-4A2F-1421-6EEE-1DE7A5ED7622}"/>
              </a:ext>
            </a:extLst>
          </p:cNvPr>
          <p:cNvSpPr/>
          <p:nvPr/>
        </p:nvSpPr>
        <p:spPr bwMode="auto">
          <a:xfrm>
            <a:off x="9624392" y="195005"/>
            <a:ext cx="2241696"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algn="ctr" eaLnBrk="1" hangingPunct="1"/>
            <a:r>
              <a:rPr lang="fr-FR" altLang="ja-JP" sz="1100">
                <a:latin typeface="BIZ UDPゴシック" panose="020B0400000000000000" pitchFamily="50" charset="-128"/>
                <a:ea typeface="BIZ UDPゴシック" panose="020B0400000000000000" pitchFamily="50" charset="-128"/>
              </a:rPr>
              <a:t>stylebase_guide.pptx</a:t>
            </a:r>
            <a:endParaRPr kumimoji="1" lang="ja-JP" altLang="en-US" sz="11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884919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exportrange">
            <a:extLst>
              <a:ext uri="{FF2B5EF4-FFF2-40B4-BE49-F238E27FC236}">
                <a16:creationId xmlns:a16="http://schemas.microsoft.com/office/drawing/2014/main" id="{81D129EC-19F2-C94A-5DFC-1C11487A3046}"/>
              </a:ext>
            </a:extLst>
          </p:cNvPr>
          <p:cNvSpPr/>
          <p:nvPr/>
        </p:nvSpPr>
        <p:spPr bwMode="auto">
          <a:xfrm>
            <a:off x="623391" y="2955287"/>
            <a:ext cx="10945209" cy="3282026"/>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DF2C10AA-AFC9-04E7-6FD9-0422F716289F}"/>
              </a:ext>
            </a:extLst>
          </p:cNvPr>
          <p:cNvSpPr>
            <a:spLocks noGrp="1"/>
          </p:cNvSpPr>
          <p:nvPr>
            <p:ph type="title"/>
          </p:nvPr>
        </p:nvSpPr>
        <p:spPr/>
        <p:txBody>
          <a:bodyPr/>
          <a:lstStyle/>
          <a:p>
            <a:r>
              <a:rPr kumimoji="1" lang="en-US" altLang="ja-JP"/>
              <a:t>style</a:t>
            </a:r>
            <a:r>
              <a:rPr kumimoji="1" lang="ja-JP" altLang="en-US"/>
              <a:t>の違うサンプル</a:t>
            </a:r>
          </a:p>
        </p:txBody>
      </p:sp>
      <p:sp>
        <p:nvSpPr>
          <p:cNvPr id="3" name="フッター プレースホルダー 2">
            <a:extLst>
              <a:ext uri="{FF2B5EF4-FFF2-40B4-BE49-F238E27FC236}">
                <a16:creationId xmlns:a16="http://schemas.microsoft.com/office/drawing/2014/main" id="{9D9D1AEB-A653-E353-2924-C4320726663C}"/>
              </a:ext>
            </a:extLst>
          </p:cNvPr>
          <p:cNvSpPr>
            <a:spLocks noGrp="1"/>
          </p:cNvSpPr>
          <p:nvPr>
            <p:ph type="ftr" sz="quarter" idx="11"/>
          </p:nvPr>
        </p:nvSpPr>
        <p:spPr/>
        <p:txBody>
          <a:bodyPr/>
          <a:lstStyle/>
          <a:p>
            <a:r>
              <a:rPr lang="en-US" altLang="ja-JP"/>
              <a:t>Copyright 2026 </a:t>
            </a:r>
            <a:r>
              <a:rPr lang="ja-JP" altLang="en-US"/>
              <a:t>アイデアクラフト </a:t>
            </a:r>
            <a:r>
              <a:rPr lang="en-US" altLang="ja-JP"/>
              <a:t>Kaimai Mizuhiro</a:t>
            </a:r>
            <a:endParaRPr lang="ja-JP" altLang="en-US" dirty="0"/>
          </a:p>
        </p:txBody>
      </p:sp>
      <p:sp>
        <p:nvSpPr>
          <p:cNvPr id="39" name="正方形/長方形 38">
            <a:extLst>
              <a:ext uri="{FF2B5EF4-FFF2-40B4-BE49-F238E27FC236}">
                <a16:creationId xmlns:a16="http://schemas.microsoft.com/office/drawing/2014/main" id="{09071F12-387C-5A22-939B-F2200B79350D}"/>
              </a:ext>
            </a:extLst>
          </p:cNvPr>
          <p:cNvSpPr/>
          <p:nvPr/>
        </p:nvSpPr>
        <p:spPr bwMode="auto">
          <a:xfrm>
            <a:off x="7752184" y="195005"/>
            <a:ext cx="4165345"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algn="ctr" eaLnBrk="1" hangingPunct="1"/>
            <a:r>
              <a:rPr lang="fr-FR" altLang="ja-JP" sz="1600">
                <a:latin typeface="BIZ UDPゴシック" panose="020B0400000000000000" pitchFamily="50" charset="-128"/>
                <a:ea typeface="BIZ UDPゴシック" panose="020B0400000000000000" pitchFamily="50" charset="-128"/>
              </a:rPr>
              <a:t>different_style_sample.pptx</a:t>
            </a:r>
            <a:endParaRPr kumimoji="1" lang="ja-JP" altLang="en-US" sz="16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5" name="テキスト ボックス 4">
            <a:extLst>
              <a:ext uri="{FF2B5EF4-FFF2-40B4-BE49-F238E27FC236}">
                <a16:creationId xmlns:a16="http://schemas.microsoft.com/office/drawing/2014/main" id="{3B34C001-55FF-8E35-E106-3D8A5118B6F6}"/>
              </a:ext>
            </a:extLst>
          </p:cNvPr>
          <p:cNvSpPr txBox="1"/>
          <p:nvPr/>
        </p:nvSpPr>
        <p:spPr bwMode="auto">
          <a:xfrm>
            <a:off x="623392" y="1556792"/>
            <a:ext cx="8174961"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このファイルはスタイルを通常と変えてあります。</a:t>
            </a:r>
            <a:endParaRPr kumimoji="1" lang="en-US" altLang="ja-JP" sz="1800" kern="0">
              <a:latin typeface="BIZ UDPゴシック" panose="020B0400000000000000" pitchFamily="50" charset="-128"/>
              <a:ea typeface="BIZ UDPゴシック" panose="020B0400000000000000" pitchFamily="50" charset="-128"/>
            </a:endParaRPr>
          </a:p>
          <a:p>
            <a:pPr algn="l"/>
            <a:r>
              <a:rPr kumimoji="1" lang="ja-JP" altLang="en-US" sz="1800" kern="0">
                <a:latin typeface="BIZ UDPゴシック" panose="020B0400000000000000" pitchFamily="50" charset="-128"/>
                <a:ea typeface="BIZ UDPゴシック" panose="020B0400000000000000" pitchFamily="50" charset="-128"/>
              </a:rPr>
              <a:t>マージ後は上部のスタイルが変わります。</a:t>
            </a:r>
          </a:p>
        </p:txBody>
      </p:sp>
      <p:cxnSp>
        <p:nvCxnSpPr>
          <p:cNvPr id="8" name="直線矢印コネクタ 7">
            <a:extLst>
              <a:ext uri="{FF2B5EF4-FFF2-40B4-BE49-F238E27FC236}">
                <a16:creationId xmlns:a16="http://schemas.microsoft.com/office/drawing/2014/main" id="{9AA72E20-AF52-2782-7A3E-599E195B3D35}"/>
              </a:ext>
            </a:extLst>
          </p:cNvPr>
          <p:cNvCxnSpPr/>
          <p:nvPr/>
        </p:nvCxnSpPr>
        <p:spPr bwMode="auto">
          <a:xfrm flipV="1">
            <a:off x="1415480" y="980728"/>
            <a:ext cx="0" cy="576064"/>
          </a:xfrm>
          <a:prstGeom prst="straightConnector1">
            <a:avLst/>
          </a:prstGeom>
          <a:solidFill>
            <a:srgbClr val="CCFFFF"/>
          </a:solidFill>
          <a:ln w="57150" cap="flat" cmpd="sng" algn="ctr">
            <a:solidFill>
              <a:schemeClr val="accent2"/>
            </a:solidFill>
            <a:prstDash val="solid"/>
            <a:round/>
            <a:headEnd type="none" w="med" len="med"/>
            <a:tailEnd type="triangle"/>
          </a:ln>
          <a:effectLst/>
        </p:spPr>
      </p:cxnSp>
      <p:pic>
        <p:nvPicPr>
          <p:cNvPr id="4" name="図 3">
            <a:extLst>
              <a:ext uri="{FF2B5EF4-FFF2-40B4-BE49-F238E27FC236}">
                <a16:creationId xmlns:a16="http://schemas.microsoft.com/office/drawing/2014/main" id="{16857B76-2D9A-7E59-5BAF-A4D8BC3C489F}"/>
              </a:ext>
            </a:extLst>
          </p:cNvPr>
          <p:cNvPicPr>
            <a:picLocks noChangeAspect="1"/>
          </p:cNvPicPr>
          <p:nvPr/>
        </p:nvPicPr>
        <p:blipFill>
          <a:blip r:embed="rId3"/>
          <a:stretch>
            <a:fillRect/>
          </a:stretch>
        </p:blipFill>
        <p:spPr>
          <a:xfrm>
            <a:off x="1018182" y="3678201"/>
            <a:ext cx="4079817" cy="2294897"/>
          </a:xfrm>
          <a:prstGeom prst="rect">
            <a:avLst/>
          </a:prstGeom>
          <a:ln>
            <a:solidFill>
              <a:schemeClr val="tx1">
                <a:lumMod val="75000"/>
                <a:lumOff val="25000"/>
              </a:schemeClr>
            </a:solidFill>
          </a:ln>
        </p:spPr>
      </p:pic>
      <p:pic>
        <p:nvPicPr>
          <p:cNvPr id="6" name="図 5">
            <a:extLst>
              <a:ext uri="{FF2B5EF4-FFF2-40B4-BE49-F238E27FC236}">
                <a16:creationId xmlns:a16="http://schemas.microsoft.com/office/drawing/2014/main" id="{A96E033C-294C-3F14-839E-BC92582C2767}"/>
              </a:ext>
            </a:extLst>
          </p:cNvPr>
          <p:cNvPicPr>
            <a:picLocks noChangeAspect="1"/>
          </p:cNvPicPr>
          <p:nvPr/>
        </p:nvPicPr>
        <p:blipFill>
          <a:blip r:embed="rId4"/>
          <a:stretch>
            <a:fillRect/>
          </a:stretch>
        </p:blipFill>
        <p:spPr>
          <a:xfrm>
            <a:off x="7392144" y="3678200"/>
            <a:ext cx="4079819" cy="2294897"/>
          </a:xfrm>
          <a:prstGeom prst="rect">
            <a:avLst/>
          </a:prstGeom>
          <a:ln>
            <a:solidFill>
              <a:schemeClr val="tx1">
                <a:lumMod val="75000"/>
                <a:lumOff val="25000"/>
              </a:schemeClr>
            </a:solidFill>
          </a:ln>
        </p:spPr>
      </p:pic>
      <p:sp>
        <p:nvSpPr>
          <p:cNvPr id="7" name="テキスト ボックス 6">
            <a:extLst>
              <a:ext uri="{FF2B5EF4-FFF2-40B4-BE49-F238E27FC236}">
                <a16:creationId xmlns:a16="http://schemas.microsoft.com/office/drawing/2014/main" id="{8EA113AD-532D-1DDA-CF10-D4CC1C1EEECB}"/>
              </a:ext>
            </a:extLst>
          </p:cNvPr>
          <p:cNvSpPr txBox="1"/>
          <p:nvPr/>
        </p:nvSpPr>
        <p:spPr bwMode="auto">
          <a:xfrm>
            <a:off x="1738262" y="3284984"/>
            <a:ext cx="26642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原本ファイルのスタイル</a:t>
            </a:r>
          </a:p>
        </p:txBody>
      </p:sp>
      <p:sp>
        <p:nvSpPr>
          <p:cNvPr id="9" name="テキスト ボックス 8">
            <a:extLst>
              <a:ext uri="{FF2B5EF4-FFF2-40B4-BE49-F238E27FC236}">
                <a16:creationId xmlns:a16="http://schemas.microsoft.com/office/drawing/2014/main" id="{42A28DB1-1B9D-54A7-8848-0E6E0431D2C9}"/>
              </a:ext>
            </a:extLst>
          </p:cNvPr>
          <p:cNvSpPr txBox="1"/>
          <p:nvPr/>
        </p:nvSpPr>
        <p:spPr bwMode="auto">
          <a:xfrm>
            <a:off x="8099905" y="3284984"/>
            <a:ext cx="26642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800" kern="0">
                <a:latin typeface="BIZ UDPゴシック" panose="020B0400000000000000" pitchFamily="50" charset="-128"/>
                <a:ea typeface="BIZ UDPゴシック" panose="020B0400000000000000" pitchFamily="50" charset="-128"/>
              </a:rPr>
              <a:t>マージ後のスタイル</a:t>
            </a:r>
          </a:p>
        </p:txBody>
      </p:sp>
      <p:cxnSp>
        <p:nvCxnSpPr>
          <p:cNvPr id="10" name="直線矢印コネクタ 9">
            <a:extLst>
              <a:ext uri="{FF2B5EF4-FFF2-40B4-BE49-F238E27FC236}">
                <a16:creationId xmlns:a16="http://schemas.microsoft.com/office/drawing/2014/main" id="{B5E7FBAE-29D4-BC1A-1C14-177376CB5F6F}"/>
              </a:ext>
            </a:extLst>
          </p:cNvPr>
          <p:cNvCxnSpPr/>
          <p:nvPr/>
        </p:nvCxnSpPr>
        <p:spPr bwMode="auto">
          <a:xfrm>
            <a:off x="5438583" y="4491774"/>
            <a:ext cx="1656184" cy="0"/>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11" name="テキスト ボックス 10">
            <a:extLst>
              <a:ext uri="{FF2B5EF4-FFF2-40B4-BE49-F238E27FC236}">
                <a16:creationId xmlns:a16="http://schemas.microsoft.com/office/drawing/2014/main" id="{3974F1AA-8068-7130-16B5-3F9FFDFDC9C8}"/>
              </a:ext>
            </a:extLst>
          </p:cNvPr>
          <p:cNvSpPr txBox="1"/>
          <p:nvPr/>
        </p:nvSpPr>
        <p:spPr bwMode="auto">
          <a:xfrm>
            <a:off x="5553526" y="4005064"/>
            <a:ext cx="161297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800" kern="0">
                <a:latin typeface="BIZ UDPゴシック" panose="020B0400000000000000" pitchFamily="50" charset="-128"/>
                <a:ea typeface="BIZ UDPゴシック" panose="020B0400000000000000" pitchFamily="50" charset="-128"/>
              </a:rPr>
              <a:t>pptmerge</a:t>
            </a:r>
            <a:endParaRPr kumimoji="1" lang="ja-JP" altLang="en-US" sz="1800" kern="0">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F6833214-6ED1-BD6C-827E-1DF3465613DF}"/>
              </a:ext>
            </a:extLst>
          </p:cNvPr>
          <p:cNvSpPr txBox="1"/>
          <p:nvPr/>
        </p:nvSpPr>
        <p:spPr bwMode="auto">
          <a:xfrm>
            <a:off x="5447928" y="4581128"/>
            <a:ext cx="1774274"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800" kern="0">
                <a:latin typeface="BIZ UDPゴシック" panose="020B0400000000000000" pitchFamily="50" charset="-128"/>
                <a:ea typeface="BIZ UDPゴシック" panose="020B0400000000000000" pitchFamily="50" charset="-128"/>
              </a:rPr>
              <a:t>stylebase </a:t>
            </a:r>
            <a:r>
              <a:rPr kumimoji="1" lang="ja-JP" altLang="en-US" sz="1800" kern="0">
                <a:latin typeface="BIZ UDPゴシック" panose="020B0400000000000000" pitchFamily="50" charset="-128"/>
                <a:ea typeface="BIZ UDPゴシック" panose="020B0400000000000000" pitchFamily="50" charset="-128"/>
              </a:rPr>
              <a:t>で指定されたファイルのスタイルに変更される</a:t>
            </a:r>
          </a:p>
        </p:txBody>
      </p:sp>
    </p:spTree>
    <p:extLst>
      <p:ext uri="{BB962C8B-B14F-4D97-AF65-F5344CB8AC3E}">
        <p14:creationId xmlns:p14="http://schemas.microsoft.com/office/powerpoint/2010/main" val="3013083795"/>
      </p:ext>
    </p:extLst>
  </p:cSld>
  <p:clrMapOvr>
    <a:masterClrMapping/>
  </p:clrMapOvr>
</p:sld>
</file>

<file path=ppt/theme/theme1.xml><?xml version="1.0" encoding="utf-8"?>
<a:theme xmlns:a="http://schemas.openxmlformats.org/drawingml/2006/main" name="Edge">
  <a:themeElements>
    <a:clrScheme name="ユーザー定義 1">
      <a:dk1>
        <a:srgbClr val="292929"/>
      </a:dk1>
      <a:lt1>
        <a:sysClr val="window" lastClr="FFFFFF"/>
      </a:lt1>
      <a:dk2>
        <a:srgbClr val="244242"/>
      </a:dk2>
      <a:lt2>
        <a:srgbClr val="FFFFFF"/>
      </a:lt2>
      <a:accent1>
        <a:srgbClr val="51BD9C"/>
      </a:accent1>
      <a:accent2>
        <a:srgbClr val="FF2121"/>
      </a:accent2>
      <a:accent3>
        <a:srgbClr val="A3E3B1"/>
      </a:accent3>
      <a:accent4>
        <a:srgbClr val="FFE8B3"/>
      </a:accent4>
      <a:accent5>
        <a:srgbClr val="4BACC6"/>
      </a:accent5>
      <a:accent6>
        <a:srgbClr val="F79646"/>
      </a:accent6>
      <a:hlink>
        <a:srgbClr val="0000FF"/>
      </a:hlink>
      <a:folHlink>
        <a:srgbClr val="800080"/>
      </a:folHlink>
    </a:clrScheme>
    <a:fontScheme name="ユーザー定義 1">
      <a:majorFont>
        <a:latin typeface="Calibri"/>
        <a:ea typeface="メイリオ"/>
        <a:cs typeface=""/>
      </a:majorFont>
      <a:minorFont>
        <a:latin typeface="Calibri"/>
        <a:ea typeface="メイリオ"/>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2700" cap="flat" cmpd="sng" algn="ctr">
          <a:solidFill>
            <a:schemeClr val="tx1">
              <a:lumMod val="75000"/>
              <a:lumOff val="25000"/>
            </a:schemeClr>
          </a:solidFill>
          <a:prstDash val="solid"/>
          <a:round/>
          <a:headEnd type="none" w="med" len="med"/>
          <a:tailEnd type="none" w="med" len="med"/>
        </a:ln>
        <a:effectLst/>
      </a:spPr>
      <a:bodyPr vert="horz" wrap="none" lIns="90000" tIns="46800" rIns="90000" bIns="46800" numCol="1" rtlCol="0"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defRPr>
        </a:defPPr>
      </a:lstStyle>
    </a:spDef>
    <a:lnDef>
      <a:spPr bwMode="auto">
        <a:solidFill>
          <a:srgbClr val="CCFFFF"/>
        </a:solidFill>
        <a:ln w="28575" cap="flat" cmpd="sng" algn="ctr">
          <a:solidFill>
            <a:schemeClr val="tx1">
              <a:lumMod val="75000"/>
              <a:lumOff val="25000"/>
            </a:schemeClr>
          </a:solidFill>
          <a:prstDash val="solid"/>
          <a:round/>
          <a:headEnd type="none" w="med" len="med"/>
          <a:tailEnd type="triangle"/>
        </a:ln>
        <a:effectLst/>
      </a:spPr>
      <a:bodyPr/>
      <a:lstStyle/>
    </a:lnDef>
    <a:txDef>
      <a:spPr bwMode="auto">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spPr>
      <a:bodyPr vert="horz" wrap="square" lIns="91440" tIns="45720" rIns="91440" bIns="45720" numCol="1" rtlCol="0" anchor="t" anchorCtr="0" compatLnSpc="1">
        <a:prstTxWarp prst="textNoShape">
          <a:avLst/>
        </a:prstTxWarp>
        <a:spAutoFit/>
      </a:bodyPr>
      <a:lstStyle>
        <a:defPPr algn="l">
          <a:defRPr kumimoji="1" sz="1800" kern="0" smtClean="0">
            <a:latin typeface="BIZ UDPゴシック" panose="020B0400000000000000" pitchFamily="50" charset="-128"/>
            <a:ea typeface="BIZ UDPゴシック" panose="020B0400000000000000" pitchFamily="50" charset="-128"/>
          </a:defRPr>
        </a:defPPr>
      </a:lstStyle>
    </a:tx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28533</TotalTime>
  <Words>1412</Words>
  <Application>Microsoft Office PowerPoint</Application>
  <PresentationFormat>ワイド画面</PresentationFormat>
  <Paragraphs>269</Paragraphs>
  <Slides>5</Slides>
  <Notes>5</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5</vt:i4>
      </vt:variant>
    </vt:vector>
  </HeadingPairs>
  <TitlesOfParts>
    <vt:vector size="11" baseType="lpstr">
      <vt:lpstr>BIZ UDPゴシック</vt:lpstr>
      <vt:lpstr>FOT-UD丸ゴ_ラージ Pr6 M</vt:lpstr>
      <vt:lpstr>Arial</vt:lpstr>
      <vt:lpstr>Garamond</vt:lpstr>
      <vt:lpstr>Wingdings</vt:lpstr>
      <vt:lpstr>Edge</vt:lpstr>
      <vt:lpstr>stylebaseを別に指定する機能</vt:lpstr>
      <vt:lpstr>なぜstylebaseを別途指定すべき？</vt:lpstr>
      <vt:lpstr>stylebaseを別途指定するしくみ</vt:lpstr>
      <vt:lpstr>結合指示書サンプル</vt:lpstr>
      <vt:lpstr>styleの違うサンプル</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cp:lastModifiedBy/>
  <cp:revision>3676</cp:revision>
  <dcterms:modified xsi:type="dcterms:W3CDTF">2026-06-06T13:14:16Z</dcterms:modified>
</cp:coreProperties>
</file>