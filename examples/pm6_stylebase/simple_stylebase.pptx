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60" r:id="rId1"/>
  </p:sldMasterIdLst>
  <p:notesMasterIdLst>
    <p:notesMasterId r:id="rId3"/>
  </p:notesMasterIdLst>
  <p:sldIdLst>
    <p:sldId id="1976" r:id="rId2"/>
  </p:sldIdLst>
  <p:sldSz cx="12192000" cy="6858000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5pPr>
    <a:lvl6pPr marL="22860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6pPr>
    <a:lvl7pPr marL="27432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7pPr>
    <a:lvl8pPr marL="32004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8pPr>
    <a:lvl9pPr marL="36576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347"/>
    <a:srgbClr val="FF9933"/>
    <a:srgbClr val="CC66FF"/>
    <a:srgbClr val="E34234"/>
    <a:srgbClr val="292929"/>
    <a:srgbClr val="FF7F50"/>
    <a:srgbClr val="FF3300"/>
    <a:srgbClr val="C8EED0"/>
    <a:srgbClr val="5E5E5E"/>
    <a:srgbClr val="3333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16DA210-FB5B-4158-B5E0-FEB733F419BA}" styleName="スタイル (淡色)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294" autoAdjust="0"/>
    <p:restoredTop sz="63345" autoAdjust="0"/>
  </p:normalViewPr>
  <p:slideViewPr>
    <p:cSldViewPr>
      <p:cViewPr varScale="1">
        <p:scale>
          <a:sx n="79" d="100"/>
          <a:sy n="79" d="100"/>
        </p:scale>
        <p:origin x="2274" y="9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-19404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4670BC-B8C6-44A7-84E1-23632D8FD86F}" type="datetimeFigureOut">
              <a:rPr kumimoji="1" lang="ja-JP" altLang="en-US" smtClean="0"/>
              <a:t>2026/5/17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10FDB7-3E02-4363-90B3-590B3C26A88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7353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085905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007436" y="1524000"/>
            <a:ext cx="10164233" cy="1752600"/>
          </a:xfrm>
        </p:spPr>
        <p:txBody>
          <a:bodyPr/>
          <a:lstStyle>
            <a:lvl1pPr>
              <a:defRPr sz="4200">
                <a:solidFill>
                  <a:schemeClr val="tx2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  <a:endParaRPr lang="en-US" altLang="ja-JP" dirty="0"/>
          </a:p>
        </p:txBody>
      </p:sp>
      <p:sp>
        <p:nvSpPr>
          <p:cNvPr id="1024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3407834" y="3962400"/>
            <a:ext cx="7971367" cy="1752600"/>
          </a:xfrm>
          <a:prstGeom prst="rect">
            <a:avLst/>
          </a:prstGeom>
        </p:spPr>
        <p:txBody>
          <a:bodyPr/>
          <a:lstStyle>
            <a:lvl1pPr marL="0" indent="0">
              <a:buFont typeface="Wingdings" pitchFamily="2" charset="2"/>
              <a:buNone/>
              <a:defRPr sz="28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サブタイトルの書式設定</a:t>
            </a:r>
            <a:endParaRPr lang="en-US" altLang="ja-JP" dirty="0"/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8254D289-857E-022B-E722-6C7257F338BE}"/>
              </a:ext>
            </a:extLst>
          </p:cNvPr>
          <p:cNvSpPr/>
          <p:nvPr userDrawn="1"/>
        </p:nvSpPr>
        <p:spPr bwMode="auto">
          <a:xfrm>
            <a:off x="3312000" y="3666171"/>
            <a:ext cx="8328616" cy="91135"/>
          </a:xfrm>
          <a:prstGeom prst="roundRect">
            <a:avLst>
              <a:gd name="adj" fmla="val 49227"/>
            </a:avLst>
          </a:prstGeom>
          <a:solidFill>
            <a:srgbClr val="339966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2035234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xfrm>
            <a:off x="17348" y="6640021"/>
            <a:ext cx="5048251" cy="208483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98656" y="260648"/>
            <a:ext cx="10957984" cy="648072"/>
          </a:xfrm>
        </p:spPr>
        <p:txBody>
          <a:bodyPr/>
          <a:lstStyle>
            <a:lvl1pPr>
              <a:defRPr sz="2800" b="1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>
          <a:xfrm>
            <a:off x="609600" y="980728"/>
            <a:ext cx="10972800" cy="5256584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 marL="669925" indent="-325438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2pPr>
            <a:lvl3pPr marL="1022350" indent="-350838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3pPr>
            <a:lvl4pPr marL="1339850" indent="-315913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4pPr>
            <a:lvl5pPr marL="1681163" indent="-339725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5pPr>
          </a:lstStyle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F7DC264F-9A8B-8BC9-4FFA-4238A27ED534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554182" y="953621"/>
            <a:ext cx="11083636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8" name="Rectangle 6">
            <a:extLst>
              <a:ext uri="{FF2B5EF4-FFF2-40B4-BE49-F238E27FC236}">
                <a16:creationId xmlns:a16="http://schemas.microsoft.com/office/drawing/2014/main" id="{6BB55BAD-460C-3254-9DE7-B95DC62378A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3575642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VTW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F7DC264F-9A8B-8BC9-4FFA-4238A27ED534}"/>
              </a:ext>
            </a:extLst>
          </p:cNvPr>
          <p:cNvCxnSpPr>
            <a:cxnSpLocks/>
          </p:cNvCxnSpPr>
          <p:nvPr/>
        </p:nvCxnSpPr>
        <p:spPr bwMode="auto">
          <a:xfrm>
            <a:off x="301057" y="833306"/>
            <a:ext cx="11616074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4" name="タイトル 1">
            <a:extLst>
              <a:ext uri="{FF2B5EF4-FFF2-40B4-BE49-F238E27FC236}">
                <a16:creationId xmlns:a16="http://schemas.microsoft.com/office/drawing/2014/main" id="{5ED325D3-3CCE-5405-EA2A-09E70E70C4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656" y="260648"/>
            <a:ext cx="10957984" cy="501352"/>
          </a:xfrm>
        </p:spPr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ja-JP" altLang="en-US" dirty="0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62F59FD7-9291-23C8-03A9-329B4C15CFF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7348" y="6640021"/>
            <a:ext cx="5048251" cy="208483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1917820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0DDA252F-B76B-2A98-8A15-68FEF4A206CF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554182" y="953621"/>
            <a:ext cx="11083636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7" name="Rectangle 5">
            <a:extLst>
              <a:ext uri="{FF2B5EF4-FFF2-40B4-BE49-F238E27FC236}">
                <a16:creationId xmlns:a16="http://schemas.microsoft.com/office/drawing/2014/main" id="{83FEA43B-F379-CB8A-0CC1-34E310D7DF9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19336" y="6555804"/>
            <a:ext cx="5048251" cy="252264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27F33519-DE7B-1578-63B1-C7F9384DEEE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509809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5">
            <a:extLst>
              <a:ext uri="{FF2B5EF4-FFF2-40B4-BE49-F238E27FC236}">
                <a16:creationId xmlns:a16="http://schemas.microsoft.com/office/drawing/2014/main" id="{CCA1F410-EAC2-3B54-16CE-1F8AD3A2927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19336" y="6555804"/>
            <a:ext cx="5048251" cy="252264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79E8B39C-04D2-1AF7-9927-F5F6D4CA6FEA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9083437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 1"/>
          <p:cNvSpPr>
            <a:spLocks noGrp="1"/>
          </p:cNvSpPr>
          <p:nvPr>
            <p:ph/>
          </p:nvPr>
        </p:nvSpPr>
        <p:spPr>
          <a:xfrm>
            <a:off x="609600" y="277813"/>
            <a:ext cx="10972800" cy="5853112"/>
          </a:xfrm>
          <a:prstGeom prst="rect">
            <a:avLst/>
          </a:prstGeom>
        </p:spPr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2pPr>
            <a:lvl3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3pPr>
            <a:lvl4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4pPr>
            <a:lvl5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5pPr>
          </a:lstStyle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101701D8-2655-4364-A1CC-F63E88A9B83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DAFE0410-6CDA-6DC1-4B56-83230C71018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19336" y="6555804"/>
            <a:ext cx="5048251" cy="252264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7954691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898656" y="260648"/>
            <a:ext cx="10957984" cy="5013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ja-JP" dirty="0" err="1"/>
              <a:t>マスタ</a:t>
            </a:r>
            <a:r>
              <a:rPr lang="en-US" altLang="ja-JP" dirty="0"/>
              <a:t> </a:t>
            </a:r>
            <a:r>
              <a:rPr lang="en-US" altLang="ja-JP" dirty="0" err="1"/>
              <a:t>タイトルの書式設定</a:t>
            </a:r>
            <a:endParaRPr lang="en-US" altLang="ja-JP" dirty="0"/>
          </a:p>
        </p:txBody>
      </p:sp>
      <p:sp>
        <p:nvSpPr>
          <p:cNvPr id="2" name="Rectangle 6">
            <a:extLst>
              <a:ext uri="{FF2B5EF4-FFF2-40B4-BE49-F238E27FC236}">
                <a16:creationId xmlns:a16="http://schemas.microsoft.com/office/drawing/2014/main" id="{91A1ECCD-F85D-D247-549B-2E41B84C18AE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1553269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8" r:id="rId3"/>
    <p:sldLayoutId id="2147483664" r:id="rId4"/>
    <p:sldLayoutId id="2147483666" r:id="rId5"/>
    <p:sldLayoutId id="2147483667" r:id="rId6"/>
  </p:sldLayoutIdLst>
  <p:hf sldNum="0" hd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BIZ UDPゴシック" panose="020B0400000000000000" pitchFamily="50" charset="-128"/>
          <a:ea typeface="BIZ UDPゴシック" panose="020B0400000000000000" pitchFamily="50" charset="-128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5000"/>
        <a:buFont typeface="Wingdings" panose="05000000000000000000" pitchFamily="2" charset="2"/>
        <a:buChar char="n"/>
        <a:defRPr kumimoji="1" sz="20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  <a:cs typeface="+mn-cs"/>
        </a:defRPr>
      </a:lvl1pPr>
      <a:lvl2pPr marL="669925" indent="-325438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0000"/>
        <a:buFont typeface="Wingdings" panose="05000000000000000000" pitchFamily="2" charset="2"/>
        <a:buChar char="n"/>
        <a:defRPr kumimoji="1" sz="18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2pPr>
      <a:lvl3pPr marL="1022350" indent="-350838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5000"/>
        <a:buFont typeface="Wingdings" panose="05000000000000000000" pitchFamily="2" charset="2"/>
        <a:buChar char="n"/>
        <a:defRPr kumimoji="1" sz="16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3pPr>
      <a:lvl4pPr marL="1339850" indent="-315913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70000"/>
        <a:buFont typeface="Wingdings" panose="05000000000000000000" pitchFamily="2" charset="2"/>
        <a:buChar char="n"/>
        <a:defRPr kumimoji="1" sz="14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4pPr>
      <a:lvl5pPr marL="1681163" indent="-339725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75000"/>
        <a:buFont typeface="Wingdings" panose="05000000000000000000" pitchFamily="2" charset="2"/>
        <a:buChar char="n"/>
        <a:defRPr kumimoji="1" sz="12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5pPr>
      <a:lvl6pPr marL="21383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6pPr>
      <a:lvl7pPr marL="25955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7pPr>
      <a:lvl8pPr marL="30527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8pPr>
      <a:lvl9pPr marL="35099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A46C6D-EF5A-8A92-ACF6-75AC015514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B1B2C5C-964A-152B-60CE-B6309703FA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スタイル定義のベースファイル</a:t>
            </a:r>
            <a:endParaRPr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E1FEF193-C1D0-B8AE-67BA-33E01EE0CF7D}"/>
              </a:ext>
            </a:extLst>
          </p:cNvPr>
          <p:cNvSpPr txBox="1"/>
          <p:nvPr/>
        </p:nvSpPr>
        <p:spPr bwMode="auto">
          <a:xfrm>
            <a:off x="2207568" y="1745334"/>
            <a:ext cx="7776864" cy="2514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>
              <a:lnSpc>
                <a:spcPct val="150000"/>
              </a:lnSpc>
            </a:pPr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このファイルは </a:t>
            </a:r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md_merge </a:t>
            </a:r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ツールの </a:t>
            </a:r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pptmerge </a:t>
            </a:r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機能で使用します。</a:t>
            </a:r>
            <a:endParaRPr kumimoji="1" lang="en-US" altLang="ja-JP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l">
              <a:lnSpc>
                <a:spcPct val="150000"/>
              </a:lnSpc>
            </a:pPr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pptx</a:t>
            </a:r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をマージするときに一番最初のベースになるファイルです。</a:t>
            </a:r>
            <a:endParaRPr kumimoji="1" lang="en-US" altLang="ja-JP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>
              <a:lnSpc>
                <a:spcPct val="150000"/>
              </a:lnSpc>
            </a:pPr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マージ対象の</a:t>
            </a:r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pptx</a:t>
            </a:r>
            <a:r>
              <a:rPr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と同じスタイル定義でなければなりません。　スタイルが違うとレイアウトが崩れます。</a:t>
            </a:r>
            <a:endParaRPr lang="en-US" altLang="ja-JP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>
              <a:lnSpc>
                <a:spcPct val="150000"/>
              </a:lnSpc>
            </a:pPr>
            <a:endParaRPr lang="en-US" altLang="ja-JP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>
              <a:lnSpc>
                <a:spcPct val="150000"/>
              </a:lnSpc>
            </a:pPr>
            <a:r>
              <a:rPr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このページ自体は削除されるため、生成物には残りません</a:t>
            </a:r>
            <a:endParaRPr lang="en-US" altLang="ja-JP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190809309"/>
      </p:ext>
    </p:extLst>
  </p:cSld>
  <p:clrMapOvr>
    <a:masterClrMapping/>
  </p:clrMapOvr>
</p:sld>
</file>

<file path=ppt/theme/theme1.xml><?xml version="1.0" encoding="utf-8"?>
<a:theme xmlns:a="http://schemas.openxmlformats.org/drawingml/2006/main" name="Edge">
  <a:themeElements>
    <a:clrScheme name="ユーザー定義 1">
      <a:dk1>
        <a:srgbClr val="292929"/>
      </a:dk1>
      <a:lt1>
        <a:sysClr val="window" lastClr="FFFFFF"/>
      </a:lt1>
      <a:dk2>
        <a:srgbClr val="244242"/>
      </a:dk2>
      <a:lt2>
        <a:srgbClr val="FFFFFF"/>
      </a:lt2>
      <a:accent1>
        <a:srgbClr val="51BD9C"/>
      </a:accent1>
      <a:accent2>
        <a:srgbClr val="FF2121"/>
      </a:accent2>
      <a:accent3>
        <a:srgbClr val="A3E3B1"/>
      </a:accent3>
      <a:accent4>
        <a:srgbClr val="FFE8B3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ユーザー定義 1">
      <a:majorFont>
        <a:latin typeface="Calibri"/>
        <a:ea typeface="メイリオ"/>
        <a:cs typeface=""/>
      </a:majorFont>
      <a:minorFont>
        <a:latin typeface="Calibri"/>
        <a:ea typeface="メイリオ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1"/>
        </a:solidFill>
        <a:ln w="12700" cap="flat" cmpd="sng" algn="ctr">
          <a:solidFill>
            <a:schemeClr val="tx1">
              <a:lumMod val="75000"/>
              <a:lumOff val="25000"/>
            </a:schemeClr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0000" tIns="46800" rIns="90000" bIns="46800" numCol="1" rtlCol="0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sz="2000" b="1" i="0" u="none" strike="noStrike" cap="none" normalizeH="0" baseline="0" dirty="0">
            <a:ln>
              <a:noFill/>
            </a:ln>
            <a:solidFill>
              <a:schemeClr val="tx1"/>
            </a:solidFill>
            <a:effectLst/>
            <a:latin typeface="BIZ UDPゴシック" panose="020B0400000000000000" pitchFamily="50" charset="-128"/>
            <a:ea typeface="BIZ UDPゴシック" panose="020B0400000000000000" pitchFamily="50" charset="-128"/>
          </a:defRPr>
        </a:defPPr>
      </a:lstStyle>
    </a:spDef>
    <a:lnDef>
      <a:spPr bwMode="auto">
        <a:solidFill>
          <a:srgbClr val="CCFFFF"/>
        </a:solidFill>
        <a:ln w="28575" cap="flat" cmpd="sng" algn="ctr">
          <a:solidFill>
            <a:schemeClr val="tx1">
              <a:lumMod val="75000"/>
              <a:lumOff val="25000"/>
            </a:schemeClr>
          </a:solidFill>
          <a:prstDash val="solid"/>
          <a:round/>
          <a:headEnd type="none" w="med" len="med"/>
          <a:tailEnd type="triangle"/>
        </a:ln>
        <a:effectLst/>
      </a:spPr>
      <a:bodyPr/>
      <a:lstStyle/>
    </a:lnDef>
    <a:txDef>
      <a:spPr bwMode="auto">
        <a:noFill/>
        <a:ln>
          <a:noFill/>
        </a:ln>
        <a:extLst>
          <a:ext uri="{909E8E84-426E-40DD-AFC4-6F175D3DCCD1}">
            <a14:hiddenFill xmlns:a14="http://schemas.microsoft.com/office/drawing/2010/main">
              <a:solidFill>
                <a:srgbClr val="FFFFFF"/>
              </a:solidFill>
            </a14:hiddenFill>
          </a:ext>
          <a:ext uri="{91240B29-F687-4F45-9708-019B960494DF}">
            <a14:hiddenLine xmlns:a14="http://schemas.microsoft.com/office/drawing/2010/main" w="9525">
              <a:solidFill>
                <a:srgbClr val="000000"/>
              </a:solidFill>
              <a:miter lim="800000"/>
              <a:headEnd/>
              <a:tailEnd/>
            </a14:hiddenLine>
          </a:ext>
        </a:extLst>
      </a:spPr>
      <a:bodyPr vert="horz" wrap="square" lIns="91440" tIns="45720" rIns="91440" bIns="45720" numCol="1" rtlCol="0" anchor="t" anchorCtr="0" compatLnSpc="1">
        <a:prstTxWarp prst="textNoShape">
          <a:avLst/>
        </a:prstTxWarp>
        <a:spAutoFit/>
      </a:bodyPr>
      <a:lstStyle>
        <a:defPPr algn="l">
          <a:defRPr kumimoji="1" sz="1800" kern="0" smtClean="0">
            <a:latin typeface="BIZ UDPゴシック" panose="020B0400000000000000" pitchFamily="50" charset="-128"/>
            <a:ea typeface="BIZ UDPゴシック" panose="020B0400000000000000" pitchFamily="50" charset="-128"/>
          </a:defRPr>
        </a:defPPr>
      </a:lstStyle>
    </a:txDef>
  </a:objectDefaults>
  <a:extraClrSchemeLst>
    <a:extraClrScheme>
      <a:clrScheme name="Edge 1">
        <a:dk1>
          <a:srgbClr val="333333"/>
        </a:dk1>
        <a:lt1>
          <a:srgbClr val="FFFFFF"/>
        </a:lt1>
        <a:dk2>
          <a:srgbClr val="820000"/>
        </a:dk2>
        <a:lt2>
          <a:srgbClr val="FFFFFF"/>
        </a:lt2>
        <a:accent1>
          <a:srgbClr val="FF9900"/>
        </a:accent1>
        <a:accent2>
          <a:srgbClr val="CC3300"/>
        </a:accent2>
        <a:accent3>
          <a:srgbClr val="C1AAAA"/>
        </a:accent3>
        <a:accent4>
          <a:srgbClr val="DADADA"/>
        </a:accent4>
        <a:accent5>
          <a:srgbClr val="FFCAAA"/>
        </a:accent5>
        <a:accent6>
          <a:srgbClr val="B92D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2">
        <a:dk1>
          <a:srgbClr val="333333"/>
        </a:dk1>
        <a:lt1>
          <a:srgbClr val="CCCCFF"/>
        </a:lt1>
        <a:dk2>
          <a:srgbClr val="0B0506"/>
        </a:dk2>
        <a:lt2>
          <a:srgbClr val="FFFFFF"/>
        </a:lt2>
        <a:accent1>
          <a:srgbClr val="3366CC"/>
        </a:accent1>
        <a:accent2>
          <a:srgbClr val="3333CC"/>
        </a:accent2>
        <a:accent3>
          <a:srgbClr val="AAAAAA"/>
        </a:accent3>
        <a:accent4>
          <a:srgbClr val="AEAEDA"/>
        </a:accent4>
        <a:accent5>
          <a:srgbClr val="ADB8E2"/>
        </a:accent5>
        <a:accent6>
          <a:srgbClr val="2D2DB9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3">
        <a:dk1>
          <a:srgbClr val="333333"/>
        </a:dk1>
        <a:lt1>
          <a:srgbClr val="FFFFFF"/>
        </a:lt1>
        <a:dk2>
          <a:srgbClr val="221013"/>
        </a:dk2>
        <a:lt2>
          <a:srgbClr val="FFFFFF"/>
        </a:lt2>
        <a:accent1>
          <a:srgbClr val="CC3300"/>
        </a:accent1>
        <a:accent2>
          <a:srgbClr val="CC9900"/>
        </a:accent2>
        <a:accent3>
          <a:srgbClr val="ABAAAA"/>
        </a:accent3>
        <a:accent4>
          <a:srgbClr val="DADADA"/>
        </a:accent4>
        <a:accent5>
          <a:srgbClr val="E2ADAA"/>
        </a:accent5>
        <a:accent6>
          <a:srgbClr val="B98A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4">
        <a:dk1>
          <a:srgbClr val="11054B"/>
        </a:dk1>
        <a:lt1>
          <a:srgbClr val="FFFFFF"/>
        </a:lt1>
        <a:dk2>
          <a:srgbClr val="0000CC"/>
        </a:dk2>
        <a:lt2>
          <a:srgbClr val="FFFFFF"/>
        </a:lt2>
        <a:accent1>
          <a:srgbClr val="FF6600"/>
        </a:accent1>
        <a:accent2>
          <a:srgbClr val="FF3300"/>
        </a:accent2>
        <a:accent3>
          <a:srgbClr val="AAAAE2"/>
        </a:accent3>
        <a:accent4>
          <a:srgbClr val="DADADA"/>
        </a:accent4>
        <a:accent5>
          <a:srgbClr val="FFB8AA"/>
        </a:accent5>
        <a:accent6>
          <a:srgbClr val="E72D00"/>
        </a:accent6>
        <a:hlink>
          <a:srgbClr val="CC9900"/>
        </a:hlink>
        <a:folHlink>
          <a:srgbClr val="B2B2B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5">
        <a:dk1>
          <a:srgbClr val="9B8D65"/>
        </a:dk1>
        <a:lt1>
          <a:srgbClr val="F8F8F8"/>
        </a:lt1>
        <a:dk2>
          <a:srgbClr val="002600"/>
        </a:dk2>
        <a:lt2>
          <a:srgbClr val="FAFACC"/>
        </a:lt2>
        <a:accent1>
          <a:srgbClr val="CC9933"/>
        </a:accent1>
        <a:accent2>
          <a:srgbClr val="8F9967"/>
        </a:accent2>
        <a:accent3>
          <a:srgbClr val="AAACAA"/>
        </a:accent3>
        <a:accent4>
          <a:srgbClr val="D4D4D4"/>
        </a:accent4>
        <a:accent5>
          <a:srgbClr val="E2CAAD"/>
        </a:accent5>
        <a:accent6>
          <a:srgbClr val="818A5D"/>
        </a:accent6>
        <a:hlink>
          <a:srgbClr val="336600"/>
        </a:hlink>
        <a:folHlink>
          <a:srgbClr val="8080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6">
        <a:dk1>
          <a:srgbClr val="333333"/>
        </a:dk1>
        <a:lt1>
          <a:srgbClr val="FFFFFF"/>
        </a:lt1>
        <a:dk2>
          <a:srgbClr val="006699"/>
        </a:dk2>
        <a:lt2>
          <a:srgbClr val="FFFFFF"/>
        </a:lt2>
        <a:accent1>
          <a:srgbClr val="CC9900"/>
        </a:accent1>
        <a:accent2>
          <a:srgbClr val="FF9900"/>
        </a:accent2>
        <a:accent3>
          <a:srgbClr val="AAB8CA"/>
        </a:accent3>
        <a:accent4>
          <a:srgbClr val="DADADA"/>
        </a:accent4>
        <a:accent5>
          <a:srgbClr val="E2CAAA"/>
        </a:accent5>
        <a:accent6>
          <a:srgbClr val="E78A00"/>
        </a:accent6>
        <a:hlink>
          <a:srgbClr val="FFCC00"/>
        </a:hlink>
        <a:folHlink>
          <a:srgbClr val="706F37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7">
        <a:dk1>
          <a:srgbClr val="000000"/>
        </a:dk1>
        <a:lt1>
          <a:srgbClr val="FFFFFF"/>
        </a:lt1>
        <a:dk2>
          <a:srgbClr val="006633"/>
        </a:dk2>
        <a:lt2>
          <a:srgbClr val="5F5F5F"/>
        </a:lt2>
        <a:accent1>
          <a:srgbClr val="CC9900"/>
        </a:accent1>
        <a:accent2>
          <a:srgbClr val="3B812F"/>
        </a:accent2>
        <a:accent3>
          <a:srgbClr val="FFFFFF"/>
        </a:accent3>
        <a:accent4>
          <a:srgbClr val="000000"/>
        </a:accent4>
        <a:accent5>
          <a:srgbClr val="E2CAAA"/>
        </a:accent5>
        <a:accent6>
          <a:srgbClr val="35742A"/>
        </a:accent6>
        <a:hlink>
          <a:srgbClr val="996600"/>
        </a:hlink>
        <a:folHlink>
          <a:srgbClr val="AFBF3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dge 8">
        <a:dk1>
          <a:srgbClr val="000000"/>
        </a:dk1>
        <a:lt1>
          <a:srgbClr val="FFFFFF"/>
        </a:lt1>
        <a:dk2>
          <a:srgbClr val="CC0000"/>
        </a:dk2>
        <a:lt2>
          <a:srgbClr val="666699"/>
        </a:lt2>
        <a:accent1>
          <a:srgbClr val="808080"/>
        </a:accent1>
        <a:accent2>
          <a:srgbClr val="999933"/>
        </a:accent2>
        <a:accent3>
          <a:srgbClr val="FFFFFF"/>
        </a:accent3>
        <a:accent4>
          <a:srgbClr val="000000"/>
        </a:accent4>
        <a:accent5>
          <a:srgbClr val="C0C0C0"/>
        </a:accent5>
        <a:accent6>
          <a:srgbClr val="8A8A2D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dge 9">
        <a:dk1>
          <a:srgbClr val="000000"/>
        </a:dk1>
        <a:lt1>
          <a:srgbClr val="FFFFFF"/>
        </a:lt1>
        <a:dk2>
          <a:srgbClr val="003399"/>
        </a:dk2>
        <a:lt2>
          <a:srgbClr val="666699"/>
        </a:lt2>
        <a:accent1>
          <a:srgbClr val="009999"/>
        </a:accent1>
        <a:accent2>
          <a:srgbClr val="4C6D4E"/>
        </a:accent2>
        <a:accent3>
          <a:srgbClr val="FFFFFF"/>
        </a:accent3>
        <a:accent4>
          <a:srgbClr val="000000"/>
        </a:accent4>
        <a:accent5>
          <a:srgbClr val="AACACA"/>
        </a:accent5>
        <a:accent6>
          <a:srgbClr val="446246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図解技法による分かりやすい資料の作成講座-20181121・講師用</Template>
  <TotalTime>28533</TotalTime>
  <Words>65</Words>
  <Application>Microsoft Office PowerPoint</Application>
  <PresentationFormat>ワイド画面</PresentationFormat>
  <Paragraphs>7</Paragraphs>
  <Slides>1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7" baseType="lpstr">
      <vt:lpstr>BIZ UDPゴシック</vt:lpstr>
      <vt:lpstr>FOT-UD丸ゴ_ラージ Pr6 M</vt:lpstr>
      <vt:lpstr>Arial</vt:lpstr>
      <vt:lpstr>Garamond</vt:lpstr>
      <vt:lpstr>Wingdings</vt:lpstr>
      <vt:lpstr>Edge</vt:lpstr>
      <vt:lpstr>スタイル定義のベースファイル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cp:lastModifiedBy>瑞浩 開米</cp:lastModifiedBy>
  <cp:revision>3675</cp:revision>
  <dcterms:modified xsi:type="dcterms:W3CDTF">2026-05-16T23:35:53Z</dcterms:modified>
</cp:coreProperties>
</file>