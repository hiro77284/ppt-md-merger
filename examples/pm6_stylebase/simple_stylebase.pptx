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"/>
  </p:notesMasterIdLst>
  <p:sldIdLst>
    <p:sldId id="1976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47"/>
    <a:srgbClr val="FF9933"/>
    <a:srgbClr val="CC66FF"/>
    <a:srgbClr val="E34234"/>
    <a:srgbClr val="292929"/>
    <a:srgbClr val="FF7F50"/>
    <a:srgbClr val="FF3300"/>
    <a:srgbClr val="C8EED0"/>
    <a:srgbClr val="5E5E5E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63345" autoAdjust="0"/>
  </p:normalViewPr>
  <p:slideViewPr>
    <p:cSldViewPr>
      <p:cViewPr varScale="1">
        <p:scale>
          <a:sx n="79" d="100"/>
          <a:sy n="79" d="100"/>
        </p:scale>
        <p:origin x="227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590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6C6D-EF5A-8A92-ACF6-75AC0155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1B2C5C-964A-152B-60CE-B6309703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スタイル定義のベースファイル</a:t>
            </a:r>
            <a:endParaRPr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1FEF193-C1D0-B8AE-67BA-33E01EE0CF7D}"/>
              </a:ext>
            </a:extLst>
          </p:cNvPr>
          <p:cNvSpPr txBox="1"/>
          <p:nvPr/>
        </p:nvSpPr>
        <p:spPr bwMode="auto">
          <a:xfrm>
            <a:off x="2207568" y="1745334"/>
            <a:ext cx="7776864" cy="251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このファイルは 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md_merge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ツールの 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機能で使用します。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50000"/>
              </a:lnSpc>
            </a:pP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をマージするときに一番最初のベースになるファイルです。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マージ対象の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と同じスタイル定義でなければなりません。　スタイルが違うとレイアウトが崩れます。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このページ自体は削除されるため、生成物には残りません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080930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28533</TotalTime>
  <Words>65</Words>
  <Application>Microsoft Office PowerPoint</Application>
  <PresentationFormat>ワイド画面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FOT-UD丸ゴ_ラージ Pr6 M</vt:lpstr>
      <vt:lpstr>Arial</vt:lpstr>
      <vt:lpstr>Garamond</vt:lpstr>
      <vt:lpstr>Wingdings</vt:lpstr>
      <vt:lpstr>Edge</vt:lpstr>
      <vt:lpstr>スタイル定義のベースファイル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3675</cp:revision>
  <dcterms:modified xsi:type="dcterms:W3CDTF">2026-05-16T23:35:53Z</dcterms:modified>
</cp:coreProperties>
</file>