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3"/>
  </p:notesMasterIdLst>
  <p:sldIdLst>
    <p:sldId id="1785" r:id="rId2"/>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FFFF"/>
    <a:srgbClr val="FFFF00"/>
    <a:srgbClr val="FFFFCC"/>
    <a:srgbClr val="FFCCFF"/>
    <a:srgbClr val="CCECFF"/>
    <a:srgbClr val="99FFCC"/>
    <a:srgbClr val="FF6347"/>
    <a:srgbClr val="FF9933"/>
    <a:srgbClr val="CC66FF"/>
    <a:srgbClr val="E342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7451" autoAdjust="0"/>
  </p:normalViewPr>
  <p:slideViewPr>
    <p:cSldViewPr>
      <p:cViewPr varScale="1">
        <p:scale>
          <a:sx n="108" d="100"/>
          <a:sy n="108" d="100"/>
        </p:scale>
        <p:origin x="1932"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78"/>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左側が different_style_sample.pptx のスタイルです。　それがマージ後の stylebase_merged.pptx 末尾では右側のスタイルに変更されていることを確認してください。</a:t>
            </a:r>
          </a:p>
          <a:p/>
          <a:p>
            <a:r>
              <a:t>```{=latex}</a:t>
            </a:r>
          </a:p>
          <a:p>
            <a:r>
              <a:t>\par\vspace{1\baselineskip}</a:t>
            </a:r>
          </a:p>
          <a:p>
            <a:r>
              <a:t>\begin{center}</a:t>
            </a:r>
          </a:p>
          <a:p>
            <a:r>
              <a:t>```</a:t>
            </a:r>
          </a:p>
          <a:p/>
          <a:p>
            <a:r>
              <a:t>![](figures/&lt;__BASEFILENAME__&gt;_slide&lt;__SLIDENUM__&gt;_fig.png){ width=95% }</a:t>
            </a:r>
          </a:p>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8312142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76200" cap="flat" cmpd="sng" algn="ctr">
            <a:solidFill>
              <a:srgbClr val="00B0F0"/>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301057" y="253141"/>
            <a:ext cx="11616074" cy="551487"/>
          </a:xfrm>
          <a:gradFill flip="none" rotWithShape="1">
            <a:gsLst>
              <a:gs pos="0">
                <a:srgbClr val="00B0F0">
                  <a:tint val="66000"/>
                  <a:satMod val="160000"/>
                </a:srgbClr>
              </a:gs>
              <a:gs pos="50000">
                <a:srgbClr val="00B0F0">
                  <a:tint val="44500"/>
                  <a:satMod val="160000"/>
                </a:srgbClr>
              </a:gs>
              <a:gs pos="100000">
                <a:srgbClr val="00B0F0">
                  <a:tint val="23500"/>
                  <a:satMod val="160000"/>
                </a:srgbClr>
              </a:gs>
            </a:gsLst>
            <a:path path="circle">
              <a:fillToRect r="100000" b="100000"/>
            </a:path>
            <a:tileRect l="-100000" t="-100000"/>
          </a:gradFill>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xportrange">
            <a:extLst>
              <a:ext uri="{FF2B5EF4-FFF2-40B4-BE49-F238E27FC236}">
                <a16:creationId xmlns:a16="http://schemas.microsoft.com/office/drawing/2014/main" id="{81D129EC-19F2-C94A-5DFC-1C11487A3046}"/>
              </a:ext>
            </a:extLst>
          </p:cNvPr>
          <p:cNvSpPr/>
          <p:nvPr/>
        </p:nvSpPr>
        <p:spPr bwMode="auto">
          <a:xfrm>
            <a:off x="623391" y="2955287"/>
            <a:ext cx="10945209" cy="328202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a:t>
            </a:r>
            <a:r>
              <a:rPr kumimoji="1" lang="ja-JP" altLang="en-US"/>
              <a:t>の違うサンプル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7752184" y="195005"/>
            <a:ext cx="4165345"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&lt;__FILENAME__&gt;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3B34C001-55FF-8E35-E106-3D8A5118B6F6}"/>
              </a:ext>
            </a:extLst>
          </p:cNvPr>
          <p:cNvSpPr txBox="1"/>
          <p:nvPr/>
        </p:nvSpPr>
        <p:spPr bwMode="auto">
          <a:xfrm>
            <a:off x="623392" y="1556792"/>
            <a:ext cx="81749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このファイルはスタイルを通常と変えてあります。</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マージ後は上部のスタイルが変わります。</a:t>
            </a:r>
          </a:p>
        </p:txBody>
      </p:sp>
      <p:cxnSp>
        <p:nvCxnSpPr>
          <p:cNvPr id="8" name="直線矢印コネクタ 7">
            <a:extLst>
              <a:ext uri="{FF2B5EF4-FFF2-40B4-BE49-F238E27FC236}">
                <a16:creationId xmlns:a16="http://schemas.microsoft.com/office/drawing/2014/main" id="{9AA72E20-AF52-2782-7A3E-599E195B3D35}"/>
              </a:ext>
            </a:extLst>
          </p:cNvPr>
          <p:cNvCxnSpPr/>
          <p:nvPr/>
        </p:nvCxnSpPr>
        <p:spPr bwMode="auto">
          <a:xfrm flipV="1">
            <a:off x="1415480" y="980728"/>
            <a:ext cx="0" cy="576064"/>
          </a:xfrm>
          <a:prstGeom prst="straightConnector1">
            <a:avLst/>
          </a:prstGeom>
          <a:solidFill>
            <a:srgbClr val="CCFFFF"/>
          </a:solidFill>
          <a:ln w="57150" cap="flat" cmpd="sng" algn="ctr">
            <a:solidFill>
              <a:schemeClr val="accent2"/>
            </a:solidFill>
            <a:prstDash val="solid"/>
            <a:round/>
            <a:headEnd type="none" w="med" len="med"/>
            <a:tailEnd type="triangle"/>
          </a:ln>
          <a:effectLst/>
        </p:spPr>
      </p:cxnSp>
      <p:pic>
        <p:nvPicPr>
          <p:cNvPr id="4" name="図 3">
            <a:extLst>
              <a:ext uri="{FF2B5EF4-FFF2-40B4-BE49-F238E27FC236}">
                <a16:creationId xmlns:a16="http://schemas.microsoft.com/office/drawing/2014/main" id="{16857B76-2D9A-7E59-5BAF-A4D8BC3C489F}"/>
              </a:ext>
            </a:extLst>
          </p:cNvPr>
          <p:cNvPicPr>
            <a:picLocks noChangeAspect="1"/>
          </p:cNvPicPr>
          <p:nvPr/>
        </p:nvPicPr>
        <p:blipFill>
          <a:blip r:embed="rId3"/>
          <a:stretch>
            <a:fillRect/>
          </a:stretch>
        </p:blipFill>
        <p:spPr>
          <a:xfrm>
            <a:off x="1018182" y="3678201"/>
            <a:ext cx="4079817" cy="2294897"/>
          </a:xfrm>
          <a:prstGeom prst="rect">
            <a:avLst/>
          </a:prstGeom>
          <a:ln>
            <a:solidFill>
              <a:schemeClr val="tx1">
                <a:lumMod val="75000"/>
                <a:lumOff val="25000"/>
              </a:schemeClr>
            </a:solidFill>
          </a:ln>
        </p:spPr>
      </p:pic>
      <p:pic>
        <p:nvPicPr>
          <p:cNvPr id="6" name="図 5">
            <a:extLst>
              <a:ext uri="{FF2B5EF4-FFF2-40B4-BE49-F238E27FC236}">
                <a16:creationId xmlns:a16="http://schemas.microsoft.com/office/drawing/2014/main" id="{A96E033C-294C-3F14-839E-BC92582C2767}"/>
              </a:ext>
            </a:extLst>
          </p:cNvPr>
          <p:cNvPicPr>
            <a:picLocks noChangeAspect="1"/>
          </p:cNvPicPr>
          <p:nvPr/>
        </p:nvPicPr>
        <p:blipFill>
          <a:blip r:embed="rId4"/>
          <a:stretch>
            <a:fillRect/>
          </a:stretch>
        </p:blipFill>
        <p:spPr>
          <a:xfrm>
            <a:off x="7392144" y="3678200"/>
            <a:ext cx="4079819" cy="2294897"/>
          </a:xfrm>
          <a:prstGeom prst="rect">
            <a:avLst/>
          </a:prstGeom>
          <a:ln>
            <a:solidFill>
              <a:schemeClr val="tx1">
                <a:lumMod val="75000"/>
                <a:lumOff val="25000"/>
              </a:schemeClr>
            </a:solidFill>
          </a:ln>
        </p:spPr>
      </p:pic>
      <p:sp>
        <p:nvSpPr>
          <p:cNvPr id="7" name="テキスト ボックス 6">
            <a:extLst>
              <a:ext uri="{FF2B5EF4-FFF2-40B4-BE49-F238E27FC236}">
                <a16:creationId xmlns:a16="http://schemas.microsoft.com/office/drawing/2014/main" id="{8EA113AD-532D-1DDA-CF10-D4CC1C1EEECB}"/>
              </a:ext>
            </a:extLst>
          </p:cNvPr>
          <p:cNvSpPr txBox="1"/>
          <p:nvPr/>
        </p:nvSpPr>
        <p:spPr bwMode="auto">
          <a:xfrm>
            <a:off x="1738262"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原本ファイルのスタイル</a:t>
            </a:r>
          </a:p>
        </p:txBody>
      </p:sp>
      <p:sp>
        <p:nvSpPr>
          <p:cNvPr id="9" name="テキスト ボックス 8">
            <a:extLst>
              <a:ext uri="{FF2B5EF4-FFF2-40B4-BE49-F238E27FC236}">
                <a16:creationId xmlns:a16="http://schemas.microsoft.com/office/drawing/2014/main" id="{42A28DB1-1B9D-54A7-8848-0E6E0431D2C9}"/>
              </a:ext>
            </a:extLst>
          </p:cNvPr>
          <p:cNvSpPr txBox="1"/>
          <p:nvPr/>
        </p:nvSpPr>
        <p:spPr bwMode="auto">
          <a:xfrm>
            <a:off x="8099905"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マージ後のスタイル</a:t>
            </a:r>
          </a:p>
        </p:txBody>
      </p:sp>
      <p:cxnSp>
        <p:nvCxnSpPr>
          <p:cNvPr id="10" name="直線矢印コネクタ 9">
            <a:extLst>
              <a:ext uri="{FF2B5EF4-FFF2-40B4-BE49-F238E27FC236}">
                <a16:creationId xmlns:a16="http://schemas.microsoft.com/office/drawing/2014/main" id="{B5E7FBAE-29D4-BC1A-1C14-177376CB5F6F}"/>
              </a:ext>
            </a:extLst>
          </p:cNvPr>
          <p:cNvCxnSpPr/>
          <p:nvPr/>
        </p:nvCxnSpPr>
        <p:spPr bwMode="auto">
          <a:xfrm>
            <a:off x="5438583" y="4491774"/>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1" name="テキスト ボックス 10">
            <a:extLst>
              <a:ext uri="{FF2B5EF4-FFF2-40B4-BE49-F238E27FC236}">
                <a16:creationId xmlns:a16="http://schemas.microsoft.com/office/drawing/2014/main" id="{3974F1AA-8068-7130-16B5-3F9FFDFDC9C8}"/>
              </a:ext>
            </a:extLst>
          </p:cNvPr>
          <p:cNvSpPr txBox="1"/>
          <p:nvPr/>
        </p:nvSpPr>
        <p:spPr bwMode="auto">
          <a:xfrm>
            <a:off x="5553526" y="4005064"/>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F6833214-6ED1-BD6C-827E-1DF3465613DF}"/>
              </a:ext>
            </a:extLst>
          </p:cNvPr>
          <p:cNvSpPr txBox="1"/>
          <p:nvPr/>
        </p:nvSpPr>
        <p:spPr bwMode="auto">
          <a:xfrm>
            <a:off x="5447928" y="4581128"/>
            <a:ext cx="1774274"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 </a:t>
            </a:r>
            <a:r>
              <a:rPr kumimoji="1" lang="ja-JP" altLang="en-US" sz="1800" kern="0">
                <a:latin typeface="BIZ UDPゴシック" panose="020B0400000000000000" pitchFamily="50" charset="-128"/>
                <a:ea typeface="BIZ UDPゴシック" panose="020B0400000000000000" pitchFamily="50" charset="-128"/>
              </a:rPr>
              <a:t>で指定されたファイルのスタイルに変更される</a:t>
            </a:r>
          </a:p>
        </p:txBody>
      </p:sp>
    </p:spTree>
    <p:extLst>
      <p:ext uri="{BB962C8B-B14F-4D97-AF65-F5344CB8AC3E}">
        <p14:creationId xmlns:p14="http://schemas.microsoft.com/office/powerpoint/2010/main" val="1165428388"/>
      </p:ext>
    </p:extLst>
  </p:cSld>
  <p:clrMapOvr>
    <a:masterClrMapping/>
  </p:clrMapOvr>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29459</TotalTime>
  <Words>196</Words>
  <Application>Microsoft Office PowerPoint</Application>
  <PresentationFormat>ワイド画面</PresentationFormat>
  <Paragraphs>32</Paragraphs>
  <Slides>1</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vt:i4>
      </vt:variant>
    </vt:vector>
  </HeadingPairs>
  <TitlesOfParts>
    <vt:vector size="7" baseType="lpstr">
      <vt:lpstr>BIZ UDPゴシック</vt:lpstr>
      <vt:lpstr>FOT-UD丸ゴ_ラージ Pr6 M</vt:lpstr>
      <vt:lpstr>Arial</vt:lpstr>
      <vt:lpstr>Garamond</vt:lpstr>
      <vt:lpstr>Wingdings</vt:lpstr>
      <vt:lpstr>Edge</vt:lpstr>
      <vt:lpstr>styleの違うサンプル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
  <cp:revision>4085</cp:revision>
  <dcterms:modified xsi:type="dcterms:W3CDTF">2026-05-23T01:08:33Z</dcterms:modified>
</cp:coreProperties>
</file>