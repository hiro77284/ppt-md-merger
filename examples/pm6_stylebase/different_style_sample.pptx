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3"/>
  </p:notesMasterIdLst>
  <p:sldIdLst>
    <p:sldId id="1785" r:id="rId2"/>
  </p:sldIdLst>
  <p:sldSz cx="12192000" cy="6858000"/>
  <p:notesSz cx="6858000" cy="9144000"/>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FF"/>
    <a:srgbClr val="FFFF00"/>
    <a:srgbClr val="FFFFCC"/>
    <a:srgbClr val="FFCCFF"/>
    <a:srgbClr val="CCECFF"/>
    <a:srgbClr val="99FFCC"/>
    <a:srgbClr val="FF6347"/>
    <a:srgbClr val="FF9933"/>
    <a:srgbClr val="CC66FF"/>
    <a:srgbClr val="E342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94" autoAdjust="0"/>
    <p:restoredTop sz="67451" autoAdjust="0"/>
  </p:normalViewPr>
  <p:slideViewPr>
    <p:cSldViewPr>
      <p:cViewPr varScale="1">
        <p:scale>
          <a:sx n="108" d="100"/>
          <a:sy n="108" d="100"/>
        </p:scale>
        <p:origin x="1932" y="84"/>
      </p:cViewPr>
      <p:guideLst>
        <p:guide orient="horz" pos="2160"/>
        <p:guide pos="3840"/>
      </p:guideLst>
    </p:cSldViewPr>
  </p:slideViewPr>
  <p:outlineViewPr>
    <p:cViewPr>
      <p:scale>
        <a:sx n="33" d="100"/>
        <a:sy n="33" d="100"/>
      </p:scale>
      <p:origin x="0" y="0"/>
    </p:cViewPr>
  </p:outlineViewPr>
  <p:notesTextViewPr>
    <p:cViewPr>
      <p:scale>
        <a:sx n="100" d="100"/>
        <a:sy n="100" d="100"/>
      </p:scale>
      <p:origin x="0" y="-78"/>
    </p:cViewPr>
  </p:notesTextViewPr>
  <p:sorterViewPr>
    <p:cViewPr>
      <p:scale>
        <a:sx n="100" d="100"/>
        <a:sy n="100" d="100"/>
      </p:scale>
      <p:origin x="0" y="-19404"/>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4670BC-B8C6-44A7-84E1-23632D8FD86F}" type="datetimeFigureOut">
              <a:rPr kumimoji="1" lang="ja-JP" altLang="en-US" smtClean="0"/>
              <a:t>2026/5/23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10FDB7-3E02-4363-90B3-590B3C26A88D}" type="slidenum">
              <a:rPr kumimoji="1" lang="ja-JP" altLang="en-US" smtClean="0"/>
              <a:t>‹#›</a:t>
            </a:fld>
            <a:endParaRPr kumimoji="1"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extracted/figures/&lt;__BASEFILENAME__&gt;_slide&lt;__SLIDENUM__&gt;_fig.png</a:t>
            </a:r>
          </a:p>
          <a:p/>
          <a:p>
            <a:r>
              <a:t>===BLOCK===</a:t>
            </a:r>
          </a:p>
          <a:p>
            <a:r>
              <a:t>{{BLOCK:MD:LONG}}</a:t>
            </a:r>
          </a:p>
          <a:p/>
          <a:p>
            <a:r>
              <a:t>export-note: extracted/&lt;__BASEFILENAME__&gt;_slide&lt;__SLIDENUM__&gt;_md.md</a:t>
            </a:r>
          </a:p>
          <a:p>
            <a:r>
              <a:t>{{#id:section:&lt;__BASEFILENAME__&gt;:slide&lt;__SLIDENUM__&gt;}}</a:t>
            </a:r>
          </a:p>
          <a:p>
            <a:r>
              <a:t>## &lt;__TITLE__&gt;</a:t>
            </a:r>
          </a:p>
          <a:p/>
          <a:p>
            <a:r>
              <a:t>左側が different_style_sample.pptx のスタイルです。　それがマージ後の stylebase_merged.pptx 末尾では右側のスタイルに変更されていることを確認してください。</a:t>
            </a:r>
          </a:p>
          <a:p/>
          <a:p>
            <a:r>
              <a:t>{{vspace:1}}</a:t>
            </a:r>
          </a:p>
          <a:p/>
          <a:p>
            <a:r>
              <a:t>::: {.center}</a:t>
            </a:r>
          </a:p>
          <a:p/>
          <a:p>
            <a:r>
              <a:t>![](figures/&lt;__BASEFILENAME__&gt;_slide&lt;__SLIDENUM__&gt;_fig.png){ width=95% }</a:t>
            </a:r>
          </a:p>
          <a:p/>
          <a:p>
            <a:r>
              <a:t>:::</a:t>
            </a:r>
          </a:p>
          <a:p/>
          <a:p>
            <a:r>
              <a:t>{{vspace:1}}</a:t>
            </a:r>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0</a:t>
            </a:fld>
            <a:endParaRPr kumimoji="1" lang="ja-JP" altLang="en-US"/>
          </a:p>
        </p:txBody>
      </p:sp>
    </p:spTree>
    <p:extLst>
      <p:ext uri="{BB962C8B-B14F-4D97-AF65-F5344CB8AC3E}">
        <p14:creationId xmlns:p14="http://schemas.microsoft.com/office/powerpoint/2010/main" val="831214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5" name="Rectangle 5"/>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2" name="タイトル 1"/>
          <p:cNvSpPr>
            <a:spLocks noGrp="1"/>
          </p:cNvSpPr>
          <p:nvPr>
            <p:ph type="title"/>
          </p:nvPr>
        </p:nvSpPr>
        <p:spPr>
          <a:xfrm>
            <a:off x="898656" y="260648"/>
            <a:ext cx="10957984" cy="648072"/>
          </a:xfrm>
        </p:spPr>
        <p:txBody>
          <a:bodyPr/>
          <a:lstStyle>
            <a:lvl1pPr>
              <a:defRPr sz="28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VTWB">
    <p:spTree>
      <p:nvGrpSpPr>
        <p:cNvPr id="1" name=""/>
        <p:cNvGrpSpPr/>
        <p:nvPr/>
      </p:nvGrpSpPr>
      <p:grpSpPr>
        <a:xfrm>
          <a:off x="0" y="0"/>
          <a:ext cx="0" cy="0"/>
          <a:chOff x="0" y="0"/>
          <a:chExt cx="0" cy="0"/>
        </a:xfrm>
      </p:grpSpPr>
      <p:cxnSp>
        <p:nvCxnSpPr>
          <p:cNvPr id="7" name="直線コネクタ 6">
            <a:extLst>
              <a:ext uri="{FF2B5EF4-FFF2-40B4-BE49-F238E27FC236}">
                <a16:creationId xmlns:a16="http://schemas.microsoft.com/office/drawing/2014/main" id="{F7DC264F-9A8B-8BC9-4FFA-4238A27ED534}"/>
              </a:ext>
            </a:extLst>
          </p:cNvPr>
          <p:cNvCxnSpPr>
            <a:cxnSpLocks/>
          </p:cNvCxnSpPr>
          <p:nvPr/>
        </p:nvCxnSpPr>
        <p:spPr bwMode="auto">
          <a:xfrm>
            <a:off x="301057" y="833306"/>
            <a:ext cx="11616074" cy="0"/>
          </a:xfrm>
          <a:prstGeom prst="line">
            <a:avLst/>
          </a:prstGeom>
          <a:solidFill>
            <a:srgbClr val="CCFFFF"/>
          </a:solidFill>
          <a:ln w="76200" cap="flat" cmpd="sng" algn="ctr">
            <a:solidFill>
              <a:srgbClr val="00B0F0"/>
            </a:solidFill>
            <a:prstDash val="solid"/>
            <a:round/>
            <a:headEnd type="none" w="med" len="med"/>
            <a:tailEnd type="none" w="med" len="med"/>
          </a:ln>
          <a:effectLst/>
        </p:spPr>
      </p:cxnSp>
      <p:sp>
        <p:nvSpPr>
          <p:cNvPr id="4" name="タイトル 1">
            <a:extLst>
              <a:ext uri="{FF2B5EF4-FFF2-40B4-BE49-F238E27FC236}">
                <a16:creationId xmlns:a16="http://schemas.microsoft.com/office/drawing/2014/main" id="{5ED325D3-3CCE-5405-EA2A-09E70E70C4ED}"/>
              </a:ext>
            </a:extLst>
          </p:cNvPr>
          <p:cNvSpPr>
            <a:spLocks noGrp="1"/>
          </p:cNvSpPr>
          <p:nvPr>
            <p:ph type="title"/>
          </p:nvPr>
        </p:nvSpPr>
        <p:spPr>
          <a:xfrm>
            <a:off x="301057" y="253141"/>
            <a:ext cx="11616074" cy="551487"/>
          </a:xfr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r="100000" b="100000"/>
            </a:path>
            <a:tileRect l="-100000" t="-100000"/>
          </a:gradFill>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a:t>マスター タイトルの書式設定</a:t>
            </a:r>
            <a:endParaRPr lang="ja-JP" altLang="en-US" dirty="0"/>
          </a:p>
        </p:txBody>
      </p:sp>
      <p:sp>
        <p:nvSpPr>
          <p:cNvPr id="3" name="Rectangle 5">
            <a:extLst>
              <a:ext uri="{FF2B5EF4-FFF2-40B4-BE49-F238E27FC236}">
                <a16:creationId xmlns:a16="http://schemas.microsoft.com/office/drawing/2014/main" id="{62F59FD7-9291-23C8-03A9-329B4C15CFF6}"/>
              </a:ext>
            </a:extLst>
          </p:cNvPr>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2191782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7" name="Rectangle 5">
            <a:extLst>
              <a:ext uri="{FF2B5EF4-FFF2-40B4-BE49-F238E27FC236}">
                <a16:creationId xmlns:a16="http://schemas.microsoft.com/office/drawing/2014/main" id="{83FEA43B-F379-CB8A-0CC1-34E310D7DF90}"/>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CCA1F410-EAC2-3B54-16CE-1F8AD3A29273}"/>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5" name="Rectangle 5">
            <a:extLst>
              <a:ext uri="{FF2B5EF4-FFF2-40B4-BE49-F238E27FC236}">
                <a16:creationId xmlns:a16="http://schemas.microsoft.com/office/drawing/2014/main" id="{DAFE0410-6CDA-6DC1-4B56-83230C710187}"/>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8" r:id="rId3"/>
    <p:sldLayoutId id="2147483664" r:id="rId4"/>
    <p:sldLayoutId id="2147483666" r:id="rId5"/>
    <p:sldLayoutId id="2147483667" r:id="rId6"/>
  </p:sldLayoutIdLst>
  <p:hf sldNum="0"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exportrange">
            <a:extLst>
              <a:ext uri="{FF2B5EF4-FFF2-40B4-BE49-F238E27FC236}">
                <a16:creationId xmlns:a16="http://schemas.microsoft.com/office/drawing/2014/main" id="{81D129EC-19F2-C94A-5DFC-1C11487A3046}"/>
              </a:ext>
            </a:extLst>
          </p:cNvPr>
          <p:cNvSpPr/>
          <p:nvPr/>
        </p:nvSpPr>
        <p:spPr bwMode="auto">
          <a:xfrm>
            <a:off x="623391" y="2955287"/>
            <a:ext cx="10945209" cy="3282026"/>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DF2C10AA-AFC9-04E7-6FD9-0422F716289F}"/>
              </a:ext>
            </a:extLst>
          </p:cNvPr>
          <p:cNvSpPr>
            <a:spLocks noGrp="1"/>
          </p:cNvSpPr>
          <p:nvPr>
            <p:ph type="title"/>
          </p:nvPr>
        </p:nvSpPr>
        <p:spPr/>
        <p:txBody>
          <a:bodyPr/>
          <a:lstStyle/>
          <a:p>
            <a:r>
              <a:rPr kumimoji="1" lang="en-US" altLang="ja-JP"/>
              <a:t>style</a:t>
            </a:r>
            <a:r>
              <a:rPr kumimoji="1" lang="ja-JP" altLang="en-US"/>
              <a:t>の違うサンプル</a:t>
            </a:r>
          </a:p>
        </p:txBody>
      </p:sp>
      <p:sp>
        <p:nvSpPr>
          <p:cNvPr id="3" name="フッター プレースホルダー 2">
            <a:extLst>
              <a:ext uri="{FF2B5EF4-FFF2-40B4-BE49-F238E27FC236}">
                <a16:creationId xmlns:a16="http://schemas.microsoft.com/office/drawing/2014/main" id="{9D9D1AEB-A653-E353-2924-C4320726663C}"/>
              </a:ext>
            </a:extLst>
          </p:cNvPr>
          <p:cNvSpPr>
            <a:spLocks noGrp="1"/>
          </p:cNvSpPr>
          <p:nvPr>
            <p:ph type="ftr" sz="quarter" idx="11"/>
          </p:nvPr>
        </p:nvSpPr>
        <p:spPr/>
        <p:txBody>
          <a:bodyPr/>
          <a:lstStyle/>
          <a:p>
            <a:r>
              <a:rPr lang="en-US" altLang="ja-JP"/>
              <a:t>Copyright 2026 </a:t>
            </a:r>
            <a:r>
              <a:rPr lang="ja-JP" altLang="en-US"/>
              <a:t>アイデアクラフト </a:t>
            </a:r>
            <a:r>
              <a:rPr lang="en-US" altLang="ja-JP"/>
              <a:t>Kaimai Mizuhiro</a:t>
            </a:r>
            <a:endParaRPr lang="ja-JP" altLang="en-US" dirty="0"/>
          </a:p>
        </p:txBody>
      </p:sp>
      <p:sp>
        <p:nvSpPr>
          <p:cNvPr id="39" name="正方形/長方形 38">
            <a:extLst>
              <a:ext uri="{FF2B5EF4-FFF2-40B4-BE49-F238E27FC236}">
                <a16:creationId xmlns:a16="http://schemas.microsoft.com/office/drawing/2014/main" id="{09071F12-387C-5A22-939B-F2200B79350D}"/>
              </a:ext>
            </a:extLst>
          </p:cNvPr>
          <p:cNvSpPr/>
          <p:nvPr/>
        </p:nvSpPr>
        <p:spPr bwMode="auto">
          <a:xfrm>
            <a:off x="7752184" y="195005"/>
            <a:ext cx="4165345"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fr-FR" altLang="ja-JP" sz="1600">
                <a:latin typeface="BIZ UDPゴシック" panose="020B0400000000000000" pitchFamily="50" charset="-128"/>
                <a:ea typeface="BIZ UDPゴシック" panose="020B0400000000000000" pitchFamily="50" charset="-128"/>
              </a:rPr>
              <a:t>&lt;__FILENAME__&gt;</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3B34C001-55FF-8E35-E106-3D8A5118B6F6}"/>
              </a:ext>
            </a:extLst>
          </p:cNvPr>
          <p:cNvSpPr txBox="1"/>
          <p:nvPr/>
        </p:nvSpPr>
        <p:spPr bwMode="auto">
          <a:xfrm>
            <a:off x="623392" y="1556792"/>
            <a:ext cx="817496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このファイルはスタイルを通常と変えてあります。</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マージ後は上部のスタイルが変わります。</a:t>
            </a:r>
          </a:p>
        </p:txBody>
      </p:sp>
      <p:cxnSp>
        <p:nvCxnSpPr>
          <p:cNvPr id="8" name="直線矢印コネクタ 7">
            <a:extLst>
              <a:ext uri="{FF2B5EF4-FFF2-40B4-BE49-F238E27FC236}">
                <a16:creationId xmlns:a16="http://schemas.microsoft.com/office/drawing/2014/main" id="{9AA72E20-AF52-2782-7A3E-599E195B3D35}"/>
              </a:ext>
            </a:extLst>
          </p:cNvPr>
          <p:cNvCxnSpPr/>
          <p:nvPr/>
        </p:nvCxnSpPr>
        <p:spPr bwMode="auto">
          <a:xfrm flipV="1">
            <a:off x="1415480" y="980728"/>
            <a:ext cx="0" cy="576064"/>
          </a:xfrm>
          <a:prstGeom prst="straightConnector1">
            <a:avLst/>
          </a:prstGeom>
          <a:solidFill>
            <a:srgbClr val="CCFFFF"/>
          </a:solidFill>
          <a:ln w="57150" cap="flat" cmpd="sng" algn="ctr">
            <a:solidFill>
              <a:schemeClr val="accent2"/>
            </a:solidFill>
            <a:prstDash val="solid"/>
            <a:round/>
            <a:headEnd type="none" w="med" len="med"/>
            <a:tailEnd type="triangle"/>
          </a:ln>
          <a:effectLst/>
        </p:spPr>
      </p:cxnSp>
      <p:pic>
        <p:nvPicPr>
          <p:cNvPr id="4" name="図 3">
            <a:extLst>
              <a:ext uri="{FF2B5EF4-FFF2-40B4-BE49-F238E27FC236}">
                <a16:creationId xmlns:a16="http://schemas.microsoft.com/office/drawing/2014/main" id="{16857B76-2D9A-7E59-5BAF-A4D8BC3C489F}"/>
              </a:ext>
            </a:extLst>
          </p:cNvPr>
          <p:cNvPicPr>
            <a:picLocks noChangeAspect="1"/>
          </p:cNvPicPr>
          <p:nvPr/>
        </p:nvPicPr>
        <p:blipFill>
          <a:blip r:embed="rId3"/>
          <a:stretch>
            <a:fillRect/>
          </a:stretch>
        </p:blipFill>
        <p:spPr>
          <a:xfrm>
            <a:off x="1018182" y="3678201"/>
            <a:ext cx="4079817" cy="2294897"/>
          </a:xfrm>
          <a:prstGeom prst="rect">
            <a:avLst/>
          </a:prstGeom>
          <a:ln>
            <a:solidFill>
              <a:schemeClr val="tx1">
                <a:lumMod val="75000"/>
                <a:lumOff val="25000"/>
              </a:schemeClr>
            </a:solidFill>
          </a:ln>
        </p:spPr>
      </p:pic>
      <p:pic>
        <p:nvPicPr>
          <p:cNvPr id="6" name="図 5">
            <a:extLst>
              <a:ext uri="{FF2B5EF4-FFF2-40B4-BE49-F238E27FC236}">
                <a16:creationId xmlns:a16="http://schemas.microsoft.com/office/drawing/2014/main" id="{A96E033C-294C-3F14-839E-BC92582C2767}"/>
              </a:ext>
            </a:extLst>
          </p:cNvPr>
          <p:cNvPicPr>
            <a:picLocks noChangeAspect="1"/>
          </p:cNvPicPr>
          <p:nvPr/>
        </p:nvPicPr>
        <p:blipFill>
          <a:blip r:embed="rId4"/>
          <a:stretch>
            <a:fillRect/>
          </a:stretch>
        </p:blipFill>
        <p:spPr>
          <a:xfrm>
            <a:off x="7392144" y="3678200"/>
            <a:ext cx="4079819" cy="2294897"/>
          </a:xfrm>
          <a:prstGeom prst="rect">
            <a:avLst/>
          </a:prstGeom>
          <a:ln>
            <a:solidFill>
              <a:schemeClr val="tx1">
                <a:lumMod val="75000"/>
                <a:lumOff val="25000"/>
              </a:schemeClr>
            </a:solidFill>
          </a:ln>
        </p:spPr>
      </p:pic>
      <p:sp>
        <p:nvSpPr>
          <p:cNvPr id="7" name="テキスト ボックス 6">
            <a:extLst>
              <a:ext uri="{FF2B5EF4-FFF2-40B4-BE49-F238E27FC236}">
                <a16:creationId xmlns:a16="http://schemas.microsoft.com/office/drawing/2014/main" id="{8EA113AD-532D-1DDA-CF10-D4CC1C1EEECB}"/>
              </a:ext>
            </a:extLst>
          </p:cNvPr>
          <p:cNvSpPr txBox="1"/>
          <p:nvPr/>
        </p:nvSpPr>
        <p:spPr bwMode="auto">
          <a:xfrm>
            <a:off x="1738262" y="3284984"/>
            <a:ext cx="26642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原本ファイルのスタイル</a:t>
            </a:r>
          </a:p>
        </p:txBody>
      </p:sp>
      <p:sp>
        <p:nvSpPr>
          <p:cNvPr id="9" name="テキスト ボックス 8">
            <a:extLst>
              <a:ext uri="{FF2B5EF4-FFF2-40B4-BE49-F238E27FC236}">
                <a16:creationId xmlns:a16="http://schemas.microsoft.com/office/drawing/2014/main" id="{42A28DB1-1B9D-54A7-8848-0E6E0431D2C9}"/>
              </a:ext>
            </a:extLst>
          </p:cNvPr>
          <p:cNvSpPr txBox="1"/>
          <p:nvPr/>
        </p:nvSpPr>
        <p:spPr bwMode="auto">
          <a:xfrm>
            <a:off x="8099905" y="3284984"/>
            <a:ext cx="26642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マージ後のスタイル</a:t>
            </a:r>
          </a:p>
        </p:txBody>
      </p:sp>
      <p:cxnSp>
        <p:nvCxnSpPr>
          <p:cNvPr id="10" name="直線矢印コネクタ 9">
            <a:extLst>
              <a:ext uri="{FF2B5EF4-FFF2-40B4-BE49-F238E27FC236}">
                <a16:creationId xmlns:a16="http://schemas.microsoft.com/office/drawing/2014/main" id="{B5E7FBAE-29D4-BC1A-1C14-177376CB5F6F}"/>
              </a:ext>
            </a:extLst>
          </p:cNvPr>
          <p:cNvCxnSpPr/>
          <p:nvPr/>
        </p:nvCxnSpPr>
        <p:spPr bwMode="auto">
          <a:xfrm>
            <a:off x="5438583" y="4491774"/>
            <a:ext cx="1656184"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11" name="テキスト ボックス 10">
            <a:extLst>
              <a:ext uri="{FF2B5EF4-FFF2-40B4-BE49-F238E27FC236}">
                <a16:creationId xmlns:a16="http://schemas.microsoft.com/office/drawing/2014/main" id="{3974F1AA-8068-7130-16B5-3F9FFDFDC9C8}"/>
              </a:ext>
            </a:extLst>
          </p:cNvPr>
          <p:cNvSpPr txBox="1"/>
          <p:nvPr/>
        </p:nvSpPr>
        <p:spPr bwMode="auto">
          <a:xfrm>
            <a:off x="5553526" y="4005064"/>
            <a:ext cx="16129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pptmerge</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F6833214-6ED1-BD6C-827E-1DF3465613DF}"/>
              </a:ext>
            </a:extLst>
          </p:cNvPr>
          <p:cNvSpPr txBox="1"/>
          <p:nvPr/>
        </p:nvSpPr>
        <p:spPr bwMode="auto">
          <a:xfrm>
            <a:off x="5447928" y="4581128"/>
            <a:ext cx="177427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stylebase </a:t>
            </a:r>
            <a:r>
              <a:rPr kumimoji="1" lang="ja-JP" altLang="en-US" sz="1800" kern="0">
                <a:latin typeface="BIZ UDPゴシック" panose="020B0400000000000000" pitchFamily="50" charset="-128"/>
                <a:ea typeface="BIZ UDPゴシック" panose="020B0400000000000000" pitchFamily="50" charset="-128"/>
              </a:rPr>
              <a:t>で指定されたファイルのスタイルに変更される</a:t>
            </a:r>
          </a:p>
        </p:txBody>
      </p:sp>
    </p:spTree>
    <p:extLst>
      <p:ext uri="{BB962C8B-B14F-4D97-AF65-F5344CB8AC3E}">
        <p14:creationId xmlns:p14="http://schemas.microsoft.com/office/powerpoint/2010/main" val="1165428388"/>
      </p:ext>
    </p:extLst>
  </p:cSld>
  <p:clrMapOvr>
    <a:masterClrMapping/>
  </p:clrMapOvr>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0" rIns="91440" bIns="45720" numCol="1" rtlCol="0" anchor="t" anchorCtr="0" compatLnSpc="1">
        <a:prstTxWarp prst="textNoShape">
          <a:avLst/>
        </a:prstTxWarp>
        <a:spAutoFit/>
      </a:bodyPr>
      <a:lstStyle>
        <a:defPPr algn="l">
          <a:defRPr kumimoji="1" sz="1800"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29459</TotalTime>
  <Words>196</Words>
  <Application>Microsoft Office PowerPoint</Application>
  <PresentationFormat>ワイド画面</PresentationFormat>
  <Paragraphs>32</Paragraphs>
  <Slides>1</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vt:i4>
      </vt:variant>
    </vt:vector>
  </HeadingPairs>
  <TitlesOfParts>
    <vt:vector size="7" baseType="lpstr">
      <vt:lpstr>BIZ UDPゴシック</vt:lpstr>
      <vt:lpstr>FOT-UD丸ゴ_ラージ Pr6 M</vt:lpstr>
      <vt:lpstr>Arial</vt:lpstr>
      <vt:lpstr>Garamond</vt:lpstr>
      <vt:lpstr>Wingdings</vt:lpstr>
      <vt:lpstr>Edge</vt:lpstr>
      <vt:lpstr>styleの違うサンプル</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cp:lastModifiedBy/>
  <cp:revision>4085</cp:revision>
  <dcterms:modified xsi:type="dcterms:W3CDTF">2026-05-23T01:08:33Z</dcterms:modified>
</cp:coreProperties>
</file>