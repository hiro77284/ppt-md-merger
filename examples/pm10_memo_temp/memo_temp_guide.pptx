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60" r:id="rId1"/>
  </p:sldMasterIdLst>
  <p:notesMasterIdLst>
    <p:notesMasterId r:id="rId5"/>
  </p:notesMasterIdLst>
  <p:sldIdLst>
    <p:sldId id="1788" r:id="rId2"/>
    <p:sldId id="1787" r:id="rId3"/>
    <p:sldId id="1789" r:id="rId4"/>
  </p:sldIdLst>
  <p:sldSz cx="12192000" cy="6858000"/>
  <p:notesSz cx="6858000" cy="9144000"/>
  <p:defaultTextStyle>
    <a:defPPr>
      <a:defRPr lang="en-US"/>
    </a:defPPr>
    <a:lvl1pPr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1pPr>
    <a:lvl2pPr marL="4572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2pPr>
    <a:lvl3pPr marL="9144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3pPr>
    <a:lvl4pPr marL="13716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4pPr>
    <a:lvl5pPr marL="18288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5pPr>
    <a:lvl6pPr marL="22860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6pPr>
    <a:lvl7pPr marL="27432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7pPr>
    <a:lvl8pPr marL="32004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8pPr>
    <a:lvl9pPr marL="36576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FFCC"/>
    <a:srgbClr val="FFCCFF"/>
    <a:srgbClr val="CCECFF"/>
    <a:srgbClr val="FFFF00"/>
    <a:srgbClr val="FF6347"/>
    <a:srgbClr val="FF9933"/>
    <a:srgbClr val="CC66FF"/>
    <a:srgbClr val="E34234"/>
    <a:srgbClr val="292929"/>
    <a:srgbClr val="FF7F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スタイル (淡色)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294" autoAdjust="0"/>
    <p:restoredTop sz="69451" autoAdjust="0"/>
  </p:normalViewPr>
  <p:slideViewPr>
    <p:cSldViewPr>
      <p:cViewPr varScale="1">
        <p:scale>
          <a:sx n="97" d="100"/>
          <a:sy n="97" d="100"/>
        </p:scale>
        <p:origin x="174" y="72"/>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19404"/>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4670BC-B8C6-44A7-84E1-23632D8FD86F}" type="datetimeFigureOut">
              <a:rPr kumimoji="1" lang="ja-JP" altLang="en-US" smtClean="0"/>
              <a:t>2026/5/24</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10FDB7-3E02-4363-90B3-590B3C26A88D}" type="slidenum">
              <a:rPr kumimoji="1" lang="ja-JP" altLang="en-US" smtClean="0"/>
              <a:t>‹#›</a:t>
            </a:fld>
            <a:endParaRPr kumimoji="1" lang="ja-JP" altLang="en-US"/>
          </a:p>
        </p:txBody>
      </p:sp>
    </p:spTree>
    <p:extLst>
      <p:ext uri="{BB962C8B-B14F-4D97-AF65-F5344CB8AC3E}">
        <p14:creationId xmlns:p14="http://schemas.microsoft.com/office/powerpoint/2010/main" val="30673539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1pPr>
    <a:lvl2pPr marL="4572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2pPr>
    <a:lvl3pPr marL="9144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3pPr>
    <a:lvl4pPr marL="13716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4pPr>
    <a:lvl5pPr marL="18288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t>NOTE_CONTENT_FORMAT: 1.0</a:t>
            </a:r>
          </a:p>
          <a:p/>
          <a:p>
            <a:r>
              <a:t>===BLOCK===</a:t>
            </a:r>
          </a:p>
          <a:p>
            <a:r>
              <a:t>{{BLOCK:IMAGE}}</a:t>
            </a:r>
          </a:p>
          <a:p/>
          <a:p>
            <a:r>
              <a:t>export-image-mode: slide_with_rectpct</a:t>
            </a:r>
          </a:p>
          <a:p>
            <a:r>
              <a:t>export-image-target: exportrange</a:t>
            </a:r>
          </a:p>
          <a:p>
            <a:r>
              <a:t>export-image: extracted/figures/&lt;__BASEFILENAME__&gt;_slide&lt;__SLIDENUM__&gt;_fig.png</a:t>
            </a:r>
          </a:p>
          <a:p/>
          <a:p>
            <a:r>
              <a:t>===BLOCK===</a:t>
            </a:r>
          </a:p>
          <a:p>
            <a:r>
              <a:t>{{BLOCK:IMAGE}}</a:t>
            </a:r>
          </a:p>
          <a:p/>
          <a:p>
            <a:r>
              <a:t>export-image-mode: slide_with_rectpct</a:t>
            </a:r>
          </a:p>
          <a:p>
            <a:r>
              <a:t>export-image-target: keyvisual</a:t>
            </a:r>
          </a:p>
          <a:p>
            <a:r>
              <a:t>export-image: extracted/figures/&lt;__BASEFILENAME__&gt;_keyvisual.png</a:t>
            </a:r>
          </a:p>
          <a:p/>
          <a:p>
            <a:r>
              <a:t>===BLOCK===</a:t>
            </a:r>
          </a:p>
          <a:p>
            <a:r>
              <a:t>{{BLOCK:MD:LONG}}</a:t>
            </a:r>
          </a:p>
          <a:p/>
          <a:p>
            <a:r>
              <a:t>export-note: extracted/&lt;__BASEFILENAME__&gt;_slide&lt;__SLIDENUM__&gt;_md.md</a:t>
            </a:r>
          </a:p>
          <a:p>
            <a:r>
              <a:t>{{#id:section:&lt;__BASEFILENAME__&gt;:slide&lt;__SLIDENUM__&gt;}}</a:t>
            </a:r>
          </a:p>
          <a:p>
            <a:r>
              <a:t>## &lt;__TITLE__&gt;</a:t>
            </a:r>
          </a:p>
          <a:p/>
          <a:p>
            <a:r>
              <a:t>長い研修テキストの制作中には、 「とりあえずたたき台を書いておくけど、必ず直前に最終確認しろ！」 というような事項がどうしても出てくるものです。 紙の資料なら付箋紙を貼るところですがデジタル文書ではそれができない。 そこでパワポ資料では付箋紙代わりに目立つ図形にそうした注意書きを書いて残しておいたりしますが、これは本番資料からは必ず削除しなければならないもの。</a:t>
            </a:r>
          </a:p>
          <a:p/>
          <a:p>
            <a:r>
              <a:t>ところが・・・そう、残ってしまうことがあるんですね。</a:t>
            </a:r>
          </a:p>
          <a:p/>
          <a:p>
            <a:r>
              <a:t>そこで、MEMO/TEMPマーカーです。 #MEMO# または #TEMP# という文字列を含むシェイプは deletecsp に関係なく必ず削除されます。</a:t>
            </a:r>
          </a:p>
          <a:p/>
          <a:p>
            <a:r>
              <a:t>MEMO、TEMP の動作は同じです。</a:t>
            </a:r>
          </a:p>
          <a:p/>
          <a:p>
            <a:r>
              <a:t>結合指示書への記入は不要です。</a:t>
            </a:r>
          </a:p>
          <a:p/>
          <a:p/>
          <a:p>
            <a:r>
              <a:t>{{vspace:1}}</a:t>
            </a:r>
          </a:p>
          <a:p/>
          <a:p>
            <a:r>
              <a:t>::: {.center}</a:t>
            </a:r>
          </a:p>
          <a:p/>
          <a:p>
            <a:r>
              <a:t>![](figures/&lt;__BASEFILENAME__&gt;_slide&lt;__SLIDENUM__&gt;_fig.png){ width=95% }</a:t>
            </a:r>
          </a:p>
          <a:p/>
          <a:p>
            <a:r>
              <a:t>![](figures/&lt;__BASEFILENAME__&gt;_keyvisual.png){ width=90% }</a:t>
            </a:r>
          </a:p>
          <a:p/>
          <a:p/>
          <a:p>
            <a:r>
              <a:t>:::</a:t>
            </a:r>
          </a:p>
          <a:p/>
          <a:p>
            <a:r>
              <a:t>{{vspace:1}}</a:t>
            </a:r>
          </a:p>
        </p:txBody>
      </p:sp>
      <p:sp>
        <p:nvSpPr>
          <p:cNvPr id="4" name="スライド番号プレースホルダー 3"/>
          <p:cNvSpPr>
            <a:spLocks noGrp="1"/>
          </p:cNvSpPr>
          <p:nvPr>
            <p:ph type="sldNum" sz="quarter" idx="5"/>
          </p:nvPr>
        </p:nvSpPr>
        <p:spPr/>
        <p:txBody>
          <a:bodyPr/>
          <a:lstStyle/>
          <a:p>
            <a:fld id="{BA10FDB7-3E02-4363-90B3-590B3C26A88D}" type="slidenum">
              <a:rPr kumimoji="1" lang="ja-JP" altLang="en-US" smtClean="0"/>
              <a:t>0</a:t>
            </a:fld>
            <a:endParaRPr kumimoji="1" lang="ja-JP" altLang="en-US"/>
          </a:p>
        </p:txBody>
      </p:sp>
    </p:spTree>
    <p:extLst>
      <p:ext uri="{BB962C8B-B14F-4D97-AF65-F5344CB8AC3E}">
        <p14:creationId xmlns:p14="http://schemas.microsoft.com/office/powerpoint/2010/main" val="39061290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t>NOTE_CONTENT_FORMAT: 1.0</a:t>
            </a:r>
          </a:p>
          <a:p/>
          <a:p>
            <a:r>
              <a:t>===BLOCK===</a:t>
            </a:r>
          </a:p>
          <a:p>
            <a:r>
              <a:t>{{BLOCK:IMAGE}}</a:t>
            </a:r>
          </a:p>
          <a:p/>
          <a:p>
            <a:r>
              <a:t>export-image-mode: slide_with_rectpct</a:t>
            </a:r>
          </a:p>
          <a:p>
            <a:r>
              <a:t>export-image-target: exportrange</a:t>
            </a:r>
          </a:p>
          <a:p>
            <a:r>
              <a:t>export-image: extracted/figures/&lt;__BASEFILENAME__&gt;_slide&lt;__SLIDENUM__&gt;_fig.png</a:t>
            </a:r>
          </a:p>
          <a:p/>
          <a:p>
            <a:r>
              <a:t>===BLOCK===</a:t>
            </a:r>
          </a:p>
          <a:p>
            <a:r>
              <a:t>{{BLOCK:MD:LONG}}</a:t>
            </a:r>
          </a:p>
          <a:p/>
          <a:p>
            <a:r>
              <a:t>export-note: extracted/&lt;__BASEFILENAME__&gt;_slide&lt;__SLIDENUM__&gt;_md.md</a:t>
            </a:r>
          </a:p>
          <a:p>
            <a:r>
              <a:t>{{#id:section:&lt;__BASEFILENAME__&gt;:slide&lt;__SLIDENUM__&gt;}}</a:t>
            </a:r>
          </a:p>
          <a:p>
            <a:r>
              <a:t>## &lt;__TITLE__&gt;</a:t>
            </a:r>
          </a:p>
          <a:p/>
          <a:p>
            <a:r>
              <a:t>下記の 「シェイプ」は無条件で消去されます。画像は残ります。</a:t>
            </a:r>
          </a:p>
          <a:p>
            <a:r>
              <a:t>（PDFファイル中では両方とも残って見えますが、マージされた .pptx からは削除されます）</a:t>
            </a:r>
          </a:p>
          <a:p/>
          <a:p>
            <a:r>
              <a:t>{{vspace:1}}</a:t>
            </a:r>
          </a:p>
          <a:p/>
          <a:p>
            <a:r>
              <a:t>::: {.center}</a:t>
            </a:r>
          </a:p>
          <a:p/>
          <a:p>
            <a:r>
              <a:t>![](figures/&lt;__BASEFILENAME__&gt;_slide&lt;__SLIDENUM__&gt;_fig.png){ width=95% }</a:t>
            </a:r>
          </a:p>
          <a:p/>
          <a:p>
            <a:r>
              <a:t>:::</a:t>
            </a:r>
          </a:p>
          <a:p/>
          <a:p>
            <a:r>
              <a:t>{{vspace:1}}</a:t>
            </a:r>
          </a:p>
        </p:txBody>
      </p:sp>
      <p:sp>
        <p:nvSpPr>
          <p:cNvPr id="4" name="スライド番号プレースホルダー 3"/>
          <p:cNvSpPr>
            <a:spLocks noGrp="1"/>
          </p:cNvSpPr>
          <p:nvPr>
            <p:ph type="sldNum" sz="quarter" idx="5"/>
          </p:nvPr>
        </p:nvSpPr>
        <p:spPr/>
        <p:txBody>
          <a:bodyPr/>
          <a:lstStyle/>
          <a:p>
            <a:fld id="{BA10FDB7-3E02-4363-90B3-590B3C26A88D}" type="slidenum">
              <a:rPr kumimoji="1" lang="ja-JP" altLang="en-US" smtClean="0"/>
              <a:t>1</a:t>
            </a:fld>
            <a:endParaRPr kumimoji="1" lang="ja-JP" altLang="en-US"/>
          </a:p>
        </p:txBody>
      </p:sp>
    </p:spTree>
    <p:extLst>
      <p:ext uri="{BB962C8B-B14F-4D97-AF65-F5344CB8AC3E}">
        <p14:creationId xmlns:p14="http://schemas.microsoft.com/office/powerpoint/2010/main" val="26408944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689E0-5E9B-472B-B7BD-AE64F38D6EA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6738CB1-D726-F896-0A9D-2C54040B705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E1986DB-D5D8-73F3-72B8-6E68FB13E073}"/>
              </a:ext>
            </a:extLst>
          </p:cNvPr>
          <p:cNvSpPr>
            <a:spLocks noGrp="1"/>
          </p:cNvSpPr>
          <p:nvPr>
            <p:ph type="body" idx="1"/>
          </p:nvPr>
        </p:nvSpPr>
        <p:spPr/>
        <p:txBody>
          <a:bodyPr/>
          <a:lstStyle/>
          <a:p>
            <a:r>
              <a:t>NOTE_CONTENT_FORMAT: 1.0</a:t>
            </a:r>
          </a:p>
          <a:p/>
          <a:p>
            <a:r>
              <a:t>===BLOCK===</a:t>
            </a:r>
          </a:p>
          <a:p>
            <a:r>
              <a:t>{{BLOCK:IMAGE}}</a:t>
            </a:r>
          </a:p>
          <a:p/>
          <a:p>
            <a:r>
              <a:t>export-image-mode: slide_with_rectpct</a:t>
            </a:r>
          </a:p>
          <a:p>
            <a:r>
              <a:t>export-image-target: exportrange</a:t>
            </a:r>
          </a:p>
          <a:p>
            <a:r>
              <a:t>export-image: extracted/figures/&lt;__BASEFILENAME__&gt;_slide&lt;__SLIDENUM__&gt;_fig.png</a:t>
            </a:r>
          </a:p>
          <a:p/>
          <a:p>
            <a:r>
              <a:t>===BLOCK===</a:t>
            </a:r>
          </a:p>
          <a:p>
            <a:r>
              <a:t>{{BLOCK:MD:LONG}}</a:t>
            </a:r>
          </a:p>
          <a:p/>
          <a:p>
            <a:r>
              <a:t>export-note: extracted/&lt;__BASEFILENAME__&gt;_slide&lt;__SLIDENUM__&gt;_md.md</a:t>
            </a:r>
          </a:p>
          <a:p>
            <a:r>
              <a:t>{{#id:section:&lt;__BASEFILENAME__&gt;:slide&lt;__SLIDENUM__&gt;}}</a:t>
            </a:r>
          </a:p>
          <a:p>
            <a:r>
              <a:t>## &lt;__TITLE__&gt;</a:t>
            </a:r>
          </a:p>
          <a:p/>
          <a:p>
            <a:r>
              <a:t>テーブルセルに MEMO, TEMPマーカーがある場合は、テーブルごと消去されます。</a:t>
            </a:r>
          </a:p>
          <a:p>
            <a:r>
              <a:t>（PDFファイル中では両方とも残って見えますが、マージされた .pptx からは削除されます）</a:t>
            </a:r>
          </a:p>
          <a:p/>
          <a:p>
            <a:r>
              <a:t>{{vspace:1}}</a:t>
            </a:r>
          </a:p>
          <a:p/>
          <a:p>
            <a:r>
              <a:t>::: {.center}</a:t>
            </a:r>
          </a:p>
          <a:p/>
          <a:p>
            <a:r>
              <a:t>![](figures/&lt;__BASEFILENAME__&gt;_slide&lt;__SLIDENUM__&gt;_fig.png){ width=95% }</a:t>
            </a:r>
          </a:p>
          <a:p/>
          <a:p>
            <a:r>
              <a:t>:::</a:t>
            </a:r>
          </a:p>
          <a:p/>
          <a:p>
            <a:r>
              <a:t>{{vspace:1}}</a:t>
            </a:r>
          </a:p>
        </p:txBody>
      </p:sp>
      <p:sp>
        <p:nvSpPr>
          <p:cNvPr id="4" name="スライド番号プレースホルダー 3">
            <a:extLst>
              <a:ext uri="{FF2B5EF4-FFF2-40B4-BE49-F238E27FC236}">
                <a16:creationId xmlns:a16="http://schemas.microsoft.com/office/drawing/2014/main" id="{8195BA2A-49CF-5F98-CF1C-E12A268E7321}"/>
              </a:ext>
            </a:extLst>
          </p:cNvPr>
          <p:cNvSpPr>
            <a:spLocks noGrp="1"/>
          </p:cNvSpPr>
          <p:nvPr>
            <p:ph type="sldNum" sz="quarter" idx="5"/>
          </p:nvPr>
        </p:nvSpPr>
        <p:spPr/>
        <p:txBody>
          <a:bodyPr/>
          <a:lstStyle/>
          <a:p>
            <a:fld id="{BA10FDB7-3E02-4363-90B3-590B3C26A88D}" type="slidenum">
              <a:rPr kumimoji="1" lang="ja-JP" altLang="en-US" smtClean="0"/>
              <a:t>2</a:t>
            </a:fld>
            <a:endParaRPr kumimoji="1" lang="ja-JP" altLang="en-US"/>
          </a:p>
        </p:txBody>
      </p:sp>
    </p:spTree>
    <p:extLst>
      <p:ext uri="{BB962C8B-B14F-4D97-AF65-F5344CB8AC3E}">
        <p14:creationId xmlns:p14="http://schemas.microsoft.com/office/powerpoint/2010/main" val="15516667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10242" name="Rectangle 2"/>
          <p:cNvSpPr>
            <a:spLocks noGrp="1" noChangeArrowheads="1"/>
          </p:cNvSpPr>
          <p:nvPr>
            <p:ph type="ctrTitle"/>
          </p:nvPr>
        </p:nvSpPr>
        <p:spPr>
          <a:xfrm>
            <a:off x="1007436" y="1524000"/>
            <a:ext cx="10164233" cy="1752600"/>
          </a:xfrm>
        </p:spPr>
        <p:txBody>
          <a:bodyPr/>
          <a:lstStyle>
            <a:lvl1pPr>
              <a:defRPr sz="4200">
                <a:solidFill>
                  <a:schemeClr val="tx2"/>
                </a:solidFill>
                <a:latin typeface="BIZ UDPゴシック" panose="020B0400000000000000" pitchFamily="50" charset="-128"/>
                <a:ea typeface="BIZ UDPゴシック" panose="020B0400000000000000" pitchFamily="50" charset="-128"/>
              </a:defRPr>
            </a:lvl1pPr>
          </a:lstStyle>
          <a:p>
            <a:r>
              <a:rPr lang="ja-JP" altLang="en-US" dirty="0"/>
              <a:t>マスター タイトルの書式設定</a:t>
            </a:r>
            <a:endParaRPr lang="en-US" altLang="ja-JP" dirty="0"/>
          </a:p>
        </p:txBody>
      </p:sp>
      <p:sp>
        <p:nvSpPr>
          <p:cNvPr id="10243" name="Rectangle 3"/>
          <p:cNvSpPr>
            <a:spLocks noGrp="1" noChangeArrowheads="1"/>
          </p:cNvSpPr>
          <p:nvPr>
            <p:ph type="subTitle" idx="1"/>
          </p:nvPr>
        </p:nvSpPr>
        <p:spPr>
          <a:xfrm>
            <a:off x="3407834" y="3962400"/>
            <a:ext cx="7971367" cy="1752600"/>
          </a:xfrm>
          <a:prstGeom prst="rect">
            <a:avLst/>
          </a:prstGeom>
        </p:spPr>
        <p:txBody>
          <a:bodyPr/>
          <a:lstStyle>
            <a:lvl1pPr marL="0" indent="0">
              <a:buFont typeface="Wingdings" pitchFamily="2" charset="2"/>
              <a:buNone/>
              <a:defRPr sz="2800">
                <a:latin typeface="BIZ UDPゴシック" panose="020B0400000000000000" pitchFamily="50" charset="-128"/>
                <a:ea typeface="BIZ UDPゴシック" panose="020B0400000000000000" pitchFamily="50" charset="-128"/>
              </a:defRPr>
            </a:lvl1pPr>
          </a:lstStyle>
          <a:p>
            <a:r>
              <a:rPr lang="ja-JP" altLang="en-US" dirty="0"/>
              <a:t>マスター サブタイトルの書式設定</a:t>
            </a:r>
            <a:endParaRPr lang="en-US" altLang="ja-JP" dirty="0"/>
          </a:p>
        </p:txBody>
      </p:sp>
      <p:sp>
        <p:nvSpPr>
          <p:cNvPr id="4" name="四角形: 角を丸くする 3">
            <a:extLst>
              <a:ext uri="{FF2B5EF4-FFF2-40B4-BE49-F238E27FC236}">
                <a16:creationId xmlns:a16="http://schemas.microsoft.com/office/drawing/2014/main" id="{8254D289-857E-022B-E722-6C7257F338BE}"/>
              </a:ext>
            </a:extLst>
          </p:cNvPr>
          <p:cNvSpPr/>
          <p:nvPr userDrawn="1"/>
        </p:nvSpPr>
        <p:spPr bwMode="auto">
          <a:xfrm>
            <a:off x="3312000" y="3666171"/>
            <a:ext cx="8328616" cy="91135"/>
          </a:xfrm>
          <a:prstGeom prst="roundRect">
            <a:avLst>
              <a:gd name="adj" fmla="val 49227"/>
            </a:avLst>
          </a:prstGeom>
          <a:solidFill>
            <a:srgbClr val="339966"/>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2035234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5" name="Rectangle 5"/>
          <p:cNvSpPr>
            <a:spLocks noGrp="1" noChangeArrowheads="1"/>
          </p:cNvSpPr>
          <p:nvPr>
            <p:ph type="ftr" sz="quarter" idx="11"/>
          </p:nvPr>
        </p:nvSpPr>
        <p:spPr>
          <a:xfrm>
            <a:off x="17348" y="6640021"/>
            <a:ext cx="5048251" cy="208483"/>
          </a:xfrm>
          <a:prstGeom prst="rect">
            <a:avLst/>
          </a:prstGeom>
        </p:spPr>
        <p:txBody>
          <a:bodyPr/>
          <a:lstStyle>
            <a:lvl1pPr>
              <a:defRPr sz="900">
                <a:latin typeface="BIZ UDPゴシック" panose="020B0400000000000000" pitchFamily="50" charset="-128"/>
                <a:ea typeface="BIZ UDPゴシック" panose="020B0400000000000000" pitchFamily="50" charset="-128"/>
              </a:defRPr>
            </a:lvl1pPr>
          </a:lstStyle>
          <a:p>
            <a:r>
              <a:rPr lang="en-US" altLang="ja-JP"/>
              <a:t>Copyright 2026 </a:t>
            </a:r>
            <a:r>
              <a:rPr lang="ja-JP" altLang="en-US"/>
              <a:t>アイデアクラフト </a:t>
            </a:r>
            <a:r>
              <a:rPr lang="en-US" altLang="ja-JP"/>
              <a:t>Kaimai Mizuhiro</a:t>
            </a:r>
            <a:endParaRPr lang="ja-JP" altLang="en-US" dirty="0"/>
          </a:p>
        </p:txBody>
      </p:sp>
      <p:sp>
        <p:nvSpPr>
          <p:cNvPr id="2" name="タイトル 1"/>
          <p:cNvSpPr>
            <a:spLocks noGrp="1"/>
          </p:cNvSpPr>
          <p:nvPr>
            <p:ph type="title"/>
          </p:nvPr>
        </p:nvSpPr>
        <p:spPr>
          <a:xfrm>
            <a:off x="898656" y="260648"/>
            <a:ext cx="10957984" cy="648072"/>
          </a:xfrm>
        </p:spPr>
        <p:txBody>
          <a:bodyPr/>
          <a:lstStyle>
            <a:lvl1pPr>
              <a:defRPr sz="2800" b="1">
                <a:latin typeface="BIZ UDPゴシック" panose="020B0400000000000000" pitchFamily="50" charset="-128"/>
                <a:ea typeface="BIZ UDPゴシック" panose="020B0400000000000000" pitchFamily="50" charset="-128"/>
              </a:defRPr>
            </a:lvl1pPr>
          </a:lstStyle>
          <a:p>
            <a:r>
              <a:rPr lang="ja-JP" altLang="en-US" dirty="0"/>
              <a:t>マスター タイトルの書式設定</a:t>
            </a:r>
          </a:p>
        </p:txBody>
      </p:sp>
      <p:sp>
        <p:nvSpPr>
          <p:cNvPr id="3" name="コンテンツ プレースホルダ 2"/>
          <p:cNvSpPr>
            <a:spLocks noGrp="1"/>
          </p:cNvSpPr>
          <p:nvPr>
            <p:ph idx="1"/>
          </p:nvPr>
        </p:nvSpPr>
        <p:spPr>
          <a:xfrm>
            <a:off x="609600" y="980728"/>
            <a:ext cx="10972800" cy="5256584"/>
          </a:xfrm>
          <a:prstGeom prst="rect">
            <a:avLst/>
          </a:prstGeom>
        </p:spPr>
        <p:txBody>
          <a:bodyPr/>
          <a:lstStyle>
            <a:lvl1pPr marL="342900" indent="-342900">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1pPr>
            <a:lvl2pPr marL="669925" indent="-325438">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2pPr>
            <a:lvl3pPr marL="1022350" indent="-350838">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3pPr>
            <a:lvl4pPr marL="1339850" indent="-315913">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4pPr>
            <a:lvl5pPr marL="1681163" indent="-339725">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5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cxnSp>
        <p:nvCxnSpPr>
          <p:cNvPr id="7" name="直線コネクタ 6">
            <a:extLst>
              <a:ext uri="{FF2B5EF4-FFF2-40B4-BE49-F238E27FC236}">
                <a16:creationId xmlns:a16="http://schemas.microsoft.com/office/drawing/2014/main" id="{F7DC264F-9A8B-8BC9-4FFA-4238A27ED534}"/>
              </a:ext>
            </a:extLst>
          </p:cNvPr>
          <p:cNvCxnSpPr>
            <a:cxnSpLocks/>
          </p:cNvCxnSpPr>
          <p:nvPr userDrawn="1"/>
        </p:nvCxnSpPr>
        <p:spPr bwMode="auto">
          <a:xfrm>
            <a:off x="554182" y="953621"/>
            <a:ext cx="11083636" cy="0"/>
          </a:xfrm>
          <a:prstGeom prst="line">
            <a:avLst/>
          </a:prstGeom>
          <a:solidFill>
            <a:srgbClr val="CCFFFF"/>
          </a:solidFill>
          <a:ln w="28575" cap="flat" cmpd="sng" algn="ctr">
            <a:solidFill>
              <a:srgbClr val="00CC66"/>
            </a:solidFill>
            <a:prstDash val="solid"/>
            <a:round/>
            <a:headEnd type="none" w="med" len="med"/>
            <a:tailEnd type="none" w="med" len="med"/>
          </a:ln>
          <a:effectLst/>
        </p:spPr>
      </p:cxnSp>
      <p:sp>
        <p:nvSpPr>
          <p:cNvPr id="8" name="Rectangle 6">
            <a:extLst>
              <a:ext uri="{FF2B5EF4-FFF2-40B4-BE49-F238E27FC236}">
                <a16:creationId xmlns:a16="http://schemas.microsoft.com/office/drawing/2014/main" id="{6BB55BAD-460C-3254-9DE7-B95DC62378A8}"/>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Tree>
    <p:extLst>
      <p:ext uri="{BB962C8B-B14F-4D97-AF65-F5344CB8AC3E}">
        <p14:creationId xmlns:p14="http://schemas.microsoft.com/office/powerpoint/2010/main" val="33575642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VTWB">
    <p:spTree>
      <p:nvGrpSpPr>
        <p:cNvPr id="1" name=""/>
        <p:cNvGrpSpPr/>
        <p:nvPr/>
      </p:nvGrpSpPr>
      <p:grpSpPr>
        <a:xfrm>
          <a:off x="0" y="0"/>
          <a:ext cx="0" cy="0"/>
          <a:chOff x="0" y="0"/>
          <a:chExt cx="0" cy="0"/>
        </a:xfrm>
      </p:grpSpPr>
      <p:cxnSp>
        <p:nvCxnSpPr>
          <p:cNvPr id="7" name="直線コネクタ 6">
            <a:extLst>
              <a:ext uri="{FF2B5EF4-FFF2-40B4-BE49-F238E27FC236}">
                <a16:creationId xmlns:a16="http://schemas.microsoft.com/office/drawing/2014/main" id="{F7DC264F-9A8B-8BC9-4FFA-4238A27ED534}"/>
              </a:ext>
            </a:extLst>
          </p:cNvPr>
          <p:cNvCxnSpPr>
            <a:cxnSpLocks/>
          </p:cNvCxnSpPr>
          <p:nvPr/>
        </p:nvCxnSpPr>
        <p:spPr bwMode="auto">
          <a:xfrm>
            <a:off x="301057" y="833306"/>
            <a:ext cx="11616074" cy="0"/>
          </a:xfrm>
          <a:prstGeom prst="line">
            <a:avLst/>
          </a:prstGeom>
          <a:solidFill>
            <a:srgbClr val="CCFFFF"/>
          </a:solidFill>
          <a:ln w="28575" cap="flat" cmpd="sng" algn="ctr">
            <a:solidFill>
              <a:srgbClr val="00CC66"/>
            </a:solidFill>
            <a:prstDash val="solid"/>
            <a:round/>
            <a:headEnd type="none" w="med" len="med"/>
            <a:tailEnd type="none" w="med" len="med"/>
          </a:ln>
          <a:effectLst/>
        </p:spPr>
      </p:cxnSp>
      <p:sp>
        <p:nvSpPr>
          <p:cNvPr id="4" name="タイトル 1">
            <a:extLst>
              <a:ext uri="{FF2B5EF4-FFF2-40B4-BE49-F238E27FC236}">
                <a16:creationId xmlns:a16="http://schemas.microsoft.com/office/drawing/2014/main" id="{5ED325D3-3CCE-5405-EA2A-09E70E70C4ED}"/>
              </a:ext>
            </a:extLst>
          </p:cNvPr>
          <p:cNvSpPr>
            <a:spLocks noGrp="1"/>
          </p:cNvSpPr>
          <p:nvPr>
            <p:ph type="title"/>
          </p:nvPr>
        </p:nvSpPr>
        <p:spPr>
          <a:xfrm>
            <a:off x="898656" y="260648"/>
            <a:ext cx="10957984" cy="501352"/>
          </a:xfrm>
        </p:spPr>
        <p:txBody>
          <a:bodyPr/>
          <a:lstStyle>
            <a:lvl1pPr>
              <a:defRPr>
                <a:latin typeface="BIZ UDPゴシック" panose="020B0400000000000000" pitchFamily="50" charset="-128"/>
                <a:ea typeface="BIZ UDPゴシック" panose="020B0400000000000000" pitchFamily="50" charset="-128"/>
              </a:defRPr>
            </a:lvl1pPr>
          </a:lstStyle>
          <a:p>
            <a:r>
              <a:rPr lang="ja-JP" altLang="en-US"/>
              <a:t>マスター タイトルの書式設定</a:t>
            </a:r>
            <a:endParaRPr lang="ja-JP" altLang="en-US" dirty="0"/>
          </a:p>
        </p:txBody>
      </p:sp>
      <p:sp>
        <p:nvSpPr>
          <p:cNvPr id="3" name="Rectangle 5">
            <a:extLst>
              <a:ext uri="{FF2B5EF4-FFF2-40B4-BE49-F238E27FC236}">
                <a16:creationId xmlns:a16="http://schemas.microsoft.com/office/drawing/2014/main" id="{62F59FD7-9291-23C8-03A9-329B4C15CFF6}"/>
              </a:ext>
            </a:extLst>
          </p:cNvPr>
          <p:cNvSpPr>
            <a:spLocks noGrp="1" noChangeArrowheads="1"/>
          </p:cNvSpPr>
          <p:nvPr>
            <p:ph type="ftr" sz="quarter" idx="11"/>
          </p:nvPr>
        </p:nvSpPr>
        <p:spPr>
          <a:xfrm>
            <a:off x="17348" y="6640021"/>
            <a:ext cx="5048251" cy="208483"/>
          </a:xfrm>
          <a:prstGeom prst="rect">
            <a:avLst/>
          </a:prstGeom>
        </p:spPr>
        <p:txBody>
          <a:bodyPr/>
          <a:lstStyle>
            <a:lvl1pPr>
              <a:defRPr sz="900">
                <a:latin typeface="BIZ UDPゴシック" panose="020B0400000000000000" pitchFamily="50" charset="-128"/>
                <a:ea typeface="BIZ UDPゴシック" panose="020B0400000000000000" pitchFamily="50" charset="-128"/>
              </a:defRPr>
            </a:lvl1pPr>
          </a:lstStyle>
          <a:p>
            <a:r>
              <a:rPr lang="en-US" altLang="ja-JP"/>
              <a:t>Copyright 2026 </a:t>
            </a:r>
            <a:r>
              <a:rPr lang="ja-JP" altLang="en-US"/>
              <a:t>アイデアクラフト </a:t>
            </a:r>
            <a:r>
              <a:rPr lang="en-US" altLang="ja-JP"/>
              <a:t>Kaimai Mizuhiro</a:t>
            </a:r>
            <a:endParaRPr lang="ja-JP" altLang="en-US" dirty="0"/>
          </a:p>
        </p:txBody>
      </p:sp>
    </p:spTree>
    <p:extLst>
      <p:ext uri="{BB962C8B-B14F-4D97-AF65-F5344CB8AC3E}">
        <p14:creationId xmlns:p14="http://schemas.microsoft.com/office/powerpoint/2010/main" val="21917820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atin typeface="BIZ UDPゴシック" panose="020B0400000000000000" pitchFamily="50" charset="-128"/>
                <a:ea typeface="BIZ UDPゴシック" panose="020B0400000000000000" pitchFamily="50" charset="-128"/>
              </a:defRPr>
            </a:lvl1pPr>
          </a:lstStyle>
          <a:p>
            <a:r>
              <a:rPr lang="ja-JP" altLang="en-US" dirty="0"/>
              <a:t>マスター タイトルの書式設定</a:t>
            </a:r>
          </a:p>
        </p:txBody>
      </p:sp>
      <p:cxnSp>
        <p:nvCxnSpPr>
          <p:cNvPr id="5" name="直線コネクタ 4">
            <a:extLst>
              <a:ext uri="{FF2B5EF4-FFF2-40B4-BE49-F238E27FC236}">
                <a16:creationId xmlns:a16="http://schemas.microsoft.com/office/drawing/2014/main" id="{0DDA252F-B76B-2A98-8A15-68FEF4A206CF}"/>
              </a:ext>
            </a:extLst>
          </p:cNvPr>
          <p:cNvCxnSpPr>
            <a:cxnSpLocks/>
          </p:cNvCxnSpPr>
          <p:nvPr userDrawn="1"/>
        </p:nvCxnSpPr>
        <p:spPr bwMode="auto">
          <a:xfrm>
            <a:off x="554182" y="953621"/>
            <a:ext cx="11083636" cy="0"/>
          </a:xfrm>
          <a:prstGeom prst="line">
            <a:avLst/>
          </a:prstGeom>
          <a:solidFill>
            <a:srgbClr val="CCFFFF"/>
          </a:solidFill>
          <a:ln w="28575" cap="flat" cmpd="sng" algn="ctr">
            <a:solidFill>
              <a:srgbClr val="00CC66"/>
            </a:solidFill>
            <a:prstDash val="solid"/>
            <a:round/>
            <a:headEnd type="none" w="med" len="med"/>
            <a:tailEnd type="none" w="med" len="med"/>
          </a:ln>
          <a:effectLst/>
        </p:spPr>
      </p:cxnSp>
      <p:sp>
        <p:nvSpPr>
          <p:cNvPr id="7" name="Rectangle 5">
            <a:extLst>
              <a:ext uri="{FF2B5EF4-FFF2-40B4-BE49-F238E27FC236}">
                <a16:creationId xmlns:a16="http://schemas.microsoft.com/office/drawing/2014/main" id="{83FEA43B-F379-CB8A-0CC1-34E310D7DF90}"/>
              </a:ext>
            </a:extLst>
          </p:cNvPr>
          <p:cNvSpPr>
            <a:spLocks noGrp="1" noChangeArrowheads="1"/>
          </p:cNvSpPr>
          <p:nvPr>
            <p:ph type="ftr" sz="quarter" idx="11"/>
          </p:nvPr>
        </p:nvSpPr>
        <p:spPr>
          <a:xfrm>
            <a:off x="119336" y="6555804"/>
            <a:ext cx="5048251" cy="252264"/>
          </a:xfrm>
          <a:prstGeom prst="rect">
            <a:avLst/>
          </a:prstGeom>
        </p:spPr>
        <p:txBody>
          <a:bodyPr/>
          <a:lstStyle>
            <a:lvl1pPr>
              <a:defRPr sz="900">
                <a:latin typeface="BIZ UDPゴシック" panose="020B0400000000000000" pitchFamily="50" charset="-128"/>
                <a:ea typeface="BIZ UDPゴシック" panose="020B0400000000000000" pitchFamily="50" charset="-128"/>
              </a:defRPr>
            </a:lvl1pPr>
          </a:lstStyle>
          <a:p>
            <a:r>
              <a:rPr lang="en-US" altLang="ja-JP"/>
              <a:t>Copyright 2026 </a:t>
            </a:r>
            <a:r>
              <a:rPr lang="ja-JP" altLang="en-US"/>
              <a:t>アイデアクラフト </a:t>
            </a:r>
            <a:r>
              <a:rPr lang="en-US" altLang="ja-JP"/>
              <a:t>Kaimai Mizuhiro</a:t>
            </a:r>
            <a:endParaRPr lang="ja-JP" altLang="en-US" dirty="0"/>
          </a:p>
        </p:txBody>
      </p:sp>
      <p:sp>
        <p:nvSpPr>
          <p:cNvPr id="8" name="Rectangle 6">
            <a:extLst>
              <a:ext uri="{FF2B5EF4-FFF2-40B4-BE49-F238E27FC236}">
                <a16:creationId xmlns:a16="http://schemas.microsoft.com/office/drawing/2014/main" id="{27F33519-DE7B-1578-63B1-C7F9384DEEE9}"/>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Tree>
    <p:extLst>
      <p:ext uri="{BB962C8B-B14F-4D97-AF65-F5344CB8AC3E}">
        <p14:creationId xmlns:p14="http://schemas.microsoft.com/office/powerpoint/2010/main" val="250980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4" name="Rectangle 5">
            <a:extLst>
              <a:ext uri="{FF2B5EF4-FFF2-40B4-BE49-F238E27FC236}">
                <a16:creationId xmlns:a16="http://schemas.microsoft.com/office/drawing/2014/main" id="{CCA1F410-EAC2-3B54-16CE-1F8AD3A29273}"/>
              </a:ext>
            </a:extLst>
          </p:cNvPr>
          <p:cNvSpPr>
            <a:spLocks noGrp="1" noChangeArrowheads="1"/>
          </p:cNvSpPr>
          <p:nvPr>
            <p:ph type="ftr" sz="quarter" idx="11"/>
          </p:nvPr>
        </p:nvSpPr>
        <p:spPr>
          <a:xfrm>
            <a:off x="119336" y="6555804"/>
            <a:ext cx="5048251" cy="252264"/>
          </a:xfrm>
          <a:prstGeom prst="rect">
            <a:avLst/>
          </a:prstGeom>
        </p:spPr>
        <p:txBody>
          <a:bodyPr/>
          <a:lstStyle>
            <a:lvl1pPr>
              <a:defRPr sz="900">
                <a:latin typeface="BIZ UDPゴシック" panose="020B0400000000000000" pitchFamily="50" charset="-128"/>
                <a:ea typeface="BIZ UDPゴシック" panose="020B0400000000000000" pitchFamily="50" charset="-128"/>
              </a:defRPr>
            </a:lvl1pPr>
          </a:lstStyle>
          <a:p>
            <a:r>
              <a:rPr lang="en-US" altLang="ja-JP"/>
              <a:t>Copyright 2026 </a:t>
            </a:r>
            <a:r>
              <a:rPr lang="ja-JP" altLang="en-US"/>
              <a:t>アイデアクラフト </a:t>
            </a:r>
            <a:r>
              <a:rPr lang="en-US" altLang="ja-JP"/>
              <a:t>Kaimai Mizuhiro</a:t>
            </a:r>
            <a:endParaRPr lang="ja-JP" altLang="en-US" dirty="0"/>
          </a:p>
        </p:txBody>
      </p:sp>
      <p:sp>
        <p:nvSpPr>
          <p:cNvPr id="6" name="Rectangle 6">
            <a:extLst>
              <a:ext uri="{FF2B5EF4-FFF2-40B4-BE49-F238E27FC236}">
                <a16:creationId xmlns:a16="http://schemas.microsoft.com/office/drawing/2014/main" id="{79E8B39C-04D2-1AF7-9927-F5F6D4CA6FEA}"/>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Tree>
    <p:extLst>
      <p:ext uri="{BB962C8B-B14F-4D97-AF65-F5344CB8AC3E}">
        <p14:creationId xmlns:p14="http://schemas.microsoft.com/office/powerpoint/2010/main" val="39083437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コンテンツ">
    <p:spTree>
      <p:nvGrpSpPr>
        <p:cNvPr id="1" name=""/>
        <p:cNvGrpSpPr/>
        <p:nvPr/>
      </p:nvGrpSpPr>
      <p:grpSpPr>
        <a:xfrm>
          <a:off x="0" y="0"/>
          <a:ext cx="0" cy="0"/>
          <a:chOff x="0" y="0"/>
          <a:chExt cx="0" cy="0"/>
        </a:xfrm>
      </p:grpSpPr>
      <p:sp>
        <p:nvSpPr>
          <p:cNvPr id="2" name="コンテンツ プレースホルダ 1"/>
          <p:cNvSpPr>
            <a:spLocks noGrp="1"/>
          </p:cNvSpPr>
          <p:nvPr>
            <p:ph/>
          </p:nvPr>
        </p:nvSpPr>
        <p:spPr>
          <a:xfrm>
            <a:off x="609600" y="277813"/>
            <a:ext cx="10972800" cy="5853112"/>
          </a:xfrm>
          <a:prstGeom prst="rect">
            <a:avLst/>
          </a:prstGeom>
        </p:spPr>
        <p:txBody>
          <a:bodyPr/>
          <a:lstStyle>
            <a:lvl1pPr>
              <a:defRPr>
                <a:latin typeface="BIZ UDPゴシック" panose="020B0400000000000000" pitchFamily="50" charset="-128"/>
                <a:ea typeface="BIZ UDPゴシック" panose="020B0400000000000000" pitchFamily="50" charset="-128"/>
              </a:defRPr>
            </a:lvl1pPr>
            <a:lvl2pPr>
              <a:defRPr>
                <a:latin typeface="BIZ UDPゴシック" panose="020B0400000000000000" pitchFamily="50" charset="-128"/>
                <a:ea typeface="BIZ UDPゴシック" panose="020B0400000000000000" pitchFamily="50" charset="-128"/>
              </a:defRPr>
            </a:lvl2pPr>
            <a:lvl3pPr>
              <a:defRPr>
                <a:latin typeface="BIZ UDPゴシック" panose="020B0400000000000000" pitchFamily="50" charset="-128"/>
                <a:ea typeface="BIZ UDPゴシック" panose="020B0400000000000000" pitchFamily="50" charset="-128"/>
              </a:defRPr>
            </a:lvl3pPr>
            <a:lvl4pPr>
              <a:defRPr>
                <a:latin typeface="BIZ UDPゴシック" panose="020B0400000000000000" pitchFamily="50" charset="-128"/>
                <a:ea typeface="BIZ UDPゴシック" panose="020B0400000000000000" pitchFamily="50" charset="-128"/>
              </a:defRPr>
            </a:lvl4pPr>
            <a:lvl5pPr>
              <a:defRPr>
                <a:latin typeface="BIZ UDPゴシック" panose="020B0400000000000000" pitchFamily="50" charset="-128"/>
                <a:ea typeface="BIZ UDPゴシック" panose="020B0400000000000000" pitchFamily="50" charset="-128"/>
              </a:defRPr>
            </a:lvl5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sp>
        <p:nvSpPr>
          <p:cNvPr id="6" name="Rectangle 6">
            <a:extLst>
              <a:ext uri="{FF2B5EF4-FFF2-40B4-BE49-F238E27FC236}">
                <a16:creationId xmlns:a16="http://schemas.microsoft.com/office/drawing/2014/main" id="{101701D8-2655-4364-A1CC-F63E88A9B833}"/>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
        <p:nvSpPr>
          <p:cNvPr id="5" name="Rectangle 5">
            <a:extLst>
              <a:ext uri="{FF2B5EF4-FFF2-40B4-BE49-F238E27FC236}">
                <a16:creationId xmlns:a16="http://schemas.microsoft.com/office/drawing/2014/main" id="{DAFE0410-6CDA-6DC1-4B56-83230C710187}"/>
              </a:ext>
            </a:extLst>
          </p:cNvPr>
          <p:cNvSpPr>
            <a:spLocks noGrp="1" noChangeArrowheads="1"/>
          </p:cNvSpPr>
          <p:nvPr>
            <p:ph type="ftr" sz="quarter" idx="11"/>
          </p:nvPr>
        </p:nvSpPr>
        <p:spPr>
          <a:xfrm>
            <a:off x="119336" y="6555804"/>
            <a:ext cx="5048251" cy="252264"/>
          </a:xfrm>
          <a:prstGeom prst="rect">
            <a:avLst/>
          </a:prstGeom>
        </p:spPr>
        <p:txBody>
          <a:bodyPr/>
          <a:lstStyle>
            <a:lvl1pPr>
              <a:defRPr sz="900">
                <a:latin typeface="BIZ UDPゴシック" panose="020B0400000000000000" pitchFamily="50" charset="-128"/>
                <a:ea typeface="BIZ UDPゴシック" panose="020B0400000000000000" pitchFamily="50" charset="-128"/>
              </a:defRPr>
            </a:lvl1pPr>
          </a:lstStyle>
          <a:p>
            <a:r>
              <a:rPr lang="en-US" altLang="ja-JP"/>
              <a:t>Copyright 2026 </a:t>
            </a:r>
            <a:r>
              <a:rPr lang="ja-JP" altLang="en-US"/>
              <a:t>アイデアクラフト </a:t>
            </a:r>
            <a:r>
              <a:rPr lang="en-US" altLang="ja-JP"/>
              <a:t>Kaimai Mizuhiro</a:t>
            </a:r>
            <a:endParaRPr lang="ja-JP" altLang="en-US" dirty="0"/>
          </a:p>
        </p:txBody>
      </p:sp>
    </p:spTree>
    <p:extLst>
      <p:ext uri="{BB962C8B-B14F-4D97-AF65-F5344CB8AC3E}">
        <p14:creationId xmlns:p14="http://schemas.microsoft.com/office/powerpoint/2010/main" val="179546919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898656" y="260648"/>
            <a:ext cx="10957984" cy="501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ja-JP" dirty="0" err="1"/>
              <a:t>マスタ</a:t>
            </a:r>
            <a:r>
              <a:rPr lang="en-US" altLang="ja-JP" dirty="0"/>
              <a:t> </a:t>
            </a:r>
            <a:r>
              <a:rPr lang="en-US" altLang="ja-JP" dirty="0" err="1"/>
              <a:t>タイトルの書式設定</a:t>
            </a:r>
            <a:endParaRPr lang="en-US" altLang="ja-JP" dirty="0"/>
          </a:p>
        </p:txBody>
      </p:sp>
      <p:sp>
        <p:nvSpPr>
          <p:cNvPr id="2" name="Rectangle 6">
            <a:extLst>
              <a:ext uri="{FF2B5EF4-FFF2-40B4-BE49-F238E27FC236}">
                <a16:creationId xmlns:a16="http://schemas.microsoft.com/office/drawing/2014/main" id="{91A1ECCD-F85D-D247-549B-2E41B84C18AE}"/>
              </a:ext>
            </a:extLst>
          </p:cNvPr>
          <p:cNvSpPr>
            <a:spLocks noGrp="1" noChangeArrowheads="1"/>
          </p:cNvSpPr>
          <p:nvPr>
            <p:ph type="sldNum" sz="quarter" idx="4"/>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Tree>
    <p:extLst>
      <p:ext uri="{BB962C8B-B14F-4D97-AF65-F5344CB8AC3E}">
        <p14:creationId xmlns:p14="http://schemas.microsoft.com/office/powerpoint/2010/main" val="115532694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8" r:id="rId3"/>
    <p:sldLayoutId id="2147483664" r:id="rId4"/>
    <p:sldLayoutId id="2147483666" r:id="rId5"/>
    <p:sldLayoutId id="2147483667" r:id="rId6"/>
  </p:sldLayoutIdLst>
  <p:hf sldNum="0" hdr="0" dt="0"/>
  <p:txStyles>
    <p:titleStyle>
      <a:lvl1pPr algn="l" rtl="0" eaLnBrk="1" fontAlgn="base" hangingPunct="1">
        <a:spcBef>
          <a:spcPct val="0"/>
        </a:spcBef>
        <a:spcAft>
          <a:spcPct val="0"/>
        </a:spcAft>
        <a:defRPr kumimoji="1" sz="2800" b="1">
          <a:solidFill>
            <a:schemeClr val="tx2"/>
          </a:solidFill>
          <a:latin typeface="BIZ UDPゴシック" panose="020B0400000000000000" pitchFamily="50" charset="-128"/>
          <a:ea typeface="BIZ UDPゴシック" panose="020B0400000000000000" pitchFamily="50" charset="-128"/>
          <a:cs typeface="+mj-cs"/>
        </a:defRPr>
      </a:lvl1pPr>
      <a:lvl2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2pPr>
      <a:lvl3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3pPr>
      <a:lvl4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4pPr>
      <a:lvl5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5pPr>
      <a:lvl6pPr marL="4572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6pPr>
      <a:lvl7pPr marL="9144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7pPr>
      <a:lvl8pPr marL="13716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8pPr>
      <a:lvl9pPr marL="18288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9pPr>
    </p:titleStyle>
    <p:bodyStyle>
      <a:lvl1pPr marL="342900" indent="-342900" algn="l" rtl="0" eaLnBrk="1" fontAlgn="base" hangingPunct="1">
        <a:lnSpc>
          <a:spcPct val="150000"/>
        </a:lnSpc>
        <a:spcBef>
          <a:spcPct val="20000"/>
        </a:spcBef>
        <a:spcAft>
          <a:spcPct val="0"/>
        </a:spcAft>
        <a:buClr>
          <a:schemeClr val="tx1">
            <a:lumMod val="75000"/>
            <a:lumOff val="25000"/>
          </a:schemeClr>
        </a:buClr>
        <a:buSzPct val="65000"/>
        <a:buFont typeface="Wingdings" panose="05000000000000000000" pitchFamily="2" charset="2"/>
        <a:buChar char="n"/>
        <a:defRPr kumimoji="1" sz="2000" b="1">
          <a:solidFill>
            <a:schemeClr val="tx1"/>
          </a:solidFill>
          <a:latin typeface="FOT-UD丸ゴ_ラージ Pr6 M" panose="02020400000000000000" pitchFamily="18" charset="-128"/>
          <a:ea typeface="FOT-UD丸ゴ_ラージ Pr6 M" panose="02020400000000000000" pitchFamily="18" charset="-128"/>
          <a:cs typeface="+mn-cs"/>
        </a:defRPr>
      </a:lvl1pPr>
      <a:lvl2pPr marL="669925" indent="-325438" algn="l" rtl="0" eaLnBrk="1" fontAlgn="base" hangingPunct="1">
        <a:lnSpc>
          <a:spcPct val="150000"/>
        </a:lnSpc>
        <a:spcBef>
          <a:spcPct val="20000"/>
        </a:spcBef>
        <a:spcAft>
          <a:spcPct val="0"/>
        </a:spcAft>
        <a:buClr>
          <a:schemeClr val="tx1">
            <a:lumMod val="75000"/>
            <a:lumOff val="25000"/>
          </a:schemeClr>
        </a:buClr>
        <a:buSzPct val="60000"/>
        <a:buFont typeface="Wingdings" panose="05000000000000000000" pitchFamily="2" charset="2"/>
        <a:buChar char="n"/>
        <a:defRPr kumimoji="1" sz="1800" b="1">
          <a:solidFill>
            <a:schemeClr val="tx1"/>
          </a:solidFill>
          <a:latin typeface="FOT-UD丸ゴ_ラージ Pr6 M" panose="02020400000000000000" pitchFamily="18" charset="-128"/>
          <a:ea typeface="FOT-UD丸ゴ_ラージ Pr6 M" panose="02020400000000000000" pitchFamily="18" charset="-128"/>
        </a:defRPr>
      </a:lvl2pPr>
      <a:lvl3pPr marL="1022350" indent="-350838" algn="l" rtl="0" eaLnBrk="1" fontAlgn="base" hangingPunct="1">
        <a:lnSpc>
          <a:spcPct val="150000"/>
        </a:lnSpc>
        <a:spcBef>
          <a:spcPct val="20000"/>
        </a:spcBef>
        <a:spcAft>
          <a:spcPct val="0"/>
        </a:spcAft>
        <a:buClr>
          <a:schemeClr val="tx1">
            <a:lumMod val="75000"/>
            <a:lumOff val="25000"/>
          </a:schemeClr>
        </a:buClr>
        <a:buSzPct val="65000"/>
        <a:buFont typeface="Wingdings" panose="05000000000000000000" pitchFamily="2" charset="2"/>
        <a:buChar char="n"/>
        <a:defRPr kumimoji="1" sz="1600" b="1">
          <a:solidFill>
            <a:schemeClr val="tx1"/>
          </a:solidFill>
          <a:latin typeface="FOT-UD丸ゴ_ラージ Pr6 M" panose="02020400000000000000" pitchFamily="18" charset="-128"/>
          <a:ea typeface="FOT-UD丸ゴ_ラージ Pr6 M" panose="02020400000000000000" pitchFamily="18" charset="-128"/>
        </a:defRPr>
      </a:lvl3pPr>
      <a:lvl4pPr marL="1339850" indent="-315913" algn="l" rtl="0" eaLnBrk="1" fontAlgn="base" hangingPunct="1">
        <a:lnSpc>
          <a:spcPct val="150000"/>
        </a:lnSpc>
        <a:spcBef>
          <a:spcPct val="20000"/>
        </a:spcBef>
        <a:spcAft>
          <a:spcPct val="0"/>
        </a:spcAft>
        <a:buClr>
          <a:schemeClr val="tx1">
            <a:lumMod val="75000"/>
            <a:lumOff val="25000"/>
          </a:schemeClr>
        </a:buClr>
        <a:buSzPct val="70000"/>
        <a:buFont typeface="Wingdings" panose="05000000000000000000" pitchFamily="2" charset="2"/>
        <a:buChar char="n"/>
        <a:defRPr kumimoji="1" sz="1400" b="1">
          <a:solidFill>
            <a:schemeClr val="tx1"/>
          </a:solidFill>
          <a:latin typeface="FOT-UD丸ゴ_ラージ Pr6 M" panose="02020400000000000000" pitchFamily="18" charset="-128"/>
          <a:ea typeface="FOT-UD丸ゴ_ラージ Pr6 M" panose="02020400000000000000" pitchFamily="18" charset="-128"/>
        </a:defRPr>
      </a:lvl4pPr>
      <a:lvl5pPr marL="1681163" indent="-339725" algn="l" rtl="0" eaLnBrk="1" fontAlgn="base" hangingPunct="1">
        <a:lnSpc>
          <a:spcPct val="150000"/>
        </a:lnSpc>
        <a:spcBef>
          <a:spcPct val="20000"/>
        </a:spcBef>
        <a:spcAft>
          <a:spcPct val="0"/>
        </a:spcAft>
        <a:buClr>
          <a:schemeClr val="tx1">
            <a:lumMod val="75000"/>
            <a:lumOff val="25000"/>
          </a:schemeClr>
        </a:buClr>
        <a:buSzPct val="75000"/>
        <a:buFont typeface="Wingdings" panose="05000000000000000000" pitchFamily="2" charset="2"/>
        <a:buChar char="n"/>
        <a:defRPr kumimoji="1" sz="1200" b="1">
          <a:solidFill>
            <a:schemeClr val="tx1"/>
          </a:solidFill>
          <a:latin typeface="FOT-UD丸ゴ_ラージ Pr6 M" panose="02020400000000000000" pitchFamily="18" charset="-128"/>
          <a:ea typeface="FOT-UD丸ゴ_ラージ Pr6 M" panose="02020400000000000000" pitchFamily="18" charset="-128"/>
        </a:defRPr>
      </a:lvl5pPr>
      <a:lvl6pPr marL="21383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6pPr>
      <a:lvl7pPr marL="25955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7pPr>
      <a:lvl8pPr marL="30527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8pPr>
      <a:lvl9pPr marL="35099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exportrange">
            <a:extLst>
              <a:ext uri="{FF2B5EF4-FFF2-40B4-BE49-F238E27FC236}">
                <a16:creationId xmlns:a16="http://schemas.microsoft.com/office/drawing/2014/main" id="{582D25F4-9BD9-F5E5-58F6-7D366BBB835C}"/>
              </a:ext>
            </a:extLst>
          </p:cNvPr>
          <p:cNvSpPr/>
          <p:nvPr/>
        </p:nvSpPr>
        <p:spPr bwMode="auto">
          <a:xfrm>
            <a:off x="623392" y="915304"/>
            <a:ext cx="10657184" cy="2813697"/>
          </a:xfrm>
          <a:prstGeom prst="rect">
            <a:avLst/>
          </a:prstGeom>
          <a:solidFill>
            <a:schemeClr val="bg1"/>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4" name="keyvisual">
            <a:extLst>
              <a:ext uri="{FF2B5EF4-FFF2-40B4-BE49-F238E27FC236}">
                <a16:creationId xmlns:a16="http://schemas.microsoft.com/office/drawing/2014/main" id="{D68B3CA3-4042-6DC7-3FBA-8D170CB0FA85}"/>
              </a:ext>
            </a:extLst>
          </p:cNvPr>
          <p:cNvSpPr/>
          <p:nvPr/>
        </p:nvSpPr>
        <p:spPr bwMode="auto">
          <a:xfrm>
            <a:off x="1035727" y="3784399"/>
            <a:ext cx="10028826" cy="2852281"/>
          </a:xfrm>
          <a:prstGeom prst="rect">
            <a:avLst/>
          </a:prstGeom>
          <a:solidFill>
            <a:schemeClr val="bg1"/>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 name="タイトル 1">
            <a:extLst>
              <a:ext uri="{FF2B5EF4-FFF2-40B4-BE49-F238E27FC236}">
                <a16:creationId xmlns:a16="http://schemas.microsoft.com/office/drawing/2014/main" id="{DF2C10AA-AFC9-04E7-6FD9-0422F716289F}"/>
              </a:ext>
            </a:extLst>
          </p:cNvPr>
          <p:cNvSpPr>
            <a:spLocks noGrp="1"/>
          </p:cNvSpPr>
          <p:nvPr>
            <p:ph type="title"/>
          </p:nvPr>
        </p:nvSpPr>
        <p:spPr/>
        <p:txBody>
          <a:bodyPr/>
          <a:lstStyle/>
          <a:p>
            <a:r>
              <a:rPr kumimoji="1" lang="ja-JP" altLang="en-US"/>
              <a:t>作業用のメモを書く</a:t>
            </a:r>
          </a:p>
        </p:txBody>
      </p:sp>
      <p:sp>
        <p:nvSpPr>
          <p:cNvPr id="3" name="フッター プレースホルダー 2">
            <a:extLst>
              <a:ext uri="{FF2B5EF4-FFF2-40B4-BE49-F238E27FC236}">
                <a16:creationId xmlns:a16="http://schemas.microsoft.com/office/drawing/2014/main" id="{9D9D1AEB-A653-E353-2924-C4320726663C}"/>
              </a:ext>
            </a:extLst>
          </p:cNvPr>
          <p:cNvSpPr>
            <a:spLocks noGrp="1"/>
          </p:cNvSpPr>
          <p:nvPr>
            <p:ph type="ftr" sz="quarter" idx="11"/>
          </p:nvPr>
        </p:nvSpPr>
        <p:spPr/>
        <p:txBody>
          <a:bodyPr/>
          <a:lstStyle/>
          <a:p>
            <a:r>
              <a:rPr lang="en-US" altLang="ja-JP"/>
              <a:t>Copyright 2026 </a:t>
            </a:r>
            <a:r>
              <a:rPr lang="ja-JP" altLang="en-US"/>
              <a:t>アイデアクラフト </a:t>
            </a:r>
            <a:r>
              <a:rPr lang="en-US" altLang="ja-JP"/>
              <a:t>Kaimai Mizuhiro</a:t>
            </a:r>
            <a:endParaRPr lang="ja-JP" altLang="en-US" dirty="0"/>
          </a:p>
        </p:txBody>
      </p:sp>
      <p:sp>
        <p:nvSpPr>
          <p:cNvPr id="33" name="テキスト ボックス 32">
            <a:extLst>
              <a:ext uri="{FF2B5EF4-FFF2-40B4-BE49-F238E27FC236}">
                <a16:creationId xmlns:a16="http://schemas.microsoft.com/office/drawing/2014/main" id="{4A9E561F-3202-EC6B-A845-34025BBBBFCE}"/>
              </a:ext>
            </a:extLst>
          </p:cNvPr>
          <p:cNvSpPr txBox="1"/>
          <p:nvPr/>
        </p:nvSpPr>
        <p:spPr bwMode="auto">
          <a:xfrm>
            <a:off x="2686070" y="1916832"/>
            <a:ext cx="830647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defPPr>
              <a:defRPr lang="en-US"/>
            </a:defPPr>
            <a:lvl1pPr>
              <a:defRPr sz="1600" kern="0">
                <a:latin typeface="BIZ UDPゴシック" panose="020B0400000000000000" pitchFamily="50" charset="-128"/>
                <a:ea typeface="BIZ UDPゴシック" panose="020B0400000000000000" pitchFamily="50" charset="-128"/>
              </a:defRPr>
            </a:lvl1pPr>
          </a:lstStyle>
          <a:p>
            <a:r>
              <a:rPr lang="en-US" altLang="ja-JP"/>
              <a:t>pptmdmerge   pptmerge   memo_temp_recipe.yaml  --force</a:t>
            </a:r>
          </a:p>
        </p:txBody>
      </p:sp>
      <p:sp>
        <p:nvSpPr>
          <p:cNvPr id="34" name="テキスト ボックス 33">
            <a:extLst>
              <a:ext uri="{FF2B5EF4-FFF2-40B4-BE49-F238E27FC236}">
                <a16:creationId xmlns:a16="http://schemas.microsoft.com/office/drawing/2014/main" id="{EE0158F8-3118-DE46-AA56-1D8CABAF59F4}"/>
              </a:ext>
            </a:extLst>
          </p:cNvPr>
          <p:cNvSpPr txBox="1"/>
          <p:nvPr/>
        </p:nvSpPr>
        <p:spPr bwMode="auto">
          <a:xfrm>
            <a:off x="739026" y="1916832"/>
            <a:ext cx="1828582" cy="338554"/>
          </a:xfrm>
          <a:prstGeom prst="rect">
            <a:avLst/>
          </a:prstGeom>
          <a:solidFill>
            <a:schemeClr val="tx1">
              <a:lumMod val="75000"/>
              <a:lumOff val="25000"/>
            </a:schemeClr>
          </a:solidFill>
          <a:ln>
            <a:noFill/>
          </a:ln>
        </p:spPr>
        <p:txBody>
          <a:bodyPr vert="horz" wrap="square" lIns="91440" tIns="45720" rIns="91440" bIns="45720" numCol="1" rtlCol="0" anchor="t" anchorCtr="0" compatLnSpc="1">
            <a:prstTxWarp prst="textNoShape">
              <a:avLst/>
            </a:prstTxWarp>
            <a:spAutoFit/>
          </a:bodyPr>
          <a:lstStyle/>
          <a:p>
            <a:pPr algn="ctr"/>
            <a:r>
              <a:rPr lang="ja-JP" altLang="en-US" sz="1600" kern="0">
                <a:solidFill>
                  <a:schemeClr val="bg1"/>
                </a:solidFill>
                <a:latin typeface="BIZ UDPゴシック" panose="020B0400000000000000" pitchFamily="50" charset="-128"/>
                <a:ea typeface="BIZ UDPゴシック" panose="020B0400000000000000" pitchFamily="50" charset="-128"/>
              </a:rPr>
              <a:t>起動コマンド例</a:t>
            </a:r>
            <a:endParaRPr kumimoji="1" lang="en-US" altLang="ja-JP" sz="1600" kern="0">
              <a:solidFill>
                <a:schemeClr val="bg1"/>
              </a:solidFill>
              <a:latin typeface="BIZ UDPゴシック" panose="020B0400000000000000" pitchFamily="50" charset="-128"/>
              <a:ea typeface="BIZ UDPゴシック" panose="020B0400000000000000" pitchFamily="50" charset="-128"/>
            </a:endParaRPr>
          </a:p>
        </p:txBody>
      </p:sp>
      <p:sp>
        <p:nvSpPr>
          <p:cNvPr id="35" name="テキスト ボックス 34">
            <a:extLst>
              <a:ext uri="{FF2B5EF4-FFF2-40B4-BE49-F238E27FC236}">
                <a16:creationId xmlns:a16="http://schemas.microsoft.com/office/drawing/2014/main" id="{AE12C02D-E7B8-7F68-10F1-94D7D353FDA0}"/>
              </a:ext>
            </a:extLst>
          </p:cNvPr>
          <p:cNvSpPr txBox="1"/>
          <p:nvPr/>
        </p:nvSpPr>
        <p:spPr bwMode="auto">
          <a:xfrm>
            <a:off x="2686070" y="1042744"/>
            <a:ext cx="175374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kumimoji="1" lang="en-US" altLang="ja-JP" sz="1600" kern="0">
                <a:latin typeface="BIZ UDPゴシック" panose="020B0400000000000000" pitchFamily="50" charset="-128"/>
                <a:ea typeface="BIZ UDPゴシック" panose="020B0400000000000000" pitchFamily="50" charset="-128"/>
              </a:rPr>
              <a:t>pptmerge</a:t>
            </a:r>
          </a:p>
        </p:txBody>
      </p:sp>
      <p:sp>
        <p:nvSpPr>
          <p:cNvPr id="36" name="テキスト ボックス 35">
            <a:extLst>
              <a:ext uri="{FF2B5EF4-FFF2-40B4-BE49-F238E27FC236}">
                <a16:creationId xmlns:a16="http://schemas.microsoft.com/office/drawing/2014/main" id="{7FE60B26-1C28-91A1-533D-80CB752E0150}"/>
              </a:ext>
            </a:extLst>
          </p:cNvPr>
          <p:cNvSpPr txBox="1"/>
          <p:nvPr/>
        </p:nvSpPr>
        <p:spPr bwMode="auto">
          <a:xfrm>
            <a:off x="739026" y="1042744"/>
            <a:ext cx="1828582" cy="338554"/>
          </a:xfrm>
          <a:prstGeom prst="rect">
            <a:avLst/>
          </a:prstGeom>
          <a:solidFill>
            <a:schemeClr val="tx1">
              <a:lumMod val="75000"/>
              <a:lumOff val="25000"/>
            </a:schemeClr>
          </a:solidFill>
          <a:ln>
            <a:noFill/>
          </a:ln>
        </p:spPr>
        <p:txBody>
          <a:bodyPr vert="horz" wrap="square" lIns="91440" tIns="45720" rIns="91440" bIns="45720" numCol="1" rtlCol="0" anchor="t" anchorCtr="0" compatLnSpc="1">
            <a:prstTxWarp prst="textNoShape">
              <a:avLst/>
            </a:prstTxWarp>
            <a:spAutoFit/>
          </a:bodyPr>
          <a:lstStyle/>
          <a:p>
            <a:pPr algn="ctr"/>
            <a:r>
              <a:rPr lang="ja-JP" altLang="en-US" sz="1600" kern="0">
                <a:solidFill>
                  <a:schemeClr val="bg1"/>
                </a:solidFill>
                <a:latin typeface="BIZ UDPゴシック" panose="020B0400000000000000" pitchFamily="50" charset="-128"/>
                <a:ea typeface="BIZ UDPゴシック" panose="020B0400000000000000" pitchFamily="50" charset="-128"/>
              </a:rPr>
              <a:t>サブコマンド名</a:t>
            </a:r>
            <a:endParaRPr kumimoji="1" lang="en-US" altLang="ja-JP" sz="1600" kern="0">
              <a:solidFill>
                <a:schemeClr val="bg1"/>
              </a:solidFill>
              <a:latin typeface="BIZ UDPゴシック" panose="020B0400000000000000" pitchFamily="50" charset="-128"/>
              <a:ea typeface="BIZ UDPゴシック" panose="020B0400000000000000" pitchFamily="50" charset="-128"/>
            </a:endParaRPr>
          </a:p>
        </p:txBody>
      </p:sp>
      <p:sp>
        <p:nvSpPr>
          <p:cNvPr id="37" name="テキスト ボックス 36">
            <a:extLst>
              <a:ext uri="{FF2B5EF4-FFF2-40B4-BE49-F238E27FC236}">
                <a16:creationId xmlns:a16="http://schemas.microsoft.com/office/drawing/2014/main" id="{B27F4962-5E63-7FA3-1DEE-0DC3FD751080}"/>
              </a:ext>
            </a:extLst>
          </p:cNvPr>
          <p:cNvSpPr txBox="1"/>
          <p:nvPr/>
        </p:nvSpPr>
        <p:spPr bwMode="auto">
          <a:xfrm>
            <a:off x="739026" y="1484784"/>
            <a:ext cx="1828582" cy="338554"/>
          </a:xfrm>
          <a:prstGeom prst="rect">
            <a:avLst/>
          </a:prstGeom>
          <a:solidFill>
            <a:schemeClr val="tx1">
              <a:lumMod val="75000"/>
              <a:lumOff val="25000"/>
            </a:schemeClr>
          </a:solidFill>
          <a:ln>
            <a:noFill/>
          </a:ln>
        </p:spPr>
        <p:txBody>
          <a:bodyPr vert="horz" wrap="square" lIns="91440" tIns="45720" rIns="91440" bIns="45720" numCol="1" rtlCol="0" anchor="t" anchorCtr="0" compatLnSpc="1">
            <a:prstTxWarp prst="textNoShape">
              <a:avLst/>
            </a:prstTxWarp>
            <a:spAutoFit/>
          </a:bodyPr>
          <a:lstStyle/>
          <a:p>
            <a:pPr algn="ctr"/>
            <a:r>
              <a:rPr lang="ja-JP" altLang="en-US" sz="1600" kern="0">
                <a:solidFill>
                  <a:schemeClr val="bg1"/>
                </a:solidFill>
                <a:latin typeface="BIZ UDPゴシック" panose="020B0400000000000000" pitchFamily="50" charset="-128"/>
                <a:ea typeface="BIZ UDPゴシック" panose="020B0400000000000000" pitchFamily="50" charset="-128"/>
              </a:rPr>
              <a:t>機能概要</a:t>
            </a:r>
            <a:endParaRPr kumimoji="1" lang="en-US" altLang="ja-JP" sz="1600" kern="0">
              <a:solidFill>
                <a:schemeClr val="bg1"/>
              </a:solidFill>
              <a:latin typeface="BIZ UDPゴシック" panose="020B0400000000000000" pitchFamily="50" charset="-128"/>
              <a:ea typeface="BIZ UDPゴシック" panose="020B0400000000000000" pitchFamily="50" charset="-128"/>
            </a:endParaRPr>
          </a:p>
        </p:txBody>
      </p:sp>
      <p:sp>
        <p:nvSpPr>
          <p:cNvPr id="38" name="テキスト ボックス 37">
            <a:extLst>
              <a:ext uri="{FF2B5EF4-FFF2-40B4-BE49-F238E27FC236}">
                <a16:creationId xmlns:a16="http://schemas.microsoft.com/office/drawing/2014/main" id="{0D7BFA0D-1443-45A8-6C2B-3DCA36B4EDFB}"/>
              </a:ext>
            </a:extLst>
          </p:cNvPr>
          <p:cNvSpPr txBox="1"/>
          <p:nvPr/>
        </p:nvSpPr>
        <p:spPr bwMode="auto">
          <a:xfrm>
            <a:off x="2686070" y="1484784"/>
            <a:ext cx="830647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kumimoji="1" lang="en-US" altLang="ja-JP" sz="1600" kern="0">
                <a:latin typeface="BIZ UDPゴシック" panose="020B0400000000000000" pitchFamily="50" charset="-128"/>
                <a:ea typeface="BIZ UDPゴシック" panose="020B0400000000000000" pitchFamily="50" charset="-128"/>
              </a:rPr>
              <a:t>.pptx </a:t>
            </a:r>
            <a:r>
              <a:rPr kumimoji="1" lang="ja-JP" altLang="en-US" sz="1600" kern="0">
                <a:latin typeface="BIZ UDPゴシック" panose="020B0400000000000000" pitchFamily="50" charset="-128"/>
                <a:ea typeface="BIZ UDPゴシック" panose="020B0400000000000000" pitchFamily="50" charset="-128"/>
              </a:rPr>
              <a:t>ファイル中の一部のシェイプ</a:t>
            </a:r>
            <a:r>
              <a:rPr kumimoji="1" lang="en-US" altLang="ja-JP" sz="1600" kern="0">
                <a:latin typeface="BIZ UDPゴシック" panose="020B0400000000000000" pitchFamily="50" charset="-128"/>
                <a:ea typeface="BIZ UDPゴシック" panose="020B0400000000000000" pitchFamily="50" charset="-128"/>
              </a:rPr>
              <a:t>(</a:t>
            </a:r>
            <a:r>
              <a:rPr kumimoji="1" lang="ja-JP" altLang="en-US" sz="1600" kern="0">
                <a:latin typeface="BIZ UDPゴシック" panose="020B0400000000000000" pitchFamily="50" charset="-128"/>
                <a:ea typeface="BIZ UDPゴシック" panose="020B0400000000000000" pitchFamily="50" charset="-128"/>
              </a:rPr>
              <a:t>図形）を無条件に一括消去する</a:t>
            </a:r>
            <a:endParaRPr kumimoji="1" lang="en-US" altLang="ja-JP" sz="1600" kern="0">
              <a:latin typeface="BIZ UDPゴシック" panose="020B0400000000000000" pitchFamily="50" charset="-128"/>
              <a:ea typeface="BIZ UDPゴシック" panose="020B0400000000000000" pitchFamily="50" charset="-128"/>
            </a:endParaRPr>
          </a:p>
        </p:txBody>
      </p:sp>
      <p:sp>
        <p:nvSpPr>
          <p:cNvPr id="39" name="正方形/長方形 38">
            <a:extLst>
              <a:ext uri="{FF2B5EF4-FFF2-40B4-BE49-F238E27FC236}">
                <a16:creationId xmlns:a16="http://schemas.microsoft.com/office/drawing/2014/main" id="{09071F12-387C-5A22-939B-F2200B79350D}"/>
              </a:ext>
            </a:extLst>
          </p:cNvPr>
          <p:cNvSpPr/>
          <p:nvPr/>
        </p:nvSpPr>
        <p:spPr bwMode="auto">
          <a:xfrm>
            <a:off x="8472264" y="195005"/>
            <a:ext cx="3393824" cy="499264"/>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algn="ctr" eaLnBrk="1" hangingPunct="1"/>
            <a:r>
              <a:rPr lang="fr-FR" altLang="ja-JP" sz="1600">
                <a:latin typeface="BIZ UDPゴシック" panose="020B0400000000000000" pitchFamily="50" charset="-128"/>
                <a:ea typeface="BIZ UDPゴシック" panose="020B0400000000000000" pitchFamily="50" charset="-128"/>
              </a:rPr>
              <a:t>&lt;__FILENAME__&gt;</a:t>
            </a:r>
            <a:endParaRPr kumimoji="1" lang="ja-JP" altLang="en-US" sz="16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40" name="テキスト ボックス 39">
            <a:extLst>
              <a:ext uri="{FF2B5EF4-FFF2-40B4-BE49-F238E27FC236}">
                <a16:creationId xmlns:a16="http://schemas.microsoft.com/office/drawing/2014/main" id="{D945FCB6-CA3A-FC29-44E0-9550E5D3849C}"/>
              </a:ext>
            </a:extLst>
          </p:cNvPr>
          <p:cNvSpPr txBox="1"/>
          <p:nvPr/>
        </p:nvSpPr>
        <p:spPr bwMode="auto">
          <a:xfrm>
            <a:off x="2686070" y="2338265"/>
            <a:ext cx="830647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defPPr>
              <a:defRPr lang="en-US"/>
            </a:defPPr>
            <a:lvl1pPr>
              <a:defRPr sz="1600" kern="0">
                <a:latin typeface="BIZ UDPゴシック" panose="020B0400000000000000" pitchFamily="50" charset="-128"/>
                <a:ea typeface="BIZ UDPゴシック" panose="020B0400000000000000" pitchFamily="50" charset="-128"/>
              </a:defRPr>
            </a:lvl1pPr>
          </a:lstStyle>
          <a:p>
            <a:r>
              <a:rPr lang="en-US" altLang="ja-JP"/>
              <a:t>"memo", "temp"</a:t>
            </a:r>
          </a:p>
        </p:txBody>
      </p:sp>
      <p:sp>
        <p:nvSpPr>
          <p:cNvPr id="41" name="テキスト ボックス 40">
            <a:extLst>
              <a:ext uri="{FF2B5EF4-FFF2-40B4-BE49-F238E27FC236}">
                <a16:creationId xmlns:a16="http://schemas.microsoft.com/office/drawing/2014/main" id="{D24990FC-3ADD-D38C-1E73-075BCF1E9CDF}"/>
              </a:ext>
            </a:extLst>
          </p:cNvPr>
          <p:cNvSpPr txBox="1"/>
          <p:nvPr/>
        </p:nvSpPr>
        <p:spPr bwMode="auto">
          <a:xfrm>
            <a:off x="739026" y="2338265"/>
            <a:ext cx="1828582" cy="338554"/>
          </a:xfrm>
          <a:prstGeom prst="rect">
            <a:avLst/>
          </a:prstGeom>
          <a:solidFill>
            <a:schemeClr val="tx1">
              <a:lumMod val="75000"/>
              <a:lumOff val="25000"/>
            </a:schemeClr>
          </a:solidFill>
          <a:ln>
            <a:noFill/>
          </a:ln>
        </p:spPr>
        <p:txBody>
          <a:bodyPr vert="horz" wrap="square" lIns="91440" tIns="45720" rIns="91440" bIns="45720" numCol="1" rtlCol="0" anchor="t" anchorCtr="0" compatLnSpc="1">
            <a:prstTxWarp prst="textNoShape">
              <a:avLst/>
            </a:prstTxWarp>
            <a:spAutoFit/>
          </a:bodyPr>
          <a:lstStyle/>
          <a:p>
            <a:pPr algn="ctr"/>
            <a:r>
              <a:rPr kumimoji="1" lang="ja-JP" altLang="en-US" sz="1600" kern="0">
                <a:solidFill>
                  <a:schemeClr val="bg1"/>
                </a:solidFill>
                <a:latin typeface="BIZ UDPゴシック" panose="020B0400000000000000" pitchFamily="50" charset="-128"/>
                <a:ea typeface="BIZ UDPゴシック" panose="020B0400000000000000" pitchFamily="50" charset="-128"/>
              </a:rPr>
              <a:t>関連キーワード</a:t>
            </a:r>
            <a:endParaRPr kumimoji="1" lang="en-US" altLang="ja-JP" sz="1600" kern="0">
              <a:solidFill>
                <a:schemeClr val="bg1"/>
              </a:solidFill>
              <a:latin typeface="BIZ UDPゴシック" panose="020B0400000000000000" pitchFamily="50" charset="-128"/>
              <a:ea typeface="BIZ UDPゴシック" panose="020B0400000000000000" pitchFamily="50" charset="-128"/>
            </a:endParaRPr>
          </a:p>
        </p:txBody>
      </p:sp>
      <p:sp>
        <p:nvSpPr>
          <p:cNvPr id="13" name="テキスト ボックス 12">
            <a:extLst>
              <a:ext uri="{FF2B5EF4-FFF2-40B4-BE49-F238E27FC236}">
                <a16:creationId xmlns:a16="http://schemas.microsoft.com/office/drawing/2014/main" id="{F73B6D62-BDC9-6F7C-180D-CB981C27FAC5}"/>
              </a:ext>
            </a:extLst>
          </p:cNvPr>
          <p:cNvSpPr txBox="1"/>
          <p:nvPr/>
        </p:nvSpPr>
        <p:spPr bwMode="auto">
          <a:xfrm>
            <a:off x="5471509" y="1042744"/>
            <a:ext cx="1828582" cy="338554"/>
          </a:xfrm>
          <a:prstGeom prst="rect">
            <a:avLst/>
          </a:prstGeom>
          <a:solidFill>
            <a:schemeClr val="tx1">
              <a:lumMod val="75000"/>
              <a:lumOff val="25000"/>
            </a:schemeClr>
          </a:solidFill>
          <a:ln>
            <a:noFill/>
          </a:ln>
        </p:spPr>
        <p:txBody>
          <a:bodyPr vert="horz" wrap="square" lIns="91440" tIns="45720" rIns="91440" bIns="45720" numCol="1" rtlCol="0" anchor="t" anchorCtr="0" compatLnSpc="1">
            <a:prstTxWarp prst="textNoShape">
              <a:avLst/>
            </a:prstTxWarp>
            <a:spAutoFit/>
          </a:bodyPr>
          <a:lstStyle/>
          <a:p>
            <a:pPr algn="ctr"/>
            <a:r>
              <a:rPr lang="ja-JP" altLang="en-US" sz="1600" kern="0">
                <a:solidFill>
                  <a:schemeClr val="bg1"/>
                </a:solidFill>
                <a:latin typeface="BIZ UDPゴシック" panose="020B0400000000000000" pitchFamily="50" charset="-128"/>
                <a:ea typeface="BIZ UDPゴシック" panose="020B0400000000000000" pitchFamily="50" charset="-128"/>
              </a:rPr>
              <a:t>サンプルフォルダ</a:t>
            </a:r>
            <a:endParaRPr kumimoji="1" lang="en-US" altLang="ja-JP" sz="1600" kern="0">
              <a:solidFill>
                <a:schemeClr val="bg1"/>
              </a:solidFill>
              <a:latin typeface="BIZ UDPゴシック" panose="020B0400000000000000" pitchFamily="50" charset="-128"/>
              <a:ea typeface="BIZ UDPゴシック" panose="020B0400000000000000" pitchFamily="50" charset="-128"/>
            </a:endParaRPr>
          </a:p>
        </p:txBody>
      </p:sp>
      <p:sp>
        <p:nvSpPr>
          <p:cNvPr id="14" name="テキスト ボックス 13">
            <a:extLst>
              <a:ext uri="{FF2B5EF4-FFF2-40B4-BE49-F238E27FC236}">
                <a16:creationId xmlns:a16="http://schemas.microsoft.com/office/drawing/2014/main" id="{F6602273-ABE3-64F1-05A5-0BAA2D0ED607}"/>
              </a:ext>
            </a:extLst>
          </p:cNvPr>
          <p:cNvSpPr txBox="1"/>
          <p:nvPr/>
        </p:nvSpPr>
        <p:spPr bwMode="auto">
          <a:xfrm>
            <a:off x="7582968" y="1042744"/>
            <a:ext cx="386520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en-US" altLang="ja-JP" sz="1600" kern="0">
                <a:latin typeface="BIZ UDPゴシック" panose="020B0400000000000000" pitchFamily="50" charset="-128"/>
                <a:ea typeface="BIZ UDPゴシック" panose="020B0400000000000000" pitchFamily="50" charset="-128"/>
              </a:rPr>
              <a:t>pm10_memo_temp</a:t>
            </a:r>
          </a:p>
        </p:txBody>
      </p:sp>
      <p:sp>
        <p:nvSpPr>
          <p:cNvPr id="50" name="テキスト ボックス 49">
            <a:extLst>
              <a:ext uri="{FF2B5EF4-FFF2-40B4-BE49-F238E27FC236}">
                <a16:creationId xmlns:a16="http://schemas.microsoft.com/office/drawing/2014/main" id="{82228F74-F580-3895-96FF-5E2FD4895E1D}"/>
              </a:ext>
            </a:extLst>
          </p:cNvPr>
          <p:cNvSpPr txBox="1"/>
          <p:nvPr/>
        </p:nvSpPr>
        <p:spPr bwMode="auto">
          <a:xfrm>
            <a:off x="739026" y="2780928"/>
            <a:ext cx="10709148"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kumimoji="1" lang="en-US" altLang="ja-JP" sz="1800" kern="0">
                <a:latin typeface="BIZ UDPゴシック" panose="020B0400000000000000" pitchFamily="50" charset="-128"/>
                <a:ea typeface="BIZ UDPゴシック" panose="020B0400000000000000" pitchFamily="50" charset="-128"/>
              </a:rPr>
              <a:t>MEMO</a:t>
            </a:r>
            <a:r>
              <a:rPr kumimoji="1" lang="ja-JP" altLang="en-US" sz="1800" kern="0">
                <a:latin typeface="BIZ UDPゴシック" panose="020B0400000000000000" pitchFamily="50" charset="-128"/>
                <a:ea typeface="BIZ UDPゴシック" panose="020B0400000000000000" pitchFamily="50" charset="-128"/>
              </a:rPr>
              <a:t>マーカー、</a:t>
            </a:r>
            <a:r>
              <a:rPr kumimoji="1" lang="en-US" altLang="ja-JP" sz="1800" kern="0">
                <a:latin typeface="BIZ UDPゴシック" panose="020B0400000000000000" pitchFamily="50" charset="-128"/>
                <a:ea typeface="BIZ UDPゴシック" panose="020B0400000000000000" pitchFamily="50" charset="-128"/>
              </a:rPr>
              <a:t>TEMP</a:t>
            </a:r>
            <a:r>
              <a:rPr kumimoji="1" lang="ja-JP" altLang="en-US" sz="1800" kern="0">
                <a:latin typeface="BIZ UDPゴシック" panose="020B0400000000000000" pitchFamily="50" charset="-128"/>
                <a:ea typeface="BIZ UDPゴシック" panose="020B0400000000000000" pitchFamily="50" charset="-128"/>
              </a:rPr>
              <a:t>マーカーを記入したシェイプは無条件に一括削除されます。</a:t>
            </a:r>
            <a:endParaRPr kumimoji="1" lang="en-US" altLang="ja-JP" sz="1800" kern="0">
              <a:latin typeface="BIZ UDPゴシック" panose="020B0400000000000000" pitchFamily="50" charset="-128"/>
              <a:ea typeface="BIZ UDPゴシック" panose="020B0400000000000000" pitchFamily="50" charset="-128"/>
            </a:endParaRPr>
          </a:p>
          <a:p>
            <a:r>
              <a:rPr lang="en-US" altLang="ja-JP" sz="1800" kern="0">
                <a:latin typeface="BIZ UDPゴシック" panose="020B0400000000000000" pitchFamily="50" charset="-128"/>
                <a:ea typeface="BIZ UDPゴシック" panose="020B0400000000000000" pitchFamily="50" charset="-128"/>
              </a:rPr>
              <a:t>CSP</a:t>
            </a:r>
            <a:r>
              <a:rPr lang="ja-JP" altLang="en-US" sz="1800" kern="0">
                <a:latin typeface="BIZ UDPゴシック" panose="020B0400000000000000" pitchFamily="50" charset="-128"/>
                <a:ea typeface="BIZ UDPゴシック" panose="020B0400000000000000" pitchFamily="50" charset="-128"/>
              </a:rPr>
              <a:t>マーカーに似た機能ですが、</a:t>
            </a:r>
            <a:r>
              <a:rPr lang="en-US" altLang="ja-JP" sz="1800" kern="0">
                <a:latin typeface="BIZ UDPゴシック" panose="020B0400000000000000" pitchFamily="50" charset="-128"/>
                <a:ea typeface="BIZ UDPゴシック" panose="020B0400000000000000" pitchFamily="50" charset="-128"/>
              </a:rPr>
              <a:t>deletecsp </a:t>
            </a:r>
            <a:r>
              <a:rPr lang="ja-JP" altLang="en-US" sz="1800" kern="0">
                <a:latin typeface="BIZ UDPゴシック" panose="020B0400000000000000" pitchFamily="50" charset="-128"/>
                <a:ea typeface="BIZ UDPゴシック" panose="020B0400000000000000" pitchFamily="50" charset="-128"/>
              </a:rPr>
              <a:t>オプションに影響されません。</a:t>
            </a:r>
            <a:endParaRPr lang="en-US" altLang="ja-JP" sz="1800" kern="0">
              <a:latin typeface="BIZ UDPゴシック" panose="020B0400000000000000" pitchFamily="50" charset="-128"/>
              <a:ea typeface="BIZ UDPゴシック" panose="020B0400000000000000" pitchFamily="50" charset="-128"/>
            </a:endParaRPr>
          </a:p>
          <a:p>
            <a:r>
              <a:rPr lang="ja-JP" altLang="en-US" sz="1800">
                <a:latin typeface="BIZ UDPゴシック" panose="020B0400000000000000" pitchFamily="50" charset="-128"/>
                <a:ea typeface="BIZ UDPゴシック" panose="020B0400000000000000" pitchFamily="50" charset="-128"/>
              </a:rPr>
              <a:t>原稿制作中の一時的メモなど、 「後で見直す部分に貼っておく付箋紙」 のような用途に使います。</a:t>
            </a:r>
          </a:p>
        </p:txBody>
      </p:sp>
      <p:sp>
        <p:nvSpPr>
          <p:cNvPr id="6" name="テキスト ボックス 5">
            <a:extLst>
              <a:ext uri="{FF2B5EF4-FFF2-40B4-BE49-F238E27FC236}">
                <a16:creationId xmlns:a16="http://schemas.microsoft.com/office/drawing/2014/main" id="{BC285036-B1C2-6C5C-833C-B75FCC62241C}"/>
              </a:ext>
            </a:extLst>
          </p:cNvPr>
          <p:cNvSpPr txBox="1"/>
          <p:nvPr/>
        </p:nvSpPr>
        <p:spPr bwMode="auto">
          <a:xfrm>
            <a:off x="4614333" y="5936563"/>
            <a:ext cx="443324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kumimoji="1" lang="en-US" altLang="ja-JP" sz="2000" kern="0">
                <a:latin typeface="BIZ UDPゴシック" panose="020B0400000000000000" pitchFamily="50" charset="-128"/>
                <a:ea typeface="BIZ UDPゴシック" panose="020B0400000000000000" pitchFamily="50" charset="-128"/>
              </a:rPr>
              <a:t>MEMO</a:t>
            </a:r>
            <a:r>
              <a:rPr kumimoji="1" lang="ja-JP" altLang="en-US" sz="2000" kern="0">
                <a:latin typeface="BIZ UDPゴシック" panose="020B0400000000000000" pitchFamily="50" charset="-128"/>
                <a:ea typeface="BIZ UDPゴシック" panose="020B0400000000000000" pitchFamily="50" charset="-128"/>
              </a:rPr>
              <a:t>、</a:t>
            </a:r>
            <a:r>
              <a:rPr kumimoji="1" lang="en-US" altLang="ja-JP" sz="2000" kern="0">
                <a:latin typeface="BIZ UDPゴシック" panose="020B0400000000000000" pitchFamily="50" charset="-128"/>
                <a:ea typeface="BIZ UDPゴシック" panose="020B0400000000000000" pitchFamily="50" charset="-128"/>
              </a:rPr>
              <a:t>TEMP </a:t>
            </a:r>
            <a:r>
              <a:rPr kumimoji="1" lang="ja-JP" altLang="en-US" sz="2000" kern="0">
                <a:latin typeface="BIZ UDPゴシック" panose="020B0400000000000000" pitchFamily="50" charset="-128"/>
                <a:ea typeface="BIZ UDPゴシック" panose="020B0400000000000000" pitchFamily="50" charset="-128"/>
              </a:rPr>
              <a:t>の動作は同じです。</a:t>
            </a:r>
            <a:endParaRPr kumimoji="1" lang="en-US" altLang="ja-JP" sz="2000" kern="0">
              <a:latin typeface="BIZ UDPゴシック" panose="020B0400000000000000" pitchFamily="50" charset="-128"/>
              <a:ea typeface="BIZ UDPゴシック" panose="020B0400000000000000" pitchFamily="50" charset="-128"/>
            </a:endParaRPr>
          </a:p>
          <a:p>
            <a:r>
              <a:rPr lang="ja-JP" altLang="en-US">
                <a:latin typeface="BIZ UDPゴシック" panose="020B0400000000000000" pitchFamily="50" charset="-128"/>
                <a:ea typeface="BIZ UDPゴシック" panose="020B0400000000000000" pitchFamily="50" charset="-128"/>
              </a:rPr>
              <a:t>結合指示書への記入は不要です。</a:t>
            </a:r>
          </a:p>
        </p:txBody>
      </p:sp>
      <p:grpSp>
        <p:nvGrpSpPr>
          <p:cNvPr id="7" name="グループ化 6">
            <a:extLst>
              <a:ext uri="{FF2B5EF4-FFF2-40B4-BE49-F238E27FC236}">
                <a16:creationId xmlns:a16="http://schemas.microsoft.com/office/drawing/2014/main" id="{1F440B66-D626-EFF9-352A-A45F4972F789}"/>
              </a:ext>
            </a:extLst>
          </p:cNvPr>
          <p:cNvGrpSpPr/>
          <p:nvPr/>
        </p:nvGrpSpPr>
        <p:grpSpPr>
          <a:xfrm>
            <a:off x="1127448" y="3933056"/>
            <a:ext cx="3024335" cy="1838902"/>
            <a:chOff x="911424" y="3163721"/>
            <a:chExt cx="3456383" cy="2104181"/>
          </a:xfrm>
        </p:grpSpPr>
        <p:sp>
          <p:nvSpPr>
            <p:cNvPr id="9" name="正方形/長方形 8">
              <a:extLst>
                <a:ext uri="{FF2B5EF4-FFF2-40B4-BE49-F238E27FC236}">
                  <a16:creationId xmlns:a16="http://schemas.microsoft.com/office/drawing/2014/main" id="{39BE0CE7-29AE-9169-C706-B1E7808BD21A}"/>
                </a:ext>
              </a:extLst>
            </p:cNvPr>
            <p:cNvSpPr/>
            <p:nvPr/>
          </p:nvSpPr>
          <p:spPr bwMode="auto">
            <a:xfrm>
              <a:off x="911424" y="3163721"/>
              <a:ext cx="3456383" cy="2104181"/>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eaLnBrk="1" hangingPunct="1">
                <a:lnSpc>
                  <a:spcPct val="150000"/>
                </a:lnSpc>
              </a:pPr>
              <a:r>
                <a:rPr kumimoji="1" lang="ja-JP" altLang="en-US" sz="18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重要スライド</a:t>
              </a:r>
              <a:endParaRPr kumimoji="1" lang="ja-JP" altLang="en-US" sz="18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10" name="正方形/長方形 9">
              <a:extLst>
                <a:ext uri="{FF2B5EF4-FFF2-40B4-BE49-F238E27FC236}">
                  <a16:creationId xmlns:a16="http://schemas.microsoft.com/office/drawing/2014/main" id="{6032D9A6-F8F4-6135-9BB1-0D603CA4378F}"/>
                </a:ext>
              </a:extLst>
            </p:cNvPr>
            <p:cNvSpPr/>
            <p:nvPr/>
          </p:nvSpPr>
          <p:spPr bwMode="auto">
            <a:xfrm>
              <a:off x="1081286" y="3717032"/>
              <a:ext cx="2888191" cy="1375197"/>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eaLnBrk="1" hangingPunct="1">
                <a:lnSpc>
                  <a:spcPct val="150000"/>
                </a:lnSpc>
              </a:pPr>
              <a:r>
                <a:rPr lang="ja-JP" altLang="en-US" sz="1400">
                  <a:latin typeface="BIZ UDPゴシック" panose="020B0400000000000000" pitchFamily="50" charset="-128"/>
                  <a:ea typeface="BIZ UDPゴシック" panose="020B0400000000000000" pitchFamily="50" charset="-128"/>
                </a:rPr>
                <a:t>～ ～ ～ ～ ～ ～ ～ ～ ～ </a:t>
              </a:r>
              <a:endParaRPr lang="en-US" altLang="ja-JP" sz="1400">
                <a:latin typeface="BIZ UDPゴシック" panose="020B0400000000000000" pitchFamily="50" charset="-128"/>
                <a:ea typeface="BIZ UDPゴシック" panose="020B0400000000000000" pitchFamily="50" charset="-128"/>
              </a:endParaRPr>
            </a:p>
            <a:p>
              <a:pPr eaLnBrk="1" hangingPunct="1">
                <a:lnSpc>
                  <a:spcPct val="150000"/>
                </a:lnSpc>
              </a:pPr>
              <a:r>
                <a:rPr lang="ja-JP" altLang="en-US" sz="1400">
                  <a:latin typeface="BIZ UDPゴシック" panose="020B0400000000000000" pitchFamily="50" charset="-128"/>
                  <a:ea typeface="BIZ UDPゴシック" panose="020B0400000000000000" pitchFamily="50" charset="-128"/>
                </a:rPr>
                <a:t>～ ～ ～ ～ ～ ～ ～ ～ ～ </a:t>
              </a:r>
              <a:endParaRPr lang="en-US" altLang="ja-JP" sz="1400">
                <a:latin typeface="BIZ UDPゴシック" panose="020B0400000000000000" pitchFamily="50" charset="-128"/>
                <a:ea typeface="BIZ UDPゴシック" panose="020B0400000000000000" pitchFamily="50" charset="-128"/>
              </a:endParaRPr>
            </a:p>
            <a:p>
              <a:pPr eaLnBrk="1" hangingPunct="1">
                <a:lnSpc>
                  <a:spcPct val="150000"/>
                </a:lnSpc>
              </a:pPr>
              <a:r>
                <a:rPr lang="ja-JP" altLang="en-US" sz="1400">
                  <a:latin typeface="BIZ UDPゴシック" panose="020B0400000000000000" pitchFamily="50" charset="-128"/>
                  <a:ea typeface="BIZ UDPゴシック" panose="020B0400000000000000" pitchFamily="50" charset="-128"/>
                </a:rPr>
                <a:t>～ ～ ～ ～ ～ ～ ～ ～ ～ </a:t>
              </a:r>
              <a:endParaRPr lang="en-US" altLang="ja-JP" sz="1400">
                <a:latin typeface="BIZ UDPゴシック" panose="020B0400000000000000" pitchFamily="50" charset="-128"/>
                <a:ea typeface="BIZ UDPゴシック" panose="020B0400000000000000" pitchFamily="50" charset="-128"/>
              </a:endParaRPr>
            </a:p>
          </p:txBody>
        </p:sp>
      </p:grpSp>
      <p:sp>
        <p:nvSpPr>
          <p:cNvPr id="11" name="テキスト ボックス 10">
            <a:extLst>
              <a:ext uri="{FF2B5EF4-FFF2-40B4-BE49-F238E27FC236}">
                <a16:creationId xmlns:a16="http://schemas.microsoft.com/office/drawing/2014/main" id="{26BDBE66-0FED-B986-2DDF-978B3D8C18AE}"/>
              </a:ext>
            </a:extLst>
          </p:cNvPr>
          <p:cNvSpPr txBox="1"/>
          <p:nvPr/>
        </p:nvSpPr>
        <p:spPr bwMode="auto">
          <a:xfrm>
            <a:off x="5159145" y="4450918"/>
            <a:ext cx="232654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sz="1800" kern="0">
                <a:latin typeface="BIZ UDPゴシック" panose="020B0400000000000000" pitchFamily="50" charset="-128"/>
                <a:ea typeface="BIZ UDPゴシック" panose="020B0400000000000000" pitchFamily="50" charset="-128"/>
              </a:rPr>
              <a:t>必ず削除される</a:t>
            </a:r>
          </a:p>
        </p:txBody>
      </p:sp>
      <p:sp>
        <p:nvSpPr>
          <p:cNvPr id="12" name="テキスト ボックス 11">
            <a:extLst>
              <a:ext uri="{FF2B5EF4-FFF2-40B4-BE49-F238E27FC236}">
                <a16:creationId xmlns:a16="http://schemas.microsoft.com/office/drawing/2014/main" id="{E2F3CB95-0B47-F49A-AE2E-D34A0D53CB23}"/>
              </a:ext>
            </a:extLst>
          </p:cNvPr>
          <p:cNvSpPr txBox="1"/>
          <p:nvPr/>
        </p:nvSpPr>
        <p:spPr bwMode="auto">
          <a:xfrm>
            <a:off x="1985261" y="6049654"/>
            <a:ext cx="374441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sz="1800" kern="0">
                <a:latin typeface="BIZ UDPゴシック" panose="020B0400000000000000" pitchFamily="50" charset="-128"/>
                <a:ea typeface="BIZ UDPゴシック" panose="020B0400000000000000" pitchFamily="50" charset="-128"/>
              </a:rPr>
              <a:t>シェイプ削除マーカー</a:t>
            </a:r>
          </a:p>
        </p:txBody>
      </p:sp>
      <p:grpSp>
        <p:nvGrpSpPr>
          <p:cNvPr id="15" name="グループ化 14">
            <a:extLst>
              <a:ext uri="{FF2B5EF4-FFF2-40B4-BE49-F238E27FC236}">
                <a16:creationId xmlns:a16="http://schemas.microsoft.com/office/drawing/2014/main" id="{A8DBA347-553B-FF02-B31E-2CCB3D533124}"/>
              </a:ext>
            </a:extLst>
          </p:cNvPr>
          <p:cNvGrpSpPr/>
          <p:nvPr/>
        </p:nvGrpSpPr>
        <p:grpSpPr>
          <a:xfrm>
            <a:off x="7947652" y="3933056"/>
            <a:ext cx="3024335" cy="1838902"/>
            <a:chOff x="911424" y="3163721"/>
            <a:chExt cx="3456383" cy="2104181"/>
          </a:xfrm>
        </p:grpSpPr>
        <p:sp>
          <p:nvSpPr>
            <p:cNvPr id="16" name="正方形/長方形 15">
              <a:extLst>
                <a:ext uri="{FF2B5EF4-FFF2-40B4-BE49-F238E27FC236}">
                  <a16:creationId xmlns:a16="http://schemas.microsoft.com/office/drawing/2014/main" id="{5C14F6AD-E308-0DFA-F64B-DB77A73C03EF}"/>
                </a:ext>
              </a:extLst>
            </p:cNvPr>
            <p:cNvSpPr/>
            <p:nvPr/>
          </p:nvSpPr>
          <p:spPr bwMode="auto">
            <a:xfrm>
              <a:off x="911424" y="3163721"/>
              <a:ext cx="3456383" cy="2104181"/>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eaLnBrk="1" hangingPunct="1">
                <a:lnSpc>
                  <a:spcPct val="150000"/>
                </a:lnSpc>
              </a:pPr>
              <a:r>
                <a:rPr kumimoji="1" lang="ja-JP" altLang="en-US" sz="18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重要スライド</a:t>
              </a:r>
              <a:endParaRPr kumimoji="1" lang="ja-JP" altLang="en-US" sz="18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17" name="正方形/長方形 16">
              <a:extLst>
                <a:ext uri="{FF2B5EF4-FFF2-40B4-BE49-F238E27FC236}">
                  <a16:creationId xmlns:a16="http://schemas.microsoft.com/office/drawing/2014/main" id="{74BF1C74-BACB-451F-1FE1-97182E84E4F0}"/>
                </a:ext>
              </a:extLst>
            </p:cNvPr>
            <p:cNvSpPr/>
            <p:nvPr/>
          </p:nvSpPr>
          <p:spPr bwMode="auto">
            <a:xfrm>
              <a:off x="1081286" y="3717032"/>
              <a:ext cx="2888191" cy="1375197"/>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eaLnBrk="1" hangingPunct="1">
                <a:lnSpc>
                  <a:spcPct val="150000"/>
                </a:lnSpc>
              </a:pPr>
              <a:r>
                <a:rPr lang="ja-JP" altLang="en-US" sz="1400">
                  <a:latin typeface="BIZ UDPゴシック" panose="020B0400000000000000" pitchFamily="50" charset="-128"/>
                  <a:ea typeface="BIZ UDPゴシック" panose="020B0400000000000000" pitchFamily="50" charset="-128"/>
                </a:rPr>
                <a:t>～ ～ ～ ～ ～ ～ ～ ～ ～ </a:t>
              </a:r>
              <a:endParaRPr lang="en-US" altLang="ja-JP" sz="1400">
                <a:latin typeface="BIZ UDPゴシック" panose="020B0400000000000000" pitchFamily="50" charset="-128"/>
                <a:ea typeface="BIZ UDPゴシック" panose="020B0400000000000000" pitchFamily="50" charset="-128"/>
              </a:endParaRPr>
            </a:p>
            <a:p>
              <a:pPr eaLnBrk="1" hangingPunct="1">
                <a:lnSpc>
                  <a:spcPct val="150000"/>
                </a:lnSpc>
              </a:pPr>
              <a:r>
                <a:rPr lang="ja-JP" altLang="en-US" sz="1400">
                  <a:latin typeface="BIZ UDPゴシック" panose="020B0400000000000000" pitchFamily="50" charset="-128"/>
                  <a:ea typeface="BIZ UDPゴシック" panose="020B0400000000000000" pitchFamily="50" charset="-128"/>
                </a:rPr>
                <a:t>～ ～ ～ ～ ～ ～ ～ ～ ～ </a:t>
              </a:r>
              <a:endParaRPr lang="en-US" altLang="ja-JP" sz="1400">
                <a:latin typeface="BIZ UDPゴシック" panose="020B0400000000000000" pitchFamily="50" charset="-128"/>
                <a:ea typeface="BIZ UDPゴシック" panose="020B0400000000000000" pitchFamily="50" charset="-128"/>
              </a:endParaRPr>
            </a:p>
            <a:p>
              <a:pPr eaLnBrk="1" hangingPunct="1">
                <a:lnSpc>
                  <a:spcPct val="150000"/>
                </a:lnSpc>
              </a:pPr>
              <a:r>
                <a:rPr lang="ja-JP" altLang="en-US" sz="1400">
                  <a:latin typeface="BIZ UDPゴシック" panose="020B0400000000000000" pitchFamily="50" charset="-128"/>
                  <a:ea typeface="BIZ UDPゴシック" panose="020B0400000000000000" pitchFamily="50" charset="-128"/>
                </a:rPr>
                <a:t>～ ～ ～ ～ ～ ～ ～ ～ ～ </a:t>
              </a:r>
              <a:endParaRPr lang="en-US" altLang="ja-JP" sz="1400">
                <a:latin typeface="BIZ UDPゴシック" panose="020B0400000000000000" pitchFamily="50" charset="-128"/>
                <a:ea typeface="BIZ UDPゴシック" panose="020B0400000000000000" pitchFamily="50" charset="-128"/>
              </a:endParaRPr>
            </a:p>
          </p:txBody>
        </p:sp>
      </p:grpSp>
      <p:cxnSp>
        <p:nvCxnSpPr>
          <p:cNvPr id="18" name="直線矢印コネクタ 17">
            <a:extLst>
              <a:ext uri="{FF2B5EF4-FFF2-40B4-BE49-F238E27FC236}">
                <a16:creationId xmlns:a16="http://schemas.microsoft.com/office/drawing/2014/main" id="{FCB2BB64-03AB-91F2-55B2-0E111C7FBE47}"/>
              </a:ext>
            </a:extLst>
          </p:cNvPr>
          <p:cNvCxnSpPr>
            <a:stCxn id="9" idx="3"/>
            <a:endCxn id="16" idx="1"/>
          </p:cNvCxnSpPr>
          <p:nvPr/>
        </p:nvCxnSpPr>
        <p:spPr bwMode="auto">
          <a:xfrm>
            <a:off x="4151783" y="4852507"/>
            <a:ext cx="3795869" cy="0"/>
          </a:xfrm>
          <a:prstGeom prst="straightConnector1">
            <a:avLst/>
          </a:prstGeom>
          <a:solidFill>
            <a:srgbClr val="CCFFFF"/>
          </a:solidFill>
          <a:ln w="28575" cap="flat" cmpd="sng" algn="ctr">
            <a:solidFill>
              <a:schemeClr val="tx1">
                <a:lumMod val="75000"/>
                <a:lumOff val="25000"/>
              </a:schemeClr>
            </a:solidFill>
            <a:prstDash val="solid"/>
            <a:round/>
            <a:headEnd type="none" w="med" len="med"/>
            <a:tailEnd type="triangle"/>
          </a:ln>
          <a:effectLst/>
        </p:spPr>
      </p:cxnSp>
      <p:pic>
        <p:nvPicPr>
          <p:cNvPr id="19" name="図 18">
            <a:extLst>
              <a:ext uri="{FF2B5EF4-FFF2-40B4-BE49-F238E27FC236}">
                <a16:creationId xmlns:a16="http://schemas.microsoft.com/office/drawing/2014/main" id="{82DE9657-1F9E-FBA1-456D-6E36CC907EC4}"/>
              </a:ext>
            </a:extLst>
          </p:cNvPr>
          <p:cNvPicPr>
            <a:picLocks noChangeAspect="1"/>
          </p:cNvPicPr>
          <p:nvPr/>
        </p:nvPicPr>
        <p:blipFill>
          <a:blip r:embed="rId3"/>
          <a:stretch>
            <a:fillRect/>
          </a:stretch>
        </p:blipFill>
        <p:spPr>
          <a:xfrm>
            <a:off x="2671283" y="4303743"/>
            <a:ext cx="1457070" cy="597460"/>
          </a:xfrm>
          <a:prstGeom prst="rect">
            <a:avLst/>
          </a:prstGeom>
        </p:spPr>
      </p:pic>
      <p:cxnSp>
        <p:nvCxnSpPr>
          <p:cNvPr id="20" name="直線矢印コネクタ 19">
            <a:extLst>
              <a:ext uri="{FF2B5EF4-FFF2-40B4-BE49-F238E27FC236}">
                <a16:creationId xmlns:a16="http://schemas.microsoft.com/office/drawing/2014/main" id="{29AF6F75-AE22-759E-22EE-05A17AE9D283}"/>
              </a:ext>
            </a:extLst>
          </p:cNvPr>
          <p:cNvCxnSpPr>
            <a:cxnSpLocks/>
          </p:cNvCxnSpPr>
          <p:nvPr/>
        </p:nvCxnSpPr>
        <p:spPr bwMode="auto">
          <a:xfrm flipV="1">
            <a:off x="2561325" y="4820250"/>
            <a:ext cx="583096" cy="1257218"/>
          </a:xfrm>
          <a:prstGeom prst="straightConnector1">
            <a:avLst/>
          </a:prstGeom>
          <a:solidFill>
            <a:srgbClr val="CCFFFF"/>
          </a:solidFill>
          <a:ln w="28575" cap="flat" cmpd="sng" algn="ctr">
            <a:solidFill>
              <a:schemeClr val="accent2"/>
            </a:solidFill>
            <a:prstDash val="solid"/>
            <a:round/>
            <a:headEnd type="none" w="med" len="med"/>
            <a:tailEnd type="triangle"/>
          </a:ln>
          <a:effectLst/>
        </p:spPr>
      </p:cxnSp>
    </p:spTree>
    <p:extLst>
      <p:ext uri="{BB962C8B-B14F-4D97-AF65-F5344CB8AC3E}">
        <p14:creationId xmlns:p14="http://schemas.microsoft.com/office/powerpoint/2010/main" val="38316215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xportrange">
            <a:extLst>
              <a:ext uri="{FF2B5EF4-FFF2-40B4-BE49-F238E27FC236}">
                <a16:creationId xmlns:a16="http://schemas.microsoft.com/office/drawing/2014/main" id="{80B6EFCC-385E-9938-7C08-F541067A6357}"/>
              </a:ext>
            </a:extLst>
          </p:cNvPr>
          <p:cNvSpPr/>
          <p:nvPr/>
        </p:nvSpPr>
        <p:spPr bwMode="auto">
          <a:xfrm>
            <a:off x="623392" y="2307147"/>
            <a:ext cx="10657184" cy="3176666"/>
          </a:xfrm>
          <a:prstGeom prst="rect">
            <a:avLst/>
          </a:prstGeom>
          <a:solidFill>
            <a:schemeClr val="bg1"/>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 name="タイトル 1">
            <a:extLst>
              <a:ext uri="{FF2B5EF4-FFF2-40B4-BE49-F238E27FC236}">
                <a16:creationId xmlns:a16="http://schemas.microsoft.com/office/drawing/2014/main" id="{DF2C10AA-AFC9-04E7-6FD9-0422F716289F}"/>
              </a:ext>
            </a:extLst>
          </p:cNvPr>
          <p:cNvSpPr>
            <a:spLocks noGrp="1"/>
          </p:cNvSpPr>
          <p:nvPr>
            <p:ph type="title"/>
          </p:nvPr>
        </p:nvSpPr>
        <p:spPr/>
        <p:txBody>
          <a:bodyPr/>
          <a:lstStyle/>
          <a:p>
            <a:r>
              <a:rPr kumimoji="1" lang="en-US" altLang="ja-JP"/>
              <a:t>MEMO, TEMP </a:t>
            </a:r>
            <a:r>
              <a:rPr kumimoji="1" lang="ja-JP" altLang="en-US"/>
              <a:t>サンプル</a:t>
            </a:r>
          </a:p>
        </p:txBody>
      </p:sp>
      <p:sp>
        <p:nvSpPr>
          <p:cNvPr id="3" name="フッター プレースホルダー 2">
            <a:extLst>
              <a:ext uri="{FF2B5EF4-FFF2-40B4-BE49-F238E27FC236}">
                <a16:creationId xmlns:a16="http://schemas.microsoft.com/office/drawing/2014/main" id="{9D9D1AEB-A653-E353-2924-C4320726663C}"/>
              </a:ext>
            </a:extLst>
          </p:cNvPr>
          <p:cNvSpPr>
            <a:spLocks noGrp="1"/>
          </p:cNvSpPr>
          <p:nvPr>
            <p:ph type="ftr" sz="quarter" idx="11"/>
          </p:nvPr>
        </p:nvSpPr>
        <p:spPr/>
        <p:txBody>
          <a:bodyPr/>
          <a:lstStyle/>
          <a:p>
            <a:r>
              <a:rPr lang="en-US" altLang="ja-JP"/>
              <a:t>Copyright 2026 </a:t>
            </a:r>
            <a:r>
              <a:rPr lang="ja-JP" altLang="en-US"/>
              <a:t>アイデアクラフト </a:t>
            </a:r>
            <a:r>
              <a:rPr lang="en-US" altLang="ja-JP"/>
              <a:t>Kaimai Mizuhiro</a:t>
            </a:r>
            <a:endParaRPr lang="ja-JP" altLang="en-US" dirty="0"/>
          </a:p>
        </p:txBody>
      </p:sp>
      <p:sp>
        <p:nvSpPr>
          <p:cNvPr id="50" name="テキスト ボックス 49">
            <a:extLst>
              <a:ext uri="{FF2B5EF4-FFF2-40B4-BE49-F238E27FC236}">
                <a16:creationId xmlns:a16="http://schemas.microsoft.com/office/drawing/2014/main" id="{82228F74-F580-3895-96FF-5E2FD4895E1D}"/>
              </a:ext>
            </a:extLst>
          </p:cNvPr>
          <p:cNvSpPr txBox="1"/>
          <p:nvPr/>
        </p:nvSpPr>
        <p:spPr bwMode="auto">
          <a:xfrm>
            <a:off x="739026" y="1374188"/>
            <a:ext cx="1070914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kumimoji="1" lang="ja-JP" altLang="en-US" sz="2000" kern="0">
                <a:latin typeface="BIZ UDPゴシック" panose="020B0400000000000000" pitchFamily="50" charset="-128"/>
                <a:ea typeface="BIZ UDPゴシック" panose="020B0400000000000000" pitchFamily="50" charset="-128"/>
              </a:rPr>
              <a:t>下記の 「シェイプ」は無条件で消去されます。画像は残ります。</a:t>
            </a:r>
            <a:endParaRPr lang="ja-JP" altLang="en-US">
              <a:latin typeface="BIZ UDPゴシック" panose="020B0400000000000000" pitchFamily="50" charset="-128"/>
              <a:ea typeface="BIZ UDPゴシック" panose="020B0400000000000000" pitchFamily="50" charset="-128"/>
            </a:endParaRPr>
          </a:p>
        </p:txBody>
      </p:sp>
      <p:sp>
        <p:nvSpPr>
          <p:cNvPr id="10" name="正方形/長方形 9">
            <a:extLst>
              <a:ext uri="{FF2B5EF4-FFF2-40B4-BE49-F238E27FC236}">
                <a16:creationId xmlns:a16="http://schemas.microsoft.com/office/drawing/2014/main" id="{0B908542-80B1-0334-E713-08F0166CDD1D}"/>
              </a:ext>
            </a:extLst>
          </p:cNvPr>
          <p:cNvSpPr/>
          <p:nvPr/>
        </p:nvSpPr>
        <p:spPr bwMode="auto">
          <a:xfrm>
            <a:off x="5447928" y="3163160"/>
            <a:ext cx="3398057" cy="851004"/>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20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詳細不明なので後日要確認</a:t>
            </a:r>
            <a:endParaRPr kumimoji="1" lang="en-US" altLang="ja-JP" sz="20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endParaRPr>
          </a:p>
          <a:p>
            <a:pPr marL="0" marR="0" indent="0" algn="ctr" defTabSz="914400" rtl="0" eaLnBrk="1" fontAlgn="base" latinLnBrk="0" hangingPunct="1">
              <a:lnSpc>
                <a:spcPct val="100000"/>
              </a:lnSpc>
              <a:spcBef>
                <a:spcPct val="0"/>
              </a:spcBef>
              <a:spcAft>
                <a:spcPct val="0"/>
              </a:spcAft>
              <a:buClrTx/>
              <a:buSzTx/>
              <a:buFontTx/>
              <a:buNone/>
              <a:tabLst/>
            </a:pPr>
            <a:r>
              <a:rPr lang="en-US" altLang="ja-JP">
                <a:latin typeface="BIZ UDPゴシック" panose="020B0400000000000000" pitchFamily="50" charset="-128"/>
                <a:ea typeface="BIZ UDPゴシック" panose="020B0400000000000000" pitchFamily="50" charset="-128"/>
              </a:rPr>
              <a:t>#MEMO#</a:t>
            </a:r>
            <a:endParaRPr kumimoji="1" lang="en-US" altLang="ja-JP" sz="20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12" name="正方形/長方形 11">
            <a:extLst>
              <a:ext uri="{FF2B5EF4-FFF2-40B4-BE49-F238E27FC236}">
                <a16:creationId xmlns:a16="http://schemas.microsoft.com/office/drawing/2014/main" id="{AE644982-097C-A082-42B4-5017BCB1ECB9}"/>
              </a:ext>
            </a:extLst>
          </p:cNvPr>
          <p:cNvSpPr/>
          <p:nvPr/>
        </p:nvSpPr>
        <p:spPr bwMode="auto">
          <a:xfrm>
            <a:off x="5447928" y="4204781"/>
            <a:ext cx="3398057" cy="851004"/>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20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ちょーウケる</a:t>
            </a:r>
            <a:endParaRPr kumimoji="1" lang="en-US" altLang="ja-JP" sz="20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endParaRPr>
          </a:p>
          <a:p>
            <a:pPr marL="0" marR="0" indent="0" algn="ctr" defTabSz="914400" rtl="0" eaLnBrk="1" fontAlgn="base" latinLnBrk="0" hangingPunct="1">
              <a:lnSpc>
                <a:spcPct val="100000"/>
              </a:lnSpc>
              <a:spcBef>
                <a:spcPct val="0"/>
              </a:spcBef>
              <a:spcAft>
                <a:spcPct val="0"/>
              </a:spcAft>
              <a:buClrTx/>
              <a:buSzTx/>
              <a:buFontTx/>
              <a:buNone/>
              <a:tabLst/>
            </a:pPr>
            <a:r>
              <a:rPr lang="en-US" altLang="ja-JP">
                <a:latin typeface="BIZ UDPゴシック" panose="020B0400000000000000" pitchFamily="50" charset="-128"/>
                <a:ea typeface="BIZ UDPゴシック" panose="020B0400000000000000" pitchFamily="50" charset="-128"/>
              </a:rPr>
              <a:t>#TEMP#</a:t>
            </a:r>
            <a:endParaRPr kumimoji="1" lang="en-US" altLang="ja-JP" sz="20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17" name="正方形/長方形 16">
            <a:extLst>
              <a:ext uri="{FF2B5EF4-FFF2-40B4-BE49-F238E27FC236}">
                <a16:creationId xmlns:a16="http://schemas.microsoft.com/office/drawing/2014/main" id="{DD870573-5A9D-F7B5-942D-914D50CFA602}"/>
              </a:ext>
            </a:extLst>
          </p:cNvPr>
          <p:cNvSpPr/>
          <p:nvPr/>
        </p:nvSpPr>
        <p:spPr bwMode="auto">
          <a:xfrm>
            <a:off x="5447928" y="2489272"/>
            <a:ext cx="3398057" cy="528406"/>
          </a:xfrm>
          <a:prstGeom prst="rect">
            <a:avLst/>
          </a:prstGeom>
          <a:solidFill>
            <a:schemeClr val="bg1"/>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24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シェイプ</a:t>
            </a:r>
            <a:endParaRPr kumimoji="1" lang="en-US" altLang="ja-JP" sz="24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2" name="正方形/長方形 21">
            <a:extLst>
              <a:ext uri="{FF2B5EF4-FFF2-40B4-BE49-F238E27FC236}">
                <a16:creationId xmlns:a16="http://schemas.microsoft.com/office/drawing/2014/main" id="{9E4C4D07-0CBB-06D0-974E-CB7228780962}"/>
              </a:ext>
            </a:extLst>
          </p:cNvPr>
          <p:cNvSpPr/>
          <p:nvPr/>
        </p:nvSpPr>
        <p:spPr bwMode="auto">
          <a:xfrm>
            <a:off x="1492440" y="2489272"/>
            <a:ext cx="3398057" cy="528406"/>
          </a:xfrm>
          <a:prstGeom prst="rect">
            <a:avLst/>
          </a:prstGeom>
          <a:solidFill>
            <a:schemeClr val="bg1"/>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24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画像</a:t>
            </a:r>
            <a:endParaRPr kumimoji="1" lang="en-US" altLang="ja-JP" sz="24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endParaRPr>
          </a:p>
        </p:txBody>
      </p:sp>
      <p:pic>
        <p:nvPicPr>
          <p:cNvPr id="23" name="図 22">
            <a:extLst>
              <a:ext uri="{FF2B5EF4-FFF2-40B4-BE49-F238E27FC236}">
                <a16:creationId xmlns:a16="http://schemas.microsoft.com/office/drawing/2014/main" id="{CCD3F852-975A-2626-48FD-309704D9B027}"/>
              </a:ext>
            </a:extLst>
          </p:cNvPr>
          <p:cNvPicPr>
            <a:picLocks noChangeAspect="1"/>
          </p:cNvPicPr>
          <p:nvPr/>
        </p:nvPicPr>
        <p:blipFill>
          <a:blip r:embed="rId3"/>
          <a:stretch>
            <a:fillRect/>
          </a:stretch>
        </p:blipFill>
        <p:spPr>
          <a:xfrm>
            <a:off x="1494330" y="3140567"/>
            <a:ext cx="3407959" cy="896190"/>
          </a:xfrm>
          <a:prstGeom prst="rect">
            <a:avLst/>
          </a:prstGeom>
        </p:spPr>
      </p:pic>
      <p:pic>
        <p:nvPicPr>
          <p:cNvPr id="28" name="図 27">
            <a:extLst>
              <a:ext uri="{FF2B5EF4-FFF2-40B4-BE49-F238E27FC236}">
                <a16:creationId xmlns:a16="http://schemas.microsoft.com/office/drawing/2014/main" id="{03CD7D6F-C42C-C449-A297-FDD46E8EBD9C}"/>
              </a:ext>
            </a:extLst>
          </p:cNvPr>
          <p:cNvPicPr>
            <a:picLocks noChangeAspect="1"/>
          </p:cNvPicPr>
          <p:nvPr/>
        </p:nvPicPr>
        <p:blipFill>
          <a:blip r:embed="rId4"/>
          <a:stretch>
            <a:fillRect/>
          </a:stretch>
        </p:blipFill>
        <p:spPr>
          <a:xfrm>
            <a:off x="1487488" y="4204781"/>
            <a:ext cx="3407959" cy="890093"/>
          </a:xfrm>
          <a:prstGeom prst="rect">
            <a:avLst/>
          </a:prstGeom>
        </p:spPr>
      </p:pic>
      <p:sp>
        <p:nvSpPr>
          <p:cNvPr id="4" name="正方形/長方形 3">
            <a:extLst>
              <a:ext uri="{FF2B5EF4-FFF2-40B4-BE49-F238E27FC236}">
                <a16:creationId xmlns:a16="http://schemas.microsoft.com/office/drawing/2014/main" id="{307F6B76-74DF-3DF4-341F-7F8F4881E52A}"/>
              </a:ext>
            </a:extLst>
          </p:cNvPr>
          <p:cNvSpPr/>
          <p:nvPr/>
        </p:nvSpPr>
        <p:spPr bwMode="auto">
          <a:xfrm>
            <a:off x="9624392" y="195005"/>
            <a:ext cx="2241696" cy="499264"/>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bodyPr>
          <a:lstStyle/>
          <a:p>
            <a:pPr algn="ctr" eaLnBrk="1" hangingPunct="1"/>
            <a:r>
              <a:rPr lang="fr-FR" altLang="ja-JP" sz="1100">
                <a:latin typeface="BIZ UDPゴシック" panose="020B0400000000000000" pitchFamily="50" charset="-128"/>
                <a:ea typeface="BIZ UDPゴシック" panose="020B0400000000000000" pitchFamily="50" charset="-128"/>
              </a:rPr>
              <a:t>&lt;__FILENAME__&gt;</a:t>
            </a:r>
            <a:endParaRPr kumimoji="1" lang="ja-JP" altLang="en-US" sz="11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1654283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B8CEF-EB1F-92D8-20E7-01D60BF2406C}"/>
            </a:ext>
          </a:extLst>
        </p:cNvPr>
        <p:cNvGrpSpPr/>
        <p:nvPr/>
      </p:nvGrpSpPr>
      <p:grpSpPr>
        <a:xfrm>
          <a:off x="0" y="0"/>
          <a:ext cx="0" cy="0"/>
          <a:chOff x="0" y="0"/>
          <a:chExt cx="0" cy="0"/>
        </a:xfrm>
      </p:grpSpPr>
      <p:sp>
        <p:nvSpPr>
          <p:cNvPr id="10" name="exportrange">
            <a:extLst>
              <a:ext uri="{FF2B5EF4-FFF2-40B4-BE49-F238E27FC236}">
                <a16:creationId xmlns:a16="http://schemas.microsoft.com/office/drawing/2014/main" id="{587BFB88-1EF8-F735-5DBA-C2F73C909ACE}"/>
              </a:ext>
            </a:extLst>
          </p:cNvPr>
          <p:cNvSpPr/>
          <p:nvPr/>
        </p:nvSpPr>
        <p:spPr bwMode="auto">
          <a:xfrm>
            <a:off x="623392" y="1973597"/>
            <a:ext cx="10657184" cy="3843766"/>
          </a:xfrm>
          <a:prstGeom prst="rect">
            <a:avLst/>
          </a:prstGeom>
          <a:solidFill>
            <a:schemeClr val="bg1"/>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 name="タイトル 1">
            <a:extLst>
              <a:ext uri="{FF2B5EF4-FFF2-40B4-BE49-F238E27FC236}">
                <a16:creationId xmlns:a16="http://schemas.microsoft.com/office/drawing/2014/main" id="{2F4A9151-DA4C-B15B-54CA-D35D3D81B770}"/>
              </a:ext>
            </a:extLst>
          </p:cNvPr>
          <p:cNvSpPr>
            <a:spLocks noGrp="1"/>
          </p:cNvSpPr>
          <p:nvPr>
            <p:ph type="title"/>
          </p:nvPr>
        </p:nvSpPr>
        <p:spPr/>
        <p:txBody>
          <a:bodyPr/>
          <a:lstStyle/>
          <a:p>
            <a:r>
              <a:rPr lang="ja-JP" altLang="en-US"/>
              <a:t>テーブルシェイプはテーブルごと消去</a:t>
            </a:r>
            <a:endParaRPr kumimoji="1" lang="ja-JP" altLang="en-US"/>
          </a:p>
        </p:txBody>
      </p:sp>
      <p:sp>
        <p:nvSpPr>
          <p:cNvPr id="3" name="フッター プレースホルダー 2">
            <a:extLst>
              <a:ext uri="{FF2B5EF4-FFF2-40B4-BE49-F238E27FC236}">
                <a16:creationId xmlns:a16="http://schemas.microsoft.com/office/drawing/2014/main" id="{B7C458A0-5F70-95B8-9097-58CA8CE1AFE6}"/>
              </a:ext>
            </a:extLst>
          </p:cNvPr>
          <p:cNvSpPr>
            <a:spLocks noGrp="1"/>
          </p:cNvSpPr>
          <p:nvPr>
            <p:ph type="ftr" sz="quarter" idx="11"/>
          </p:nvPr>
        </p:nvSpPr>
        <p:spPr/>
        <p:txBody>
          <a:bodyPr/>
          <a:lstStyle/>
          <a:p>
            <a:r>
              <a:rPr lang="en-US" altLang="ja-JP"/>
              <a:t>Copyright 2026 </a:t>
            </a:r>
            <a:r>
              <a:rPr lang="ja-JP" altLang="en-US"/>
              <a:t>アイデアクラフト 開米瑞浩</a:t>
            </a:r>
            <a:endParaRPr lang="ja-JP" altLang="en-US" dirty="0"/>
          </a:p>
        </p:txBody>
      </p:sp>
      <p:sp>
        <p:nvSpPr>
          <p:cNvPr id="31" name="テキスト ボックス 30">
            <a:extLst>
              <a:ext uri="{FF2B5EF4-FFF2-40B4-BE49-F238E27FC236}">
                <a16:creationId xmlns:a16="http://schemas.microsoft.com/office/drawing/2014/main" id="{4E7F8E47-38ED-1C7C-BBD0-CC21579F4B00}"/>
              </a:ext>
            </a:extLst>
          </p:cNvPr>
          <p:cNvSpPr txBox="1"/>
          <p:nvPr/>
        </p:nvSpPr>
        <p:spPr bwMode="auto">
          <a:xfrm>
            <a:off x="739026" y="1123692"/>
            <a:ext cx="1070914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ja-JP" altLang="en-US" kern="0">
                <a:latin typeface="BIZ UDPゴシック" panose="020B0400000000000000" pitchFamily="50" charset="-128"/>
                <a:ea typeface="BIZ UDPゴシック" panose="020B0400000000000000" pitchFamily="50" charset="-128"/>
              </a:rPr>
              <a:t>テーブルセルに </a:t>
            </a:r>
            <a:r>
              <a:rPr lang="en-US" altLang="ja-JP" kern="0">
                <a:latin typeface="BIZ UDPゴシック" panose="020B0400000000000000" pitchFamily="50" charset="-128"/>
                <a:ea typeface="BIZ UDPゴシック" panose="020B0400000000000000" pitchFamily="50" charset="-128"/>
              </a:rPr>
              <a:t>MEMO, TEMP</a:t>
            </a:r>
            <a:r>
              <a:rPr lang="ja-JP" altLang="en-US" kern="0">
                <a:latin typeface="BIZ UDPゴシック" panose="020B0400000000000000" pitchFamily="50" charset="-128"/>
                <a:ea typeface="BIZ UDPゴシック" panose="020B0400000000000000" pitchFamily="50" charset="-128"/>
              </a:rPr>
              <a:t>マーカーがある場合は、テーブルごと消去されます。</a:t>
            </a:r>
            <a:endParaRPr lang="ja-JP" altLang="en-US">
              <a:latin typeface="BIZ UDPゴシック" panose="020B0400000000000000" pitchFamily="50" charset="-128"/>
              <a:ea typeface="BIZ UDPゴシック" panose="020B0400000000000000" pitchFamily="50" charset="-128"/>
            </a:endParaRPr>
          </a:p>
        </p:txBody>
      </p:sp>
      <p:graphicFrame>
        <p:nvGraphicFramePr>
          <p:cNvPr id="4" name="表 3">
            <a:extLst>
              <a:ext uri="{FF2B5EF4-FFF2-40B4-BE49-F238E27FC236}">
                <a16:creationId xmlns:a16="http://schemas.microsoft.com/office/drawing/2014/main" id="{9871C9F4-4DCA-552F-F9A5-000BC73975DE}"/>
              </a:ext>
            </a:extLst>
          </p:cNvPr>
          <p:cNvGraphicFramePr>
            <a:graphicFrameLocks noGrp="1"/>
          </p:cNvGraphicFramePr>
          <p:nvPr>
            <p:extLst>
              <p:ext uri="{D42A27DB-BD31-4B8C-83A1-F6EECF244321}">
                <p14:modId xmlns:p14="http://schemas.microsoft.com/office/powerpoint/2010/main" val="2694100437"/>
              </p:ext>
            </p:extLst>
          </p:nvPr>
        </p:nvGraphicFramePr>
        <p:xfrm>
          <a:off x="6672064" y="2693374"/>
          <a:ext cx="3744416" cy="1692534"/>
        </p:xfrm>
        <a:graphic>
          <a:graphicData uri="http://schemas.openxmlformats.org/drawingml/2006/table">
            <a:tbl>
              <a:tblPr firstRow="1" bandRow="1">
                <a:tableStyleId>{5C22544A-7EE6-4342-B048-85BDC9FD1C3A}</a:tableStyleId>
              </a:tblPr>
              <a:tblGrid>
                <a:gridCol w="1872208">
                  <a:extLst>
                    <a:ext uri="{9D8B030D-6E8A-4147-A177-3AD203B41FA5}">
                      <a16:colId xmlns:a16="http://schemas.microsoft.com/office/drawing/2014/main" val="1162850088"/>
                    </a:ext>
                  </a:extLst>
                </a:gridCol>
                <a:gridCol w="1872208">
                  <a:extLst>
                    <a:ext uri="{9D8B030D-6E8A-4147-A177-3AD203B41FA5}">
                      <a16:colId xmlns:a16="http://schemas.microsoft.com/office/drawing/2014/main" val="4024242183"/>
                    </a:ext>
                  </a:extLst>
                </a:gridCol>
              </a:tblGrid>
              <a:tr h="526227">
                <a:tc>
                  <a:txBody>
                    <a:bodyPr/>
                    <a:lstStyle/>
                    <a:p>
                      <a:r>
                        <a:rPr kumimoji="1" lang="ja-JP" altLang="en-US">
                          <a:latin typeface="BIZ UDPゴシック" panose="020B0400000000000000" pitchFamily="50" charset="-128"/>
                          <a:ea typeface="BIZ UDPゴシック" panose="020B0400000000000000" pitchFamily="50" charset="-128"/>
                        </a:rPr>
                        <a:t>夏</a:t>
                      </a:r>
                    </a:p>
                  </a:txBody>
                  <a:tcPr/>
                </a:tc>
                <a:tc>
                  <a:txBody>
                    <a:bodyPr/>
                    <a:lstStyle/>
                    <a:p>
                      <a:r>
                        <a:rPr kumimoji="1" lang="ja-JP" altLang="en-US">
                          <a:latin typeface="BIZ UDPゴシック" panose="020B0400000000000000" pitchFamily="50" charset="-128"/>
                          <a:ea typeface="BIZ UDPゴシック" panose="020B0400000000000000" pitchFamily="50" charset="-128"/>
                        </a:rPr>
                        <a:t>冬</a:t>
                      </a:r>
                    </a:p>
                  </a:txBody>
                  <a:tcPr/>
                </a:tc>
                <a:extLst>
                  <a:ext uri="{0D108BD9-81ED-4DB2-BD59-A6C34878D82A}">
                    <a16:rowId xmlns:a16="http://schemas.microsoft.com/office/drawing/2014/main" val="1975807661"/>
                  </a:ext>
                </a:extLst>
              </a:tr>
              <a:tr h="539728">
                <a:tc>
                  <a:txBody>
                    <a:bodyPr/>
                    <a:lstStyle/>
                    <a:p>
                      <a:r>
                        <a:rPr kumimoji="1" lang="ja-JP" altLang="en-US">
                          <a:latin typeface="BIZ UDPゴシック" panose="020B0400000000000000" pitchFamily="50" charset="-128"/>
                          <a:ea typeface="BIZ UDPゴシック" panose="020B0400000000000000" pitchFamily="50" charset="-128"/>
                        </a:rPr>
                        <a:t>暑い</a:t>
                      </a:r>
                      <a:endParaRPr kumimoji="1" lang="en-US" altLang="ja-JP">
                        <a:latin typeface="BIZ UDPゴシック" panose="020B0400000000000000" pitchFamily="50" charset="-128"/>
                        <a:ea typeface="BIZ UDPゴシック" panose="020B0400000000000000" pitchFamily="50" charset="-128"/>
                      </a:endParaRPr>
                    </a:p>
                    <a:p>
                      <a:r>
                        <a:rPr kumimoji="1" lang="en-US" altLang="ja-JP">
                          <a:latin typeface="BIZ UDPゴシック" panose="020B0400000000000000" pitchFamily="50" charset="-128"/>
                          <a:ea typeface="BIZ UDPゴシック" panose="020B0400000000000000" pitchFamily="50" charset="-128"/>
                        </a:rPr>
                        <a:t>#MEMO#</a:t>
                      </a:r>
                      <a:endParaRPr kumimoji="1" lang="ja-JP" altLang="en-US">
                        <a:latin typeface="BIZ UDPゴシック" panose="020B0400000000000000" pitchFamily="50" charset="-128"/>
                        <a:ea typeface="BIZ UDPゴシック" panose="020B0400000000000000" pitchFamily="50" charset="-128"/>
                      </a:endParaRPr>
                    </a:p>
                  </a:txBody>
                  <a:tcPr/>
                </a:tc>
                <a:tc>
                  <a:txBody>
                    <a:bodyPr/>
                    <a:lstStyle/>
                    <a:p>
                      <a:r>
                        <a:rPr kumimoji="1" lang="ja-JP" altLang="en-US">
                          <a:latin typeface="BIZ UDPゴシック" panose="020B0400000000000000" pitchFamily="50" charset="-128"/>
                          <a:ea typeface="BIZ UDPゴシック" panose="020B0400000000000000" pitchFamily="50" charset="-128"/>
                        </a:rPr>
                        <a:t>寒い</a:t>
                      </a:r>
                    </a:p>
                  </a:txBody>
                  <a:tcPr/>
                </a:tc>
                <a:extLst>
                  <a:ext uri="{0D108BD9-81ED-4DB2-BD59-A6C34878D82A}">
                    <a16:rowId xmlns:a16="http://schemas.microsoft.com/office/drawing/2014/main" val="1954257988"/>
                  </a:ext>
                </a:extLst>
              </a:tr>
              <a:tr h="526227">
                <a:tc>
                  <a:txBody>
                    <a:bodyPr/>
                    <a:lstStyle/>
                    <a:p>
                      <a:r>
                        <a:rPr kumimoji="1" lang="ja-JP" altLang="en-US">
                          <a:latin typeface="BIZ UDPゴシック" panose="020B0400000000000000" pitchFamily="50" charset="-128"/>
                          <a:ea typeface="BIZ UDPゴシック" panose="020B0400000000000000" pitchFamily="50" charset="-128"/>
                        </a:rPr>
                        <a:t>水泳</a:t>
                      </a:r>
                    </a:p>
                  </a:txBody>
                  <a:tcPr/>
                </a:tc>
                <a:tc>
                  <a:txBody>
                    <a:bodyPr/>
                    <a:lstStyle/>
                    <a:p>
                      <a:r>
                        <a:rPr kumimoji="1" lang="ja-JP" altLang="en-US">
                          <a:latin typeface="BIZ UDPゴシック" panose="020B0400000000000000" pitchFamily="50" charset="-128"/>
                          <a:ea typeface="BIZ UDPゴシック" panose="020B0400000000000000" pitchFamily="50" charset="-128"/>
                        </a:rPr>
                        <a:t>スキー</a:t>
                      </a:r>
                    </a:p>
                  </a:txBody>
                  <a:tcPr/>
                </a:tc>
                <a:extLst>
                  <a:ext uri="{0D108BD9-81ED-4DB2-BD59-A6C34878D82A}">
                    <a16:rowId xmlns:a16="http://schemas.microsoft.com/office/drawing/2014/main" val="3572682426"/>
                  </a:ext>
                </a:extLst>
              </a:tr>
            </a:tbl>
          </a:graphicData>
        </a:graphic>
      </p:graphicFrame>
      <p:sp>
        <p:nvSpPr>
          <p:cNvPr id="6" name="テキスト ボックス 5">
            <a:extLst>
              <a:ext uri="{FF2B5EF4-FFF2-40B4-BE49-F238E27FC236}">
                <a16:creationId xmlns:a16="http://schemas.microsoft.com/office/drawing/2014/main" id="{509D25A0-2FC7-5843-BBCA-BE851C91FA5C}"/>
              </a:ext>
            </a:extLst>
          </p:cNvPr>
          <p:cNvSpPr txBox="1"/>
          <p:nvPr/>
        </p:nvSpPr>
        <p:spPr bwMode="auto">
          <a:xfrm>
            <a:off x="2999656" y="2151043"/>
            <a:ext cx="1315576" cy="3637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ja-JP" altLang="en-US" kern="0">
                <a:latin typeface="BIZ UDPゴシック" panose="020B0400000000000000" pitchFamily="50" charset="-128"/>
                <a:ea typeface="BIZ UDPゴシック" panose="020B0400000000000000" pitchFamily="50" charset="-128"/>
              </a:rPr>
              <a:t>画像</a:t>
            </a:r>
            <a:endParaRPr lang="ja-JP" altLang="en-US">
              <a:latin typeface="BIZ UDPゴシック" panose="020B0400000000000000" pitchFamily="50" charset="-128"/>
              <a:ea typeface="BIZ UDPゴシック" panose="020B0400000000000000" pitchFamily="50" charset="-128"/>
            </a:endParaRPr>
          </a:p>
        </p:txBody>
      </p:sp>
      <p:sp>
        <p:nvSpPr>
          <p:cNvPr id="7" name="テキスト ボックス 6">
            <a:extLst>
              <a:ext uri="{FF2B5EF4-FFF2-40B4-BE49-F238E27FC236}">
                <a16:creationId xmlns:a16="http://schemas.microsoft.com/office/drawing/2014/main" id="{FB54B733-23DD-1478-51A2-BEC6912A1645}"/>
              </a:ext>
            </a:extLst>
          </p:cNvPr>
          <p:cNvSpPr txBox="1"/>
          <p:nvPr/>
        </p:nvSpPr>
        <p:spPr bwMode="auto">
          <a:xfrm>
            <a:off x="7392144" y="2151043"/>
            <a:ext cx="233062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ja-JP" altLang="en-US" kern="0">
                <a:latin typeface="BIZ UDPゴシック" panose="020B0400000000000000" pitchFamily="50" charset="-128"/>
                <a:ea typeface="BIZ UDPゴシック" panose="020B0400000000000000" pitchFamily="50" charset="-128"/>
              </a:rPr>
              <a:t>テーブルシェイプ</a:t>
            </a:r>
            <a:endParaRPr lang="ja-JP" altLang="en-US">
              <a:latin typeface="BIZ UDPゴシック" panose="020B0400000000000000" pitchFamily="50" charset="-128"/>
              <a:ea typeface="BIZ UDPゴシック" panose="020B0400000000000000" pitchFamily="50" charset="-128"/>
            </a:endParaRPr>
          </a:p>
        </p:txBody>
      </p:sp>
      <p:sp>
        <p:nvSpPr>
          <p:cNvPr id="8" name="テキスト ボックス 7">
            <a:extLst>
              <a:ext uri="{FF2B5EF4-FFF2-40B4-BE49-F238E27FC236}">
                <a16:creationId xmlns:a16="http://schemas.microsoft.com/office/drawing/2014/main" id="{D44539CF-9F10-06F7-695A-8BB35A22BE9F}"/>
              </a:ext>
            </a:extLst>
          </p:cNvPr>
          <p:cNvSpPr txBox="1"/>
          <p:nvPr/>
        </p:nvSpPr>
        <p:spPr bwMode="auto">
          <a:xfrm>
            <a:off x="6672064" y="4585196"/>
            <a:ext cx="3744416"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ja-JP" altLang="en-US" kern="0">
                <a:latin typeface="BIZ UDPゴシック" panose="020B0400000000000000" pitchFamily="50" charset="-128"/>
                <a:ea typeface="BIZ UDPゴシック" panose="020B0400000000000000" pitchFamily="50" charset="-128"/>
              </a:rPr>
              <a:t>一部のセルにのみ </a:t>
            </a:r>
            <a:r>
              <a:rPr lang="en-US" altLang="ja-JP" kern="0">
                <a:latin typeface="BIZ UDPゴシック" panose="020B0400000000000000" pitchFamily="50" charset="-128"/>
                <a:ea typeface="BIZ UDPゴシック" panose="020B0400000000000000" pitchFamily="50" charset="-128"/>
              </a:rPr>
              <a:t>MEMO</a:t>
            </a:r>
            <a:r>
              <a:rPr lang="ja-JP" altLang="en-US" kern="0">
                <a:latin typeface="BIZ UDPゴシック" panose="020B0400000000000000" pitchFamily="50" charset="-128"/>
                <a:ea typeface="BIZ UDPゴシック" panose="020B0400000000000000" pitchFamily="50" charset="-128"/>
              </a:rPr>
              <a:t>マーカーがありますが、テーブルごと消去されます</a:t>
            </a:r>
            <a:endParaRPr lang="ja-JP" altLang="en-US">
              <a:latin typeface="BIZ UDPゴシック" panose="020B0400000000000000" pitchFamily="50" charset="-128"/>
              <a:ea typeface="BIZ UDPゴシック" panose="020B0400000000000000" pitchFamily="50" charset="-128"/>
            </a:endParaRPr>
          </a:p>
        </p:txBody>
      </p:sp>
      <p:pic>
        <p:nvPicPr>
          <p:cNvPr id="9" name="図 8">
            <a:extLst>
              <a:ext uri="{FF2B5EF4-FFF2-40B4-BE49-F238E27FC236}">
                <a16:creationId xmlns:a16="http://schemas.microsoft.com/office/drawing/2014/main" id="{F2037968-70FC-3854-F639-3DA061F326F0}"/>
              </a:ext>
            </a:extLst>
          </p:cNvPr>
          <p:cNvPicPr>
            <a:picLocks noChangeAspect="1"/>
          </p:cNvPicPr>
          <p:nvPr/>
        </p:nvPicPr>
        <p:blipFill>
          <a:blip r:embed="rId3"/>
          <a:stretch>
            <a:fillRect/>
          </a:stretch>
        </p:blipFill>
        <p:spPr>
          <a:xfrm>
            <a:off x="1415480" y="2670885"/>
            <a:ext cx="3779848" cy="1737511"/>
          </a:xfrm>
          <a:prstGeom prst="rect">
            <a:avLst/>
          </a:prstGeom>
        </p:spPr>
      </p:pic>
      <p:sp>
        <p:nvSpPr>
          <p:cNvPr id="5" name="正方形/長方形 4">
            <a:extLst>
              <a:ext uri="{FF2B5EF4-FFF2-40B4-BE49-F238E27FC236}">
                <a16:creationId xmlns:a16="http://schemas.microsoft.com/office/drawing/2014/main" id="{1A0DD82D-AEF8-9E98-D694-05CD49F206AC}"/>
              </a:ext>
            </a:extLst>
          </p:cNvPr>
          <p:cNvSpPr/>
          <p:nvPr/>
        </p:nvSpPr>
        <p:spPr bwMode="auto">
          <a:xfrm>
            <a:off x="9624392" y="195005"/>
            <a:ext cx="2241696" cy="499264"/>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bodyPr>
          <a:lstStyle/>
          <a:p>
            <a:pPr algn="ctr" eaLnBrk="1" hangingPunct="1"/>
            <a:r>
              <a:rPr lang="fr-FR" altLang="ja-JP" sz="1100">
                <a:latin typeface="BIZ UDPゴシック" panose="020B0400000000000000" pitchFamily="50" charset="-128"/>
                <a:ea typeface="BIZ UDPゴシック" panose="020B0400000000000000" pitchFamily="50" charset="-128"/>
              </a:rPr>
              <a:t>&lt;__FILENAME__&gt;</a:t>
            </a:r>
            <a:endParaRPr kumimoji="1" lang="ja-JP" altLang="en-US" sz="11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205609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Edge">
  <a:themeElements>
    <a:clrScheme name="ユーザー定義 1">
      <a:dk1>
        <a:srgbClr val="292929"/>
      </a:dk1>
      <a:lt1>
        <a:sysClr val="window" lastClr="FFFFFF"/>
      </a:lt1>
      <a:dk2>
        <a:srgbClr val="244242"/>
      </a:dk2>
      <a:lt2>
        <a:srgbClr val="FFFFFF"/>
      </a:lt2>
      <a:accent1>
        <a:srgbClr val="51BD9C"/>
      </a:accent1>
      <a:accent2>
        <a:srgbClr val="FF2121"/>
      </a:accent2>
      <a:accent3>
        <a:srgbClr val="A3E3B1"/>
      </a:accent3>
      <a:accent4>
        <a:srgbClr val="FFE8B3"/>
      </a:accent4>
      <a:accent5>
        <a:srgbClr val="4BACC6"/>
      </a:accent5>
      <a:accent6>
        <a:srgbClr val="F79646"/>
      </a:accent6>
      <a:hlink>
        <a:srgbClr val="0000FF"/>
      </a:hlink>
      <a:folHlink>
        <a:srgbClr val="800080"/>
      </a:folHlink>
    </a:clrScheme>
    <a:fontScheme name="ユーザー定義 1">
      <a:majorFont>
        <a:latin typeface="Calibri"/>
        <a:ea typeface="メイリオ"/>
        <a:cs typeface=""/>
      </a:majorFont>
      <a:minorFont>
        <a:latin typeface="Calibri"/>
        <a:ea typeface="メイリオ"/>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12700" cap="flat" cmpd="sng" algn="ctr">
          <a:solidFill>
            <a:schemeClr val="tx1">
              <a:lumMod val="75000"/>
              <a:lumOff val="25000"/>
            </a:schemeClr>
          </a:solidFill>
          <a:prstDash val="solid"/>
          <a:round/>
          <a:headEnd type="none" w="med" len="med"/>
          <a:tailEnd type="none" w="med" len="med"/>
        </a:ln>
        <a:effectLst/>
      </a:spPr>
      <a:bodyPr vert="horz" wrap="none" lIns="90000" tIns="46800" rIns="90000" bIns="46800" numCol="1" rtlCol="0"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defRPr>
        </a:defPPr>
      </a:lstStyle>
    </a:spDef>
    <a:lnDef>
      <a:spPr bwMode="auto">
        <a:solidFill>
          <a:srgbClr val="CCFFFF"/>
        </a:solidFill>
        <a:ln w="28575" cap="flat" cmpd="sng" algn="ctr">
          <a:solidFill>
            <a:schemeClr val="tx1">
              <a:lumMod val="75000"/>
              <a:lumOff val="25000"/>
            </a:schemeClr>
          </a:solidFill>
          <a:prstDash val="solid"/>
          <a:round/>
          <a:headEnd type="none" w="med" len="med"/>
          <a:tailEnd type="triangle"/>
        </a:ln>
        <a:effectLst/>
      </a:spPr>
      <a:bodyPr/>
      <a:lstStyle/>
    </a:lnDef>
    <a:txDef>
      <a:spPr bwMode="auto">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a:spPr>
      <a:bodyPr vert="horz" wrap="square" lIns="91440" tIns="45720" rIns="91440" bIns="45720" numCol="1" rtlCol="0" anchor="t" anchorCtr="0" compatLnSpc="1">
        <a:prstTxWarp prst="textNoShape">
          <a:avLst/>
        </a:prstTxWarp>
        <a:spAutoFit/>
      </a:bodyPr>
      <a:lstStyle>
        <a:defPPr algn="l">
          <a:defRPr kumimoji="1" sz="1800" kern="0" smtClean="0">
            <a:latin typeface="BIZ UDPゴシック" panose="020B0400000000000000" pitchFamily="50" charset="-128"/>
            <a:ea typeface="BIZ UDPゴシック" panose="020B0400000000000000" pitchFamily="50" charset="-128"/>
          </a:defRPr>
        </a:defPPr>
      </a:lstStyle>
    </a:txDef>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29425</TotalTime>
  <Words>819</Words>
  <Application>Microsoft Office PowerPoint</Application>
  <PresentationFormat>ワイド画面</PresentationFormat>
  <Paragraphs>163</Paragraphs>
  <Slides>3</Slides>
  <Notes>3</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3</vt:i4>
      </vt:variant>
    </vt:vector>
  </HeadingPairs>
  <TitlesOfParts>
    <vt:vector size="9" baseType="lpstr">
      <vt:lpstr>BIZ UDPゴシック</vt:lpstr>
      <vt:lpstr>FOT-UD丸ゴ_ラージ Pr6 M</vt:lpstr>
      <vt:lpstr>Arial</vt:lpstr>
      <vt:lpstr>Garamond</vt:lpstr>
      <vt:lpstr>Wingdings</vt:lpstr>
      <vt:lpstr>Edge</vt:lpstr>
      <vt:lpstr>作業用のメモを書く</vt:lpstr>
      <vt:lpstr>MEMO, TEMP サンプル</vt:lpstr>
      <vt:lpstr>テーブルシェイプはテーブルごと消去</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cp:lastModifiedBy/>
  <cp:revision>4088</cp:revision>
  <dcterms:modified xsi:type="dcterms:W3CDTF">2026-05-24T03:24:24Z</dcterms:modified>
</cp:coreProperties>
</file>