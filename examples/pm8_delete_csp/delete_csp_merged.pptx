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7"/>
  </p:notesMasterIdLst>
  <p:sldIdLst>
    <p:sldId id="1787" r:id="rId2"/>
    <p:sldId id="1783" r:id="rId3"/>
    <p:sldId id="1788" r:id="rId4"/>
    <p:sldId id="1791" r:id="rId5"/>
    <p:sldId id="1792" r:id="rId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FFCCFF"/>
    <a:srgbClr val="CCECFF"/>
    <a:srgbClr val="FFFF00"/>
    <a:srgbClr val="FF6347"/>
    <a:srgbClr val="FF9933"/>
    <a:srgbClr val="CC66FF"/>
    <a:srgbClr val="E34234"/>
    <a:srgbClr val="292929"/>
    <a:srgbClr val="FF7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4" autoAdjust="0"/>
    <p:restoredTop sz="77500" autoAdjust="0"/>
  </p:normalViewPr>
  <p:slideViewPr>
    <p:cSldViewPr>
      <p:cViewPr varScale="1">
        <p:scale>
          <a:sx n="87" d="100"/>
          <a:sy n="87" d="100"/>
        </p:scale>
        <p:origin x="56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70BC-B8C6-44A7-84E1-23632D8FD86F}" type="datetimeFigureOut">
              <a:rPr kumimoji="1" lang="ja-JP" altLang="en-US" smtClean="0"/>
              <a:t>2026/6/6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FDB7-3E02-4363-90B3-590B3C26A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>
            <a:endParaRPr/>
          </a:p>
          <a:p>
            <a:r>
              <a:t>===BLOCK===</a:t>
            </a:r>
          </a:p>
          <a:p>
            <a:r>
              <a:t>{{BLOCK:IMAGE}}</a:t>
            </a:r>
          </a:p>
          <a:p>
            <a:endParaRPr/>
          </a:p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extracted/figures/delete_csp_guide_slide1_fig.png</a:t>
            </a:r>
          </a:p>
          <a:p>
            <a:endParaRPr/>
          </a:p>
          <a:p>
            <a:r>
              <a:t>===BLOCK===</a:t>
            </a:r>
          </a:p>
          <a:p>
            <a:r>
              <a:t>{{BLOCK:IMAGE}}</a:t>
            </a:r>
          </a:p>
          <a:p>
            <a:endParaRPr/>
          </a:p>
          <a:p>
            <a:r>
              <a:t>export-image-mode: slide_with_rectpct</a:t>
            </a:r>
          </a:p>
          <a:p>
            <a:r>
              <a:t>export-image-target: keyvisual</a:t>
            </a:r>
          </a:p>
          <a:p>
            <a:r>
              <a:t>export-image: extracted/figures/delete_csp_guide_keyvisual.png</a:t>
            </a:r>
          </a:p>
          <a:p>
            <a:endParaRPr/>
          </a:p>
          <a:p>
            <a:r>
              <a:t>===BLOCK===</a:t>
            </a:r>
          </a:p>
          <a:p>
            <a:r>
              <a:t>{{BLOCK:MD:LONG}}</a:t>
            </a:r>
          </a:p>
          <a:p>
            <a:endParaRPr/>
          </a:p>
          <a:p>
            <a:r>
              <a:t>export-note: extracted/delete_csp_guide_slide1_md.md</a:t>
            </a:r>
          </a:p>
          <a:p>
            <a:r>
              <a:t>{{#id:section:delete_csp_guide:slide1}}</a:t>
            </a:r>
          </a:p>
          <a:p>
            <a:r>
              <a:t>## 指定したシェイプを消去する</a:t>
            </a:r>
          </a:p>
          <a:p>
            <a:endParaRPr/>
          </a:p>
          <a:p>
            <a:r>
              <a:t>研修テキストのような資料を作るときは、配付資料にはすべての情報を載せず、講師用には載せておく、という2種類のテキストを作る必要があります。そこで使えるのが、指定したシェイプ（図形）をオプションにより自動削除する機能です。</a:t>
            </a:r>
          </a:p>
          <a:p>
            <a:endParaRPr/>
          </a:p>
          <a:p>
            <a:r>
              <a:t>配付資料には載せたくないシェイプに特殊マーカーを記入しておくと、マージ時に一括して消去する機能です。</a:t>
            </a:r>
          </a:p>
          <a:p>
            <a:endParaRPr/>
          </a:p>
          <a:p>
            <a:r>
              <a:t>結合指示書による on/off が可能で、起動時オプションでも設定できるので、講師用/受講者用の2種類を簡単に生成しわけられます。</a:t>
            </a:r>
          </a:p>
          <a:p>
            <a:endParaRPr/>
          </a:p>
          <a:p>
            <a:r>
              <a:t>```{=latex}</a:t>
            </a:r>
          </a:p>
          <a:p>
            <a:r>
              <a:t>\par\vspace{1\baselineskip}</a:t>
            </a:r>
          </a:p>
          <a:p>
            <a:r>
              <a:t>\begin{center}</a:t>
            </a:r>
          </a:p>
          <a:p>
            <a:r>
              <a:t>```</a:t>
            </a:r>
          </a:p>
          <a:p>
            <a:endParaRPr/>
          </a:p>
          <a:p>
            <a:r>
              <a:t>![](figures/delete_csp_guide_slide1_fig.png){ width=95% }</a:t>
            </a:r>
          </a:p>
          <a:p>
            <a:endParaRPr/>
          </a:p>
          <a:p>
            <a:r>
              <a:t>![](figures/delete_csp_guide_keyvisual.png){ width=80% }</a:t>
            </a:r>
          </a:p>
          <a:p>
            <a:endParaRPr/>
          </a:p>
          <a:p>
            <a:endParaRPr/>
          </a:p>
          <a:p>
            <a:r>
              <a:t>```{=latex}</a:t>
            </a:r>
          </a:p>
          <a:p>
            <a:r>
              <a:t>\end{center}</a:t>
            </a:r>
          </a:p>
          <a:p>
            <a:r>
              <a:t>\par\vspace{1\baselineskip}</a:t>
            </a:r>
          </a:p>
          <a:p>
            <a:r>
              <a:t>```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0177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>
            <a:endParaRPr/>
          </a:p>
          <a:p>
            <a:r>
              <a:t>===BLOCK===</a:t>
            </a:r>
          </a:p>
          <a:p>
            <a:r>
              <a:t>{{BLOCK:IMAGE}}</a:t>
            </a:r>
          </a:p>
          <a:p>
            <a:endParaRPr/>
          </a:p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extracted/figures/delete_csp_guide_slide2_fig.png</a:t>
            </a:r>
          </a:p>
          <a:p>
            <a:endParaRPr/>
          </a:p>
          <a:p>
            <a:r>
              <a:t>===BLOCK===</a:t>
            </a:r>
          </a:p>
          <a:p>
            <a:r>
              <a:t>{{BLOCK:MD:LONG}}</a:t>
            </a:r>
          </a:p>
          <a:p>
            <a:endParaRPr/>
          </a:p>
          <a:p>
            <a:r>
              <a:t>export-note: extracted/delete_csp_guide_slide2_md.md</a:t>
            </a:r>
          </a:p>
          <a:p>
            <a:r>
              <a:t>{{#id:section:delete_csp_guide:slide2}}</a:t>
            </a:r>
          </a:p>
          <a:p>
            <a:r>
              <a:t>## 消去したいシェイプにCSPマーカーを入れておく</a:t>
            </a:r>
          </a:p>
          <a:p>
            <a:endParaRPr/>
          </a:p>
          <a:p>
            <a:r>
              <a:t>消去したいシェイプの一部に #CSP# というマーカーを含めておくと、 recipe yamlの indexer.deletecsp 設定 または --deletecsp オプションにより自動的に消去できます。</a:t>
            </a:r>
          </a:p>
          <a:p>
            <a:endParaRPr/>
          </a:p>
          <a:p>
            <a:r>
              <a:t>deletecsp がfalseまたは未指定の場合は、#CSP#マーカーだけが消去されます。</a:t>
            </a:r>
          </a:p>
          <a:p>
            <a:endParaRPr/>
          </a:p>
          <a:p>
            <a:r>
              <a:t>```{=latex}</a:t>
            </a:r>
          </a:p>
          <a:p>
            <a:r>
              <a:t>\par\vspace{1\baselineskip}</a:t>
            </a:r>
          </a:p>
          <a:p>
            <a:r>
              <a:t>\begin{center}</a:t>
            </a:r>
          </a:p>
          <a:p>
            <a:r>
              <a:t>```</a:t>
            </a:r>
          </a:p>
          <a:p>
            <a:endParaRPr/>
          </a:p>
          <a:p>
            <a:r>
              <a:t>![](figures/delete_csp_guide_slide2_fig.png){ width=95% }</a:t>
            </a:r>
          </a:p>
          <a:p>
            <a:endParaRPr/>
          </a:p>
          <a:p>
            <a:r>
              <a:t>```{=latex}</a:t>
            </a:r>
          </a:p>
          <a:p>
            <a:r>
              <a:t>\end{center}</a:t>
            </a:r>
          </a:p>
          <a:p>
            <a:r>
              <a:t>\par\vspace{1\baselineskip}</a:t>
            </a:r>
          </a:p>
          <a:p>
            <a:r>
              <a:t>```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0012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3953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4711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>
            <a:endParaRPr/>
          </a:p>
          <a:p>
            <a:r>
              <a:t>===BLOCK===</a:t>
            </a:r>
          </a:p>
          <a:p>
            <a:r>
              <a:t>{{BLOCK:IMAGE}}</a:t>
            </a:r>
          </a:p>
          <a:p>
            <a:endParaRPr/>
          </a:p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extracted/figures/delete_csp_guide_slide7_fig.png</a:t>
            </a:r>
          </a:p>
          <a:p>
            <a:endParaRPr/>
          </a:p>
          <a:p>
            <a:r>
              <a:t>===BLOCK===</a:t>
            </a:r>
          </a:p>
          <a:p>
            <a:r>
              <a:t>{{BLOCK:MD:LONG}}</a:t>
            </a:r>
          </a:p>
          <a:p>
            <a:endParaRPr/>
          </a:p>
          <a:p>
            <a:r>
              <a:t>export-note: extracted/delete_csp_guide_slide7_md.md</a:t>
            </a:r>
          </a:p>
          <a:p>
            <a:r>
              <a:t>{{#id:section:delete_csp_guide:slide7}}</a:t>
            </a:r>
          </a:p>
          <a:p>
            <a:r>
              <a:t>## シェイプを残して文字列だけ消去するには？</a:t>
            </a:r>
          </a:p>
          <a:p>
            <a:endParaRPr/>
          </a:p>
          <a:p>
            <a:r>
              <a:t>手書き記入用の穴埋め欄を作る場合など、　「シェイプは残して、文字列だけ消去したい」 場合は 「文字列」 を別シェイプで作って重ねてください。</a:t>
            </a:r>
          </a:p>
          <a:p>
            <a:endParaRPr/>
          </a:p>
          <a:p>
            <a:r>
              <a:t>```{=latex}</a:t>
            </a:r>
          </a:p>
          <a:p>
            <a:r>
              <a:t>\par\vspace{1\baselineskip}</a:t>
            </a:r>
          </a:p>
          <a:p>
            <a:r>
              <a:t>\begin{center}</a:t>
            </a:r>
          </a:p>
          <a:p>
            <a:r>
              <a:t>```</a:t>
            </a:r>
          </a:p>
          <a:p>
            <a:endParaRPr/>
          </a:p>
          <a:p>
            <a:r>
              <a:t>![](figures/delete_csp_guide_slide7_fig.png){ width=95% }</a:t>
            </a:r>
          </a:p>
          <a:p>
            <a:endParaRPr/>
          </a:p>
          <a:p>
            <a:r>
              <a:t>```{=latex}</a:t>
            </a:r>
          </a:p>
          <a:p>
            <a:r>
              <a:t>\end{center}</a:t>
            </a:r>
          </a:p>
          <a:p>
            <a:r>
              <a:t>\par\vspace{1\baselineskip}</a:t>
            </a:r>
          </a:p>
          <a:p>
            <a:r>
              <a:t>```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7358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T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/>
        </p:nvCxnSpPr>
        <p:spPr bwMode="auto">
          <a:xfrm>
            <a:off x="301057" y="833306"/>
            <a:ext cx="1161607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5ED325D3-3CCE-5405-EA2A-09E70E7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01352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F59FD7-9291-23C8-03A9-329B4C15C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7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6" r:id="rId5"/>
    <p:sldLayoutId id="2147483667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xportrange">
            <a:extLst>
              <a:ext uri="{FF2B5EF4-FFF2-40B4-BE49-F238E27FC236}">
                <a16:creationId xmlns:a16="http://schemas.microsoft.com/office/drawing/2014/main" id="{529A50A8-1F3A-A41C-C985-ED20EBA1628F}"/>
              </a:ext>
            </a:extLst>
          </p:cNvPr>
          <p:cNvSpPr/>
          <p:nvPr/>
        </p:nvSpPr>
        <p:spPr bwMode="auto">
          <a:xfrm>
            <a:off x="623392" y="880188"/>
            <a:ext cx="10824782" cy="299248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keyvisual">
            <a:extLst>
              <a:ext uri="{FF2B5EF4-FFF2-40B4-BE49-F238E27FC236}">
                <a16:creationId xmlns:a16="http://schemas.microsoft.com/office/drawing/2014/main" id="{924F5799-1EE6-BA7D-2228-F962590F6FF7}"/>
              </a:ext>
            </a:extLst>
          </p:cNvPr>
          <p:cNvSpPr/>
          <p:nvPr/>
        </p:nvSpPr>
        <p:spPr bwMode="auto">
          <a:xfrm>
            <a:off x="983432" y="4047926"/>
            <a:ext cx="9716856" cy="24054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指定したシェイプを消去する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A9E561F-3202-EC6B-A845-34025BBBBFCE}"/>
              </a:ext>
            </a:extLst>
          </p:cNvPr>
          <p:cNvSpPr txBox="1"/>
          <p:nvPr/>
        </p:nvSpPr>
        <p:spPr bwMode="auto">
          <a:xfrm>
            <a:off x="2686070" y="1916832"/>
            <a:ext cx="8306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6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pptmdmerge  pptmerge   delete_csp_recipe.yaml  --force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E0158F8-3118-DE46-AA56-1D8CABAF59F4}"/>
              </a:ext>
            </a:extLst>
          </p:cNvPr>
          <p:cNvSpPr txBox="1"/>
          <p:nvPr/>
        </p:nvSpPr>
        <p:spPr bwMode="auto">
          <a:xfrm>
            <a:off x="739026" y="1916832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起動コマンド例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E12C02D-E7B8-7F68-10F1-94D7D353FDA0}"/>
              </a:ext>
            </a:extLst>
          </p:cNvPr>
          <p:cNvSpPr txBox="1"/>
          <p:nvPr/>
        </p:nvSpPr>
        <p:spPr bwMode="auto">
          <a:xfrm>
            <a:off x="2686070" y="1042744"/>
            <a:ext cx="175374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FE60B26-1C28-91A1-533D-80CB752E0150}"/>
              </a:ext>
            </a:extLst>
          </p:cNvPr>
          <p:cNvSpPr txBox="1"/>
          <p:nvPr/>
        </p:nvSpPr>
        <p:spPr bwMode="auto">
          <a:xfrm>
            <a:off x="739026" y="104274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サブコマンド名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27F4962-5E63-7FA3-1DEE-0DC3FD751080}"/>
              </a:ext>
            </a:extLst>
          </p:cNvPr>
          <p:cNvSpPr txBox="1"/>
          <p:nvPr/>
        </p:nvSpPr>
        <p:spPr bwMode="auto">
          <a:xfrm>
            <a:off x="739026" y="148478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機能概要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D7BFA0D-1443-45A8-6C2B-3DCA36B4EDFB}"/>
              </a:ext>
            </a:extLst>
          </p:cNvPr>
          <p:cNvSpPr txBox="1"/>
          <p:nvPr/>
        </p:nvSpPr>
        <p:spPr bwMode="auto">
          <a:xfrm>
            <a:off x="2686070" y="1484784"/>
            <a:ext cx="83064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.pptx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ファイル中の一部のシェイプ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図形）を一括して消去する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D945FCB6-CA3A-FC29-44E0-9550E5D3849C}"/>
              </a:ext>
            </a:extLst>
          </p:cNvPr>
          <p:cNvSpPr txBox="1"/>
          <p:nvPr/>
        </p:nvSpPr>
        <p:spPr bwMode="auto">
          <a:xfrm>
            <a:off x="2686070" y="2338265"/>
            <a:ext cx="8306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6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"deletecsp"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D24990FC-3ADD-D38C-1E73-075BCF1E9CDF}"/>
              </a:ext>
            </a:extLst>
          </p:cNvPr>
          <p:cNvSpPr txBox="1"/>
          <p:nvPr/>
        </p:nvSpPr>
        <p:spPr bwMode="auto">
          <a:xfrm>
            <a:off x="739026" y="2338265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関連キーワード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73B6D62-BDC9-6F7C-180D-CB981C27FAC5}"/>
              </a:ext>
            </a:extLst>
          </p:cNvPr>
          <p:cNvSpPr txBox="1"/>
          <p:nvPr/>
        </p:nvSpPr>
        <p:spPr bwMode="auto">
          <a:xfrm>
            <a:off x="5471509" y="104274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サンプルフォルダ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6602273-ABE3-64F1-05A5-0BAA2D0ED607}"/>
              </a:ext>
            </a:extLst>
          </p:cNvPr>
          <p:cNvSpPr txBox="1"/>
          <p:nvPr/>
        </p:nvSpPr>
        <p:spPr bwMode="auto">
          <a:xfrm>
            <a:off x="7582968" y="1042744"/>
            <a:ext cx="38652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pm8_delete_csp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794FF00-9966-41F4-5D7D-B53B4EDAF55A}"/>
              </a:ext>
            </a:extLst>
          </p:cNvPr>
          <p:cNvSpPr/>
          <p:nvPr/>
        </p:nvSpPr>
        <p:spPr bwMode="auto">
          <a:xfrm>
            <a:off x="1271464" y="4251531"/>
            <a:ext cx="3384376" cy="179020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2C9ACB5F-6AE0-616F-335C-CC4FA98345A2}"/>
              </a:ext>
            </a:extLst>
          </p:cNvPr>
          <p:cNvCxnSpPr/>
          <p:nvPr/>
        </p:nvCxnSpPr>
        <p:spPr bwMode="auto">
          <a:xfrm>
            <a:off x="1559496" y="4601579"/>
            <a:ext cx="280831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BAD29BC-7311-43C1-6B8E-A9A9ECC416A1}"/>
              </a:ext>
            </a:extLst>
          </p:cNvPr>
          <p:cNvSpPr txBox="1"/>
          <p:nvPr/>
        </p:nvSpPr>
        <p:spPr bwMode="auto">
          <a:xfrm>
            <a:off x="2194791" y="4251531"/>
            <a:ext cx="14401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4075A38-2EB4-720C-F721-5529B50EA98C}"/>
              </a:ext>
            </a:extLst>
          </p:cNvPr>
          <p:cNvSpPr/>
          <p:nvPr/>
        </p:nvSpPr>
        <p:spPr bwMode="auto">
          <a:xfrm>
            <a:off x="3007469" y="4849813"/>
            <a:ext cx="1368747" cy="92611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消えない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4BD4D663-FF65-EFE1-7947-EE8C75BFDD9E}"/>
              </a:ext>
            </a:extLst>
          </p:cNvPr>
          <p:cNvCxnSpPr/>
          <p:nvPr/>
        </p:nvCxnSpPr>
        <p:spPr bwMode="auto">
          <a:xfrm>
            <a:off x="4943872" y="4844310"/>
            <a:ext cx="1728192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1079AC3-AD7F-4092-01C7-3C58CADE4770}"/>
              </a:ext>
            </a:extLst>
          </p:cNvPr>
          <p:cNvSpPr txBox="1"/>
          <p:nvPr/>
        </p:nvSpPr>
        <p:spPr bwMode="auto">
          <a:xfrm>
            <a:off x="5150679" y="4455235"/>
            <a:ext cx="14493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C4C4AFB3-D943-B40C-E60F-D04AF3BA9880}"/>
              </a:ext>
            </a:extLst>
          </p:cNvPr>
          <p:cNvSpPr/>
          <p:nvPr/>
        </p:nvSpPr>
        <p:spPr bwMode="auto">
          <a:xfrm>
            <a:off x="6960096" y="4251531"/>
            <a:ext cx="3384376" cy="179020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909455DC-40B9-58CF-582A-9A434F1A34E0}"/>
              </a:ext>
            </a:extLst>
          </p:cNvPr>
          <p:cNvCxnSpPr/>
          <p:nvPr/>
        </p:nvCxnSpPr>
        <p:spPr bwMode="auto">
          <a:xfrm>
            <a:off x="7248128" y="4601579"/>
            <a:ext cx="280831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C3823F69-CDED-D90E-2C23-7870AD792A9F}"/>
              </a:ext>
            </a:extLst>
          </p:cNvPr>
          <p:cNvSpPr txBox="1"/>
          <p:nvPr/>
        </p:nvSpPr>
        <p:spPr bwMode="auto">
          <a:xfrm>
            <a:off x="7883423" y="4251531"/>
            <a:ext cx="14401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99730DFA-F6FA-77EC-0CD7-614B4DCCA045}"/>
              </a:ext>
            </a:extLst>
          </p:cNvPr>
          <p:cNvSpPr/>
          <p:nvPr/>
        </p:nvSpPr>
        <p:spPr bwMode="auto">
          <a:xfrm>
            <a:off x="8696101" y="4849813"/>
            <a:ext cx="1368747" cy="92611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消えない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2228F74-F580-3895-96FF-5E2FD4895E1D}"/>
              </a:ext>
            </a:extLst>
          </p:cNvPr>
          <p:cNvSpPr txBox="1"/>
          <p:nvPr/>
        </p:nvSpPr>
        <p:spPr bwMode="auto">
          <a:xfrm>
            <a:off x="739026" y="3093345"/>
            <a:ext cx="1070914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配付資料には載せたくないシェイプに特殊マーカーを記入しておくと、マージ時に一括して消去する機能です。結合指示書による 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on/off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が可能で、起動時オプションでも設定できます。</a:t>
            </a:r>
            <a:endParaRPr lang="ja-JP" altLang="en-US"/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3F09F25-B315-1629-F43A-B23C807C0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712" y="4851792"/>
            <a:ext cx="1377815" cy="932769"/>
          </a:xfrm>
          <a:prstGeom prst="rect">
            <a:avLst/>
          </a:prstGeom>
        </p:spPr>
      </p:pic>
      <p:pic>
        <p:nvPicPr>
          <p:cNvPr id="52" name="図 51">
            <a:extLst>
              <a:ext uri="{FF2B5EF4-FFF2-40B4-BE49-F238E27FC236}">
                <a16:creationId xmlns:a16="http://schemas.microsoft.com/office/drawing/2014/main" id="{2981B563-F165-D7D6-E90F-24B36D0FF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213" y="5128347"/>
            <a:ext cx="2158171" cy="92057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371D7EF-33B4-93E8-4DF3-6D8D09C1490B}"/>
              </a:ext>
            </a:extLst>
          </p:cNvPr>
          <p:cNvSpPr/>
          <p:nvPr/>
        </p:nvSpPr>
        <p:spPr bwMode="auto">
          <a:xfrm>
            <a:off x="8193680" y="195005"/>
            <a:ext cx="3672408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delete_csp_guide.pptx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91574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xportrange">
            <a:extLst>
              <a:ext uri="{FF2B5EF4-FFF2-40B4-BE49-F238E27FC236}">
                <a16:creationId xmlns:a16="http://schemas.microsoft.com/office/drawing/2014/main" id="{A50AF8F2-8D4D-5ABB-5BF8-FF513D3FD2A0}"/>
              </a:ext>
            </a:extLst>
          </p:cNvPr>
          <p:cNvSpPr/>
          <p:nvPr/>
        </p:nvSpPr>
        <p:spPr bwMode="auto">
          <a:xfrm>
            <a:off x="767408" y="1030273"/>
            <a:ext cx="10525936" cy="537118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消去したいシェイプに</a:t>
            </a:r>
            <a:r>
              <a:rPr lang="en-US" altLang="ja-JP"/>
              <a:t>CSP</a:t>
            </a:r>
            <a:r>
              <a:rPr lang="ja-JP" altLang="en-US"/>
              <a:t>マーカーを入れておく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5DC1B9A-8FB8-FB97-28B6-305D4EADCFB0}"/>
              </a:ext>
            </a:extLst>
          </p:cNvPr>
          <p:cNvSpPr txBox="1"/>
          <p:nvPr/>
        </p:nvSpPr>
        <p:spPr bwMode="auto">
          <a:xfrm>
            <a:off x="898656" y="1030273"/>
            <a:ext cx="9185940" cy="47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deletecsp 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使用例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9AE6F83-825E-79B4-09F9-E0EB7B4E40A0}"/>
              </a:ext>
            </a:extLst>
          </p:cNvPr>
          <p:cNvSpPr txBox="1"/>
          <p:nvPr/>
        </p:nvSpPr>
        <p:spPr bwMode="auto">
          <a:xfrm>
            <a:off x="898656" y="4483343"/>
            <a:ext cx="9185940" cy="47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対応する 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recipe yaml 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定義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98D04D1-D836-DBF7-F8B8-C405A1062887}"/>
              </a:ext>
            </a:extLst>
          </p:cNvPr>
          <p:cNvSpPr/>
          <p:nvPr/>
        </p:nvSpPr>
        <p:spPr bwMode="auto">
          <a:xfrm>
            <a:off x="925138" y="5047796"/>
            <a:ext cx="10067406" cy="6124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ja-JP" sz="1600"/>
              <a:t>indexer:</a:t>
            </a:r>
          </a:p>
          <a:p>
            <a:r>
              <a:rPr lang="en-US" altLang="ja-JP" sz="1600"/>
              <a:t>  deletecsp: true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8939488-BDEF-8472-6B17-270C81648841}"/>
              </a:ext>
            </a:extLst>
          </p:cNvPr>
          <p:cNvSpPr txBox="1"/>
          <p:nvPr/>
        </p:nvSpPr>
        <p:spPr bwMode="auto">
          <a:xfrm>
            <a:off x="1844255" y="3966212"/>
            <a:ext cx="8575498" cy="398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6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（ただし、このスライドでは画像を重ねているので、消去されていないかのように見えますが）</a:t>
            </a:r>
            <a:endParaRPr lang="en-US" altLang="ja-JP" sz="1600" ker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52639F8-A05B-A5F8-AB12-962A8D9D1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206" y="2348880"/>
            <a:ext cx="7797460" cy="135952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1FDF7AA6-8784-6445-963B-4CB5219C8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268" y="1691594"/>
            <a:ext cx="1828959" cy="1146147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5FBC4C3-1EE1-CBBA-C82D-F7D048AAAB96}"/>
              </a:ext>
            </a:extLst>
          </p:cNvPr>
          <p:cNvSpPr txBox="1"/>
          <p:nvPr/>
        </p:nvSpPr>
        <p:spPr bwMode="auto">
          <a:xfrm>
            <a:off x="925138" y="5896233"/>
            <a:ext cx="9185940" cy="47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deletecsp 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false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または未指定の場合は、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CSP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マーカーだけが消去されます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16C872B0-8F5A-FD2C-16DE-E75E261E7A12}"/>
              </a:ext>
            </a:extLst>
          </p:cNvPr>
          <p:cNvCxnSpPr>
            <a:cxnSpLocks/>
          </p:cNvCxnSpPr>
          <p:nvPr/>
        </p:nvCxnSpPr>
        <p:spPr bwMode="auto">
          <a:xfrm flipH="1">
            <a:off x="2597066" y="2580981"/>
            <a:ext cx="589156" cy="0"/>
          </a:xfrm>
          <a:prstGeom prst="straightConnector1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2C6E828-0982-D193-8C81-7D3BC61509D1}"/>
              </a:ext>
            </a:extLst>
          </p:cNvPr>
          <p:cNvSpPr/>
          <p:nvPr/>
        </p:nvSpPr>
        <p:spPr bwMode="auto">
          <a:xfrm>
            <a:off x="9624392" y="195005"/>
            <a:ext cx="2241696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delete_csp_guide.pptx</a:t>
            </a:r>
            <a:endParaRPr kumimoji="1" lang="ja-JP" altLang="en-US" sz="11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8582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CSP</a:t>
            </a:r>
            <a:r>
              <a:rPr kumimoji="1" lang="ja-JP" altLang="en-US"/>
              <a:t>マーカー利用例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10A3114-A38A-8065-6151-33410972B96B}"/>
              </a:ext>
            </a:extLst>
          </p:cNvPr>
          <p:cNvSpPr/>
          <p:nvPr/>
        </p:nvSpPr>
        <p:spPr bwMode="auto">
          <a:xfrm>
            <a:off x="7248128" y="2451681"/>
            <a:ext cx="4104456" cy="724942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消去されない</a:t>
            </a:r>
            <a:endParaRPr kumimoji="1" lang="en-US" altLang="ja-JP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BD1F5CDD-37D6-B133-AF79-D13E3744E6EE}"/>
              </a:ext>
            </a:extLst>
          </p:cNvPr>
          <p:cNvGrpSpPr/>
          <p:nvPr/>
        </p:nvGrpSpPr>
        <p:grpSpPr>
          <a:xfrm>
            <a:off x="7248128" y="3402492"/>
            <a:ext cx="4104456" cy="1114076"/>
            <a:chOff x="1127448" y="3272554"/>
            <a:chExt cx="4824536" cy="1217265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2D8C2E7C-0A7D-80ED-2744-7877D0E54A77}"/>
                </a:ext>
              </a:extLst>
            </p:cNvPr>
            <p:cNvSpPr/>
            <p:nvPr/>
          </p:nvSpPr>
          <p:spPr bwMode="auto">
            <a:xfrm>
              <a:off x="1127448" y="3272554"/>
              <a:ext cx="4824536" cy="1217265"/>
            </a:xfrm>
            <a:prstGeom prst="rect">
              <a:avLst/>
            </a:prstGeom>
            <a:solidFill>
              <a:srgbClr val="99FFCC"/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ja-JP" sz="180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FD63A071-5410-804C-B2DC-5E622FEAAAE8}"/>
                </a:ext>
              </a:extLst>
            </p:cNvPr>
            <p:cNvSpPr/>
            <p:nvPr/>
          </p:nvSpPr>
          <p:spPr bwMode="auto">
            <a:xfrm>
              <a:off x="3719736" y="3432171"/>
              <a:ext cx="1872208" cy="958427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en-US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グループ要素Ｂ</a:t>
              </a:r>
              <a:endParaRPr kumimoji="1" lang="en-US" altLang="ja-JP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BD98656-9BFA-A2CD-5236-6CF47B013224}"/>
              </a:ext>
            </a:extLst>
          </p:cNvPr>
          <p:cNvSpPr txBox="1"/>
          <p:nvPr/>
        </p:nvSpPr>
        <p:spPr bwMode="auto">
          <a:xfrm>
            <a:off x="942078" y="1085126"/>
            <a:ext cx="388843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こちらは画像なので消去されません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D10E409-3071-17FD-0AC3-936F67920368}"/>
              </a:ext>
            </a:extLst>
          </p:cNvPr>
          <p:cNvSpPr txBox="1"/>
          <p:nvPr/>
        </p:nvSpPr>
        <p:spPr bwMode="auto">
          <a:xfrm>
            <a:off x="7219325" y="1085126"/>
            <a:ext cx="42772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こちらはシェイプなので消去されます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66F33186-47EA-3B50-5A0C-6C682C39418C}"/>
              </a:ext>
            </a:extLst>
          </p:cNvPr>
          <p:cNvCxnSpPr/>
          <p:nvPr/>
        </p:nvCxnSpPr>
        <p:spPr bwMode="auto">
          <a:xfrm>
            <a:off x="5447928" y="1824067"/>
            <a:ext cx="1296144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63396F8B-3791-BEBB-7832-174AEAAC1532}"/>
              </a:ext>
            </a:extLst>
          </p:cNvPr>
          <p:cNvCxnSpPr/>
          <p:nvPr/>
        </p:nvCxnSpPr>
        <p:spPr bwMode="auto">
          <a:xfrm>
            <a:off x="5447928" y="2763686"/>
            <a:ext cx="1296144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AC49B46B-3DD2-0DE5-9781-B980A95D7A72}"/>
              </a:ext>
            </a:extLst>
          </p:cNvPr>
          <p:cNvCxnSpPr/>
          <p:nvPr/>
        </p:nvCxnSpPr>
        <p:spPr bwMode="auto">
          <a:xfrm>
            <a:off x="5447928" y="4015151"/>
            <a:ext cx="1296144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268F0199-3CA9-474E-247C-E59ADEB679CE}"/>
              </a:ext>
            </a:extLst>
          </p:cNvPr>
          <p:cNvCxnSpPr/>
          <p:nvPr/>
        </p:nvCxnSpPr>
        <p:spPr bwMode="auto">
          <a:xfrm>
            <a:off x="5447928" y="5491295"/>
            <a:ext cx="1296144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21A9DDF-8D8C-4877-ABB1-6E6BCAC2EFE8}"/>
              </a:ext>
            </a:extLst>
          </p:cNvPr>
          <p:cNvSpPr txBox="1"/>
          <p:nvPr/>
        </p:nvSpPr>
        <p:spPr bwMode="auto">
          <a:xfrm>
            <a:off x="1596273" y="6021288"/>
            <a:ext cx="965832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グループ化したシェイプ群をまるごと消去するには、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[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編集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]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[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選択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]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[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オブジェクトの選択と表示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]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で出てくるグループ名を、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CSP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マーカーを含む名前に変更してください</a:t>
            </a: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423A4CA7-47CB-B3C5-CC17-715A1079E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07" y="1585316"/>
            <a:ext cx="4115157" cy="4291956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DF14626-9289-4113-E121-E3F173BD397B}"/>
              </a:ext>
            </a:extLst>
          </p:cNvPr>
          <p:cNvSpPr/>
          <p:nvPr/>
        </p:nvSpPr>
        <p:spPr bwMode="auto">
          <a:xfrm>
            <a:off x="9624392" y="195005"/>
            <a:ext cx="2241696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delete_csp_guide.pptx</a:t>
            </a:r>
            <a:endParaRPr kumimoji="1" lang="ja-JP" altLang="en-US" sz="11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790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テーブルシェイプはテーブルごと消去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E7F8E47-38ED-1C7C-BBD0-CC21579F4B00}"/>
              </a:ext>
            </a:extLst>
          </p:cNvPr>
          <p:cNvSpPr txBox="1"/>
          <p:nvPr/>
        </p:nvSpPr>
        <p:spPr bwMode="auto">
          <a:xfrm>
            <a:off x="739026" y="1123692"/>
            <a:ext cx="107091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テーブルセルに 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CSP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マーカーがある場合は、テーブルごと消去されます。</a:t>
            </a:r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7996B88-4D27-79BE-698C-B5CD802E1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496" y="2670885"/>
            <a:ext cx="3785944" cy="1737511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09D25A0-2FC7-5843-BBCA-BE851C91FA5C}"/>
              </a:ext>
            </a:extLst>
          </p:cNvPr>
          <p:cNvSpPr txBox="1"/>
          <p:nvPr/>
        </p:nvSpPr>
        <p:spPr bwMode="auto">
          <a:xfrm>
            <a:off x="2999656" y="2151043"/>
            <a:ext cx="1315576" cy="363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B54B733-23DD-1478-51A2-BEC6912A1645}"/>
              </a:ext>
            </a:extLst>
          </p:cNvPr>
          <p:cNvSpPr txBox="1"/>
          <p:nvPr/>
        </p:nvSpPr>
        <p:spPr bwMode="auto">
          <a:xfrm>
            <a:off x="7392144" y="2151043"/>
            <a:ext cx="23306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テーブルシェイプ</a:t>
            </a:r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44539CF-9F10-06F7-695A-8BB35A22BE9F}"/>
              </a:ext>
            </a:extLst>
          </p:cNvPr>
          <p:cNvSpPr txBox="1"/>
          <p:nvPr/>
        </p:nvSpPr>
        <p:spPr bwMode="auto">
          <a:xfrm>
            <a:off x="6672064" y="4585196"/>
            <a:ext cx="374441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一部のセルにのみ 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CSP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マーカーがありますが、テーブルごと消去されます</a:t>
            </a:r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7F08D79-73BB-7FB6-6BDB-09AE0E7E4043}"/>
              </a:ext>
            </a:extLst>
          </p:cNvPr>
          <p:cNvSpPr/>
          <p:nvPr/>
        </p:nvSpPr>
        <p:spPr bwMode="auto">
          <a:xfrm>
            <a:off x="9624392" y="195005"/>
            <a:ext cx="2241696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delete_csp_guide.pptx</a:t>
            </a:r>
            <a:endParaRPr kumimoji="1" lang="ja-JP" altLang="en-US" sz="11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E4E06530-2F1D-E7B9-5321-7CFEC6A6E2C3}"/>
              </a:ext>
            </a:extLst>
          </p:cNvPr>
          <p:cNvCxnSpPr/>
          <p:nvPr/>
        </p:nvCxnSpPr>
        <p:spPr bwMode="auto">
          <a:xfrm>
            <a:off x="5447928" y="3501008"/>
            <a:ext cx="1071194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567448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xportrange">
            <a:extLst>
              <a:ext uri="{FF2B5EF4-FFF2-40B4-BE49-F238E27FC236}">
                <a16:creationId xmlns:a16="http://schemas.microsoft.com/office/drawing/2014/main" id="{E35A0CFA-0A18-4F3B-A4B6-B99E777B6043}"/>
              </a:ext>
            </a:extLst>
          </p:cNvPr>
          <p:cNvSpPr/>
          <p:nvPr/>
        </p:nvSpPr>
        <p:spPr bwMode="auto">
          <a:xfrm>
            <a:off x="739026" y="1988839"/>
            <a:ext cx="10469542" cy="435478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シェイプを残して文字列だけ消去するには？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51E6793-6C4E-5661-600D-130CDFC8747D}"/>
              </a:ext>
            </a:extLst>
          </p:cNvPr>
          <p:cNvSpPr/>
          <p:nvPr/>
        </p:nvSpPr>
        <p:spPr bwMode="auto">
          <a:xfrm>
            <a:off x="1425983" y="2140100"/>
            <a:ext cx="3629204" cy="938808"/>
          </a:xfrm>
          <a:prstGeom prst="rect">
            <a:avLst/>
          </a:prstGeom>
          <a:solidFill>
            <a:schemeClr val="accent4">
              <a:lumMod val="90000"/>
            </a:schemeClr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CD8E902B-E761-93C6-EFAA-07CE8570330E}"/>
              </a:ext>
            </a:extLst>
          </p:cNvPr>
          <p:cNvSpPr/>
          <p:nvPr/>
        </p:nvSpPr>
        <p:spPr bwMode="auto">
          <a:xfrm>
            <a:off x="7392144" y="2140100"/>
            <a:ext cx="3629204" cy="938808"/>
          </a:xfrm>
          <a:prstGeom prst="rect">
            <a:avLst/>
          </a:prstGeom>
          <a:solidFill>
            <a:schemeClr val="accent4">
              <a:lumMod val="90000"/>
            </a:schemeClr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59BD248-4E05-71B5-6172-6C39E0520A3C}"/>
              </a:ext>
            </a:extLst>
          </p:cNvPr>
          <p:cNvSpPr txBox="1"/>
          <p:nvPr/>
        </p:nvSpPr>
        <p:spPr bwMode="auto">
          <a:xfrm>
            <a:off x="1602106" y="2295863"/>
            <a:ext cx="327695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シェイプそのものは残し、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内部の文字列だけ消去したい</a:t>
            </a: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CFF2B482-34AC-2013-0651-6E992F603085}"/>
              </a:ext>
            </a:extLst>
          </p:cNvPr>
          <p:cNvCxnSpPr/>
          <p:nvPr/>
        </p:nvCxnSpPr>
        <p:spPr bwMode="auto">
          <a:xfrm>
            <a:off x="5306937" y="2606106"/>
            <a:ext cx="1725167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E7F8E47-38ED-1C7C-BBD0-CC21579F4B00}"/>
              </a:ext>
            </a:extLst>
          </p:cNvPr>
          <p:cNvSpPr txBox="1"/>
          <p:nvPr/>
        </p:nvSpPr>
        <p:spPr bwMode="auto">
          <a:xfrm>
            <a:off x="739026" y="1123692"/>
            <a:ext cx="1070914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手書き記入用の穴埋め欄を作る場合など、　「シェイプは残して、文字列だけ消去したい」</a:t>
            </a:r>
            <a:endParaRPr kumimoji="1" lang="en-US" altLang="ja-JP" sz="20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場合があります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9B6C9FED-B586-6771-7465-93C227C092C9}"/>
              </a:ext>
            </a:extLst>
          </p:cNvPr>
          <p:cNvSpPr txBox="1"/>
          <p:nvPr/>
        </p:nvSpPr>
        <p:spPr bwMode="auto">
          <a:xfrm>
            <a:off x="739026" y="3605811"/>
            <a:ext cx="107091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その場合は 「文字列」 を別シェイプで作って重ねてください</a:t>
            </a:r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58985FCF-5F95-1647-774B-1D0B858C54D1}"/>
              </a:ext>
            </a:extLst>
          </p:cNvPr>
          <p:cNvSpPr/>
          <p:nvPr/>
        </p:nvSpPr>
        <p:spPr bwMode="auto">
          <a:xfrm>
            <a:off x="1425983" y="4247023"/>
            <a:ext cx="3629204" cy="938808"/>
          </a:xfrm>
          <a:prstGeom prst="rect">
            <a:avLst/>
          </a:prstGeom>
          <a:solidFill>
            <a:schemeClr val="accent4">
              <a:lumMod val="90000"/>
            </a:schemeClr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69621D14-4772-E00B-A926-60E03A1C9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017" y="5569362"/>
            <a:ext cx="3761558" cy="77425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F14D458-E0D0-9F50-7D90-EAC0F4C69F9F}"/>
              </a:ext>
            </a:extLst>
          </p:cNvPr>
          <p:cNvSpPr txBox="1"/>
          <p:nvPr/>
        </p:nvSpPr>
        <p:spPr bwMode="auto">
          <a:xfrm>
            <a:off x="6377648" y="5185831"/>
            <a:ext cx="46437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箱と文字列を別々に作って重ねておき、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文字列にだけ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CSP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マーカーを入れておくと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文字列だけが消えます</a:t>
            </a: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300FB083-1DE5-1500-9420-63E90068137A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231904" y="4725144"/>
            <a:ext cx="1145744" cy="75708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835C06D7-018E-A82D-1978-C6E6F29EF976}"/>
              </a:ext>
            </a:extLst>
          </p:cNvPr>
          <p:cNvCxnSpPr>
            <a:cxnSpLocks/>
          </p:cNvCxnSpPr>
          <p:nvPr/>
        </p:nvCxnSpPr>
        <p:spPr bwMode="auto">
          <a:xfrm flipH="1">
            <a:off x="5231904" y="5589856"/>
            <a:ext cx="1145744" cy="190298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FABDD4A-0B0F-4C0A-F274-83D09C3AB626}"/>
              </a:ext>
            </a:extLst>
          </p:cNvPr>
          <p:cNvSpPr/>
          <p:nvPr/>
        </p:nvSpPr>
        <p:spPr bwMode="auto">
          <a:xfrm>
            <a:off x="9624392" y="195005"/>
            <a:ext cx="2241696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delete_csp_guide.pptx</a:t>
            </a:r>
            <a:endParaRPr kumimoji="1" lang="ja-JP" altLang="en-US" sz="11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11519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kumimoji="1" sz="1800"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29930</TotalTime>
  <Words>953</Words>
  <Application>Microsoft Office PowerPoint</Application>
  <PresentationFormat>ワイド画面</PresentationFormat>
  <Paragraphs>163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BIZ UDPゴシック</vt:lpstr>
      <vt:lpstr>FOT-UD丸ゴ_ラージ Pr6 M</vt:lpstr>
      <vt:lpstr>Arial</vt:lpstr>
      <vt:lpstr>Garamond</vt:lpstr>
      <vt:lpstr>Wingdings</vt:lpstr>
      <vt:lpstr>Edge</vt:lpstr>
      <vt:lpstr>指定したシェイプを消去する</vt:lpstr>
      <vt:lpstr>消去したいシェイプにCSPマーカーを入れておく</vt:lpstr>
      <vt:lpstr>CSPマーカー利用例</vt:lpstr>
      <vt:lpstr>テーブルシェイプはテーブルごと消去</vt:lpstr>
      <vt:lpstr>シェイプを残して文字列だけ消去するには？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/>
  <cp:revision>4101</cp:revision>
  <dcterms:modified xsi:type="dcterms:W3CDTF">2026-06-06T13:15:28Z</dcterms:modified>
</cp:coreProperties>
</file>