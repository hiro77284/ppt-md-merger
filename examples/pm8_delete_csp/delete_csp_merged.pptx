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87" r:id="rId2"/>
    <p:sldId id="1783" r:id="rId3"/>
    <p:sldId id="1788" r:id="rId4"/>
    <p:sldId id="1791" r:id="rId5"/>
    <p:sldId id="1792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7500" autoAdjust="0"/>
  </p:normalViewPr>
  <p:slideViewPr>
    <p:cSldViewPr>
      <p:cViewPr varScale="1">
        <p:scale>
          <a:sx n="87" d="100"/>
          <a:sy n="87" d="100"/>
        </p:scale>
        <p:origin x="56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extracted/figures/delete_csp_guide_slide1_fig.png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extracted/figures/delete_csp_guide_keyvisual.png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extracted/delete_csp_guide_slide1_md.md</a:t>
            </a:r>
          </a:p>
          <a:p>
            <a:r>
              <a:t>{{#id:section:delete_csp_guide:slide1}}</a:t>
            </a:r>
          </a:p>
          <a:p>
            <a:r>
              <a:t>## 指定したシェイプを消去する</a:t>
            </a:r>
          </a:p>
          <a:p>
            <a:endParaRPr/>
          </a:p>
          <a:p>
            <a:r>
              <a:t>研修テキストのような資料を作るときは、配付資料にはすべての情報を載せず、講師用には載せておく、という2種類のテキストを作る必要があります。そこで使えるのが、指定したシェイプ（図形）をオプションにより自動削除する機能です。</a:t>
            </a:r>
          </a:p>
          <a:p>
            <a:endParaRPr/>
          </a:p>
          <a:p>
            <a:r>
              <a:t>配付資料には載せたくないシェイプに特殊マーカーを記入しておくと、マージ時に一括して消去する機能です。</a:t>
            </a:r>
          </a:p>
          <a:p>
            <a:endParaRPr/>
          </a:p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![](figures/delete_csp_guide_slide1_fig.png){ width=95% }</a:t>
            </a:r>
          </a:p>
          <a:p>
            <a:endParaRPr/>
          </a:p>
          <a:p>
            <a:r>
              <a:t>![](figures/delete_csp_guide_keyvisual.png){ width=80%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2895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extracted/figures/delete_csp_guide_slide2_fig.png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extracted/delete_csp_guide_slide2_md.md</a:t>
            </a:r>
          </a:p>
          <a:p>
            <a:r>
              <a:t>{{#id:section:delete_csp_guide:slide2}}</a:t>
            </a:r>
          </a:p>
          <a:p>
            <a:r>
              <a:t>## 消去したいシェイプにCSPマーカーを入れておく</a:t>
            </a:r>
          </a:p>
          <a:p>
            <a:endParaRPr/>
          </a:p>
          <a:p>
            <a:r>
              <a:t>消去したいシェイプの一部に #CSP# というマーカーを含めておくと、 recipe yamlの indexer.deletecsp 設定 または --deletecsp オプションにより自動的に消去できます。</a:t>
            </a:r>
          </a:p>
          <a:p>
            <a:endParaRPr/>
          </a:p>
          <a:p>
            <a:r>
              <a:t>deletecsp がfalseまたは未指定の場合は、#CSP#マーカーだけが消去されます。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![](figures/delete_csp_guide_slide2_fig.png){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3975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39685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83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extracted/figures/delete_csp_guide_slide7_fig.png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extracted/delete_csp_guide_slide7_md.md</a:t>
            </a:r>
          </a:p>
          <a:p>
            <a:r>
              <a:t>{{#id:section:delete_csp_guide:slide7}}</a:t>
            </a:r>
          </a:p>
          <a:p>
            <a:r>
              <a:t>## シェイプを残して文字列だけ消去するには？</a:t>
            </a:r>
          </a:p>
          <a:p>
            <a:endParaRPr/>
          </a:p>
          <a:p>
            <a:r>
              <a:t>手書き記入用の穴埋め欄を作る場合など、　「シェイプは残して、文字列だけ消去したい」 場合は 「文字列」 を別シェイプで作って重ねてください。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![](figures/delete_csp_guide_slide7_fig.png){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4989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529A50A8-1F3A-A41C-C985-ED20EBA1628F}"/>
              </a:ext>
            </a:extLst>
          </p:cNvPr>
          <p:cNvSpPr/>
          <p:nvPr/>
        </p:nvSpPr>
        <p:spPr bwMode="auto">
          <a:xfrm>
            <a:off x="623392" y="880188"/>
            <a:ext cx="10824782" cy="29924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924F5799-1EE6-BA7D-2228-F962590F6FF7}"/>
              </a:ext>
            </a:extLst>
          </p:cNvPr>
          <p:cNvSpPr/>
          <p:nvPr/>
        </p:nvSpPr>
        <p:spPr bwMode="auto">
          <a:xfrm>
            <a:off x="983432" y="4047926"/>
            <a:ext cx="9716856" cy="24054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指定したシェイプを消去する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pptmerge   delete_csp_recipe.yaml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ファイル中の一部のシェイプ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図形）を一括して消去する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"deletecsp"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271464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559496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194791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3007469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/>
          <p:nvPr/>
        </p:nvCxnSpPr>
        <p:spPr bwMode="auto">
          <a:xfrm>
            <a:off x="4943872" y="4844310"/>
            <a:ext cx="172819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150679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C4AFB3-D943-B40C-E60F-D04AF3BA9880}"/>
              </a:ext>
            </a:extLst>
          </p:cNvPr>
          <p:cNvSpPr/>
          <p:nvPr/>
        </p:nvSpPr>
        <p:spPr bwMode="auto">
          <a:xfrm>
            <a:off x="6960096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09455DC-40B9-58CF-582A-9A434F1A34E0}"/>
              </a:ext>
            </a:extLst>
          </p:cNvPr>
          <p:cNvCxnSpPr/>
          <p:nvPr/>
        </p:nvCxnSpPr>
        <p:spPr bwMode="auto">
          <a:xfrm>
            <a:off x="7248128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3823F69-CDED-D90E-2C23-7870AD792A9F}"/>
              </a:ext>
            </a:extLst>
          </p:cNvPr>
          <p:cNvSpPr txBox="1"/>
          <p:nvPr/>
        </p:nvSpPr>
        <p:spPr bwMode="auto">
          <a:xfrm>
            <a:off x="7883423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99730DFA-F6FA-77EC-0CD7-614B4DCCA045}"/>
              </a:ext>
            </a:extLst>
          </p:cNvPr>
          <p:cNvSpPr/>
          <p:nvPr/>
        </p:nvSpPr>
        <p:spPr bwMode="auto">
          <a:xfrm>
            <a:off x="8696101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配付資料には載せたくないシェイプに特殊マーカーを記入しておくと、マージ時に一括して消去する機能です。結合指示書による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43F09F25-B315-1629-F43A-B23C807C0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12" y="4851792"/>
            <a:ext cx="1377815" cy="932769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2981B563-F165-D7D6-E90F-24B36D0FF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8213" y="5128347"/>
            <a:ext cx="2158171" cy="92057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71D7EF-33B4-93E8-4DF3-6D8D09C1490B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82939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A50AF8F2-8D4D-5ABB-5BF8-FF513D3FD2A0}"/>
              </a:ext>
            </a:extLst>
          </p:cNvPr>
          <p:cNvSpPr/>
          <p:nvPr/>
        </p:nvSpPr>
        <p:spPr bwMode="auto">
          <a:xfrm>
            <a:off x="767408" y="1030273"/>
            <a:ext cx="10525936" cy="53711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消去したいシェイプに</a:t>
            </a:r>
            <a:r>
              <a:rPr lang="en-US" altLang="ja-JP"/>
              <a:t>CSP</a:t>
            </a:r>
            <a:r>
              <a:rPr lang="ja-JP" altLang="en-US"/>
              <a:t>マーカーを入れておく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DC1B9A-8FB8-FB97-28B6-305D4EADCFB0}"/>
              </a:ext>
            </a:extLst>
          </p:cNvPr>
          <p:cNvSpPr txBox="1"/>
          <p:nvPr/>
        </p:nvSpPr>
        <p:spPr bwMode="auto">
          <a:xfrm>
            <a:off x="898656" y="103027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使用例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48334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047796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deletecsp: true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939488-BDEF-8472-6B17-270C81648841}"/>
              </a:ext>
            </a:extLst>
          </p:cNvPr>
          <p:cNvSpPr txBox="1"/>
          <p:nvPr/>
        </p:nvSpPr>
        <p:spPr bwMode="auto">
          <a:xfrm>
            <a:off x="1844255" y="3966212"/>
            <a:ext cx="8575498" cy="398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（ただし、このスライドでは画像を重ねているので、消去されていないかのように見えますが）</a:t>
            </a:r>
            <a:endParaRPr lang="en-US" altLang="ja-JP" sz="16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52639F8-A05B-A5F8-AB12-962A8D9D1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206" y="2348880"/>
            <a:ext cx="7797460" cy="135952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FDF7AA6-8784-6445-963B-4CB5219C8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268" y="1691594"/>
            <a:ext cx="1828959" cy="114614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9623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6C872B0-8F5A-FD2C-16DE-E75E261E7A12}"/>
              </a:ext>
            </a:extLst>
          </p:cNvPr>
          <p:cNvCxnSpPr>
            <a:cxnSpLocks/>
          </p:cNvCxnSpPr>
          <p:nvPr/>
        </p:nvCxnSpPr>
        <p:spPr bwMode="auto">
          <a:xfrm flipH="1">
            <a:off x="2597066" y="2580981"/>
            <a:ext cx="589156" cy="0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C6E828-0982-D193-8C81-7D3BC61509D1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6489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78241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E06530-2F1D-E7B9-5321-7CFEC6A6E2C3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3998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E35A0CFA-0A18-4F3B-A4B6-B99E777B6043}"/>
              </a:ext>
            </a:extLst>
          </p:cNvPr>
          <p:cNvSpPr/>
          <p:nvPr/>
        </p:nvSpPr>
        <p:spPr bwMode="auto">
          <a:xfrm>
            <a:off x="739026" y="1988839"/>
            <a:ext cx="10469542" cy="435478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シェイプを残して文字列だけ消去するには？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51E6793-6C4E-5661-600D-130CDFC8747D}"/>
              </a:ext>
            </a:extLst>
          </p:cNvPr>
          <p:cNvSpPr/>
          <p:nvPr/>
        </p:nvSpPr>
        <p:spPr bwMode="auto">
          <a:xfrm>
            <a:off x="1425983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D8E902B-E761-93C6-EFAA-07CE8570330E}"/>
              </a:ext>
            </a:extLst>
          </p:cNvPr>
          <p:cNvSpPr/>
          <p:nvPr/>
        </p:nvSpPr>
        <p:spPr bwMode="auto">
          <a:xfrm>
            <a:off x="7392144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59BD248-4E05-71B5-6172-6C39E0520A3C}"/>
              </a:ext>
            </a:extLst>
          </p:cNvPr>
          <p:cNvSpPr txBox="1"/>
          <p:nvPr/>
        </p:nvSpPr>
        <p:spPr bwMode="auto">
          <a:xfrm>
            <a:off x="1602106" y="2295863"/>
            <a:ext cx="327695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CFF2B482-34AC-2013-0651-6E992F603085}"/>
              </a:ext>
            </a:extLst>
          </p:cNvPr>
          <p:cNvCxnSpPr/>
          <p:nvPr/>
        </p:nvCxnSpPr>
        <p:spPr bwMode="auto">
          <a:xfrm>
            <a:off x="5306937" y="2606106"/>
            <a:ext cx="1725167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手書き記入用の穴埋め欄を作る場合など、　「シェイプは残して、文字列だけ消去したい」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場合があります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B6C9FED-B586-6771-7465-93C227C092C9}"/>
              </a:ext>
            </a:extLst>
          </p:cNvPr>
          <p:cNvSpPr txBox="1"/>
          <p:nvPr/>
        </p:nvSpPr>
        <p:spPr bwMode="auto">
          <a:xfrm>
            <a:off x="739026" y="3605811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その場合は 「文字列」 を別シェイプで作って重ねてください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8985FCF-5F95-1647-774B-1D0B858C54D1}"/>
              </a:ext>
            </a:extLst>
          </p:cNvPr>
          <p:cNvSpPr/>
          <p:nvPr/>
        </p:nvSpPr>
        <p:spPr bwMode="auto">
          <a:xfrm>
            <a:off x="1425983" y="4247023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69621D14-4772-E00B-A926-60E03A1C9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017" y="5569362"/>
            <a:ext cx="3761558" cy="774259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14D458-E0D0-9F50-7D90-EAC0F4C69F9F}"/>
              </a:ext>
            </a:extLst>
          </p:cNvPr>
          <p:cNvSpPr txBox="1"/>
          <p:nvPr/>
        </p:nvSpPr>
        <p:spPr bwMode="auto">
          <a:xfrm>
            <a:off x="6377648" y="5185831"/>
            <a:ext cx="46437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箱と文字列を別々に作って重ねておき、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文字列にだけ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マーカーを入れておくと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文字列だけが消えます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00FB083-1DE5-1500-9420-63E90068137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231904" y="4725144"/>
            <a:ext cx="1145744" cy="7570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35C06D7-018E-A82D-1978-C6E6F29EF976}"/>
              </a:ext>
            </a:extLst>
          </p:cNvPr>
          <p:cNvCxnSpPr>
            <a:cxnSpLocks/>
          </p:cNvCxnSpPr>
          <p:nvPr/>
        </p:nvCxnSpPr>
        <p:spPr bwMode="auto">
          <a:xfrm flipH="1">
            <a:off x="5231904" y="5589856"/>
            <a:ext cx="1145744" cy="19029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ABDD4A-0B0F-4C0A-F274-83D09C3AB626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65916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29930</TotalTime>
  <Words>953</Words>
  <Application>Microsoft Office PowerPoint</Application>
  <PresentationFormat>ワイド画面</PresentationFormat>
  <Paragraphs>163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指定したシェイプを消去する</vt:lpstr>
      <vt:lpstr>消去したいシェイプにCSPマーカーを入れておく</vt:lpstr>
      <vt:lpstr>CSPマーカー利用例</vt:lpstr>
      <vt:lpstr>テーブルシェイプはテーブルごと消去</vt:lpstr>
      <vt:lpstr>シェイプを残して文字列だけ消去するには？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4101</cp:revision>
  <dcterms:modified xsi:type="dcterms:W3CDTF">2026-06-04T11:18:15Z</dcterms:modified>
</cp:coreProperties>
</file>