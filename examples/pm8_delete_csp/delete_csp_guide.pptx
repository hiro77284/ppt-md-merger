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9"/>
  </p:notesMasterIdLst>
  <p:sldIdLst>
    <p:sldId id="1787" r:id="rId2"/>
    <p:sldId id="1783" r:id="rId3"/>
    <p:sldId id="1788" r:id="rId4"/>
    <p:sldId id="1790" r:id="rId5"/>
    <p:sldId id="1791" r:id="rId6"/>
    <p:sldId id="1789" r:id="rId7"/>
    <p:sldId id="1792" r:id="rId8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7500" autoAdjust="0"/>
  </p:normalViewPr>
  <p:slideViewPr>
    <p:cSldViewPr>
      <p:cViewPr varScale="1">
        <p:scale>
          <a:sx n="99" d="100"/>
          <a:sy n="99" d="100"/>
        </p:scale>
        <p:origin x="90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/>
              <a:t>===BLOCK===</a:t>
            </a:r>
          </a:p>
          <a:p>
            <a:r>
              <a:rPr lang="en-US"/>
              <a:t>{{BLOCK:IMAGE}}</a:t>
            </a:r>
          </a:p>
          <a:p>
            <a:endParaRPr lang="en-US"/>
          </a:p>
          <a:p>
            <a:r>
              <a:rPr lang="en-US"/>
              <a:t>export-image-mode: slide_with_rectpct</a:t>
            </a:r>
          </a:p>
          <a:p>
            <a:r>
              <a:rPr lang="en-US"/>
              <a:t>export-image-target: keyvisual</a:t>
            </a:r>
          </a:p>
          <a:p>
            <a:r>
              <a:rPr lang="en-US"/>
              <a:t>export-image: extracted/figures/&lt;__BASEFILENAME__&gt;_keyvisual.png</a:t>
            </a:r>
          </a:p>
          <a:p>
            <a:endParaRPr lang="en-US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研修テキストのような資料を作るときは、配付資料にはすべての情報を載せず、講師用には載せておく、という2種類のテキストを作る必要があります。そこで使えるのが、指定したシェイプ（図形）をオプションにより自動削除する機能です。</a:t>
            </a:r>
          </a:p>
          <a:p>
            <a:endParaRPr/>
          </a:p>
          <a:p>
            <a:r>
              <a:t>配付資料には載せたくないシェイプに特殊マーカーを記入しておくと、マージ時に一括して消去する機能です。</a:t>
            </a:r>
          </a:p>
          <a:p>
            <a:endParaRPr/>
          </a:p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  <a:endParaRPr lang="en-US"/>
          </a:p>
          <a:p>
            <a:endParaRPr lang="en-US"/>
          </a:p>
          <a:p>
            <a:r>
              <a:rPr lang="en-US"/>
              <a:t>![](figures/&lt;__BASEFILENAME__&gt;_keyvisual.png){ width=80%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224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消去したいシェイプの一部に #CSP# というマーカーを含めておくと、 recipe yamlの indexer.deletecsp 設定 または --deletecsp オプションにより自動的に消去できます。</a:t>
            </a:r>
          </a:p>
          <a:p>
            <a:endParaRPr/>
          </a:p>
          <a:p>
            <a:r>
              <a:t>deletecsp がfalseまたは未指定の場合は、#CSP#マーカーだけが消去されます。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3479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CSPマーカーの基本的な利用イメージです。左側が原本ファイル、deletecsl 有効なマージ後は右側の状態になります。</a:t>
            </a:r>
          </a:p>
          <a:p>
            <a:endParaRPr/>
          </a:p>
          <a:p>
            <a:r>
              <a:t>グループ化したシェイプをまるごと削除するには 「グループ名」 にCSPマーカーを設定する必要があることに注意してください。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4984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7506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テーブルセルに CSPマーカーがある場合は、テーブルごと消去されます。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6667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手書き記入用の穴埋め欄を作る場合など、　「シェイプは残して、文字列だけ消去したい」 場合は 「文字列」 を別シェイプで作って重ねてください。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059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529A50A8-1F3A-A41C-C985-ED20EBA1628F}"/>
              </a:ext>
            </a:extLst>
          </p:cNvPr>
          <p:cNvSpPr/>
          <p:nvPr/>
        </p:nvSpPr>
        <p:spPr bwMode="auto">
          <a:xfrm>
            <a:off x="623392" y="880188"/>
            <a:ext cx="10824782" cy="29924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924F5799-1EE6-BA7D-2228-F962590F6FF7}"/>
              </a:ext>
            </a:extLst>
          </p:cNvPr>
          <p:cNvSpPr/>
          <p:nvPr/>
        </p:nvSpPr>
        <p:spPr bwMode="auto">
          <a:xfrm>
            <a:off x="983432" y="4047926"/>
            <a:ext cx="9716856" cy="24054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指定したシェイプを消去する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pptmerge   delete_csp_recipe.yaml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ファイル中の一部のシェイプ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図形）を一括して消去する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"deletecsp"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271464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559496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194791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9F2FAEE-119C-7734-CEE1-71E7D2F4B9AC}"/>
              </a:ext>
            </a:extLst>
          </p:cNvPr>
          <p:cNvSpPr/>
          <p:nvPr/>
        </p:nvSpPr>
        <p:spPr bwMode="auto">
          <a:xfrm>
            <a:off x="1498138" y="4855120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消える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3007469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/>
          <p:nvPr/>
        </p:nvCxnSpPr>
        <p:spPr bwMode="auto">
          <a:xfrm>
            <a:off x="4943872" y="4844310"/>
            <a:ext cx="172819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150679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C4AFB3-D943-B40C-E60F-D04AF3BA9880}"/>
              </a:ext>
            </a:extLst>
          </p:cNvPr>
          <p:cNvSpPr/>
          <p:nvPr/>
        </p:nvSpPr>
        <p:spPr bwMode="auto">
          <a:xfrm>
            <a:off x="6960096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09455DC-40B9-58CF-582A-9A434F1A34E0}"/>
              </a:ext>
            </a:extLst>
          </p:cNvPr>
          <p:cNvCxnSpPr/>
          <p:nvPr/>
        </p:nvCxnSpPr>
        <p:spPr bwMode="auto">
          <a:xfrm>
            <a:off x="7248128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3823F69-CDED-D90E-2C23-7870AD792A9F}"/>
              </a:ext>
            </a:extLst>
          </p:cNvPr>
          <p:cNvSpPr txBox="1"/>
          <p:nvPr/>
        </p:nvSpPr>
        <p:spPr bwMode="auto">
          <a:xfrm>
            <a:off x="7883423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99730DFA-F6FA-77EC-0CD7-614B4DCCA045}"/>
              </a:ext>
            </a:extLst>
          </p:cNvPr>
          <p:cNvSpPr/>
          <p:nvPr/>
        </p:nvSpPr>
        <p:spPr bwMode="auto">
          <a:xfrm>
            <a:off x="8696101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CA0C2FB3-8BB1-4FD0-3674-50875B24A1C7}"/>
              </a:ext>
            </a:extLst>
          </p:cNvPr>
          <p:cNvSpPr txBox="1"/>
          <p:nvPr/>
        </p:nvSpPr>
        <p:spPr bwMode="auto">
          <a:xfrm>
            <a:off x="4814350" y="5158247"/>
            <a:ext cx="212203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という文字列を含むシェイプを消去します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配付資料には載せたくないシェイプに特殊マーカーを記入しておくと、マージ時に一括して消去する機能です。結合指示書による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43F09F25-B315-1629-F43A-B23C807C0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12" y="4851792"/>
            <a:ext cx="1377815" cy="932769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2981B563-F165-D7D6-E90F-24B36D0FF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8213" y="5128347"/>
            <a:ext cx="2158171" cy="92057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71D7EF-33B4-93E8-4DF3-6D8D09C1490B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A50AF8F2-8D4D-5ABB-5BF8-FF513D3FD2A0}"/>
              </a:ext>
            </a:extLst>
          </p:cNvPr>
          <p:cNvSpPr/>
          <p:nvPr/>
        </p:nvSpPr>
        <p:spPr bwMode="auto">
          <a:xfrm>
            <a:off x="767408" y="1030273"/>
            <a:ext cx="10525936" cy="53711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消去したいシェイプに</a:t>
            </a:r>
            <a:r>
              <a:rPr lang="en-US" altLang="ja-JP"/>
              <a:t>CSP</a:t>
            </a:r>
            <a:r>
              <a:rPr lang="ja-JP" altLang="en-US"/>
              <a:t>マーカーを入れておく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4F2732AD-83B2-A3F8-92A8-33576BE21741}"/>
              </a:ext>
            </a:extLst>
          </p:cNvPr>
          <p:cNvSpPr txBox="1"/>
          <p:nvPr/>
        </p:nvSpPr>
        <p:spPr bwMode="auto">
          <a:xfrm>
            <a:off x="3215680" y="2336107"/>
            <a:ext cx="7745780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消去したいシェイプの一部に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というマーカーを含めておくと、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indexer.deletecsp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 または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--deletecsp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オプションにより自動的に消去できます。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DC1B9A-8FB8-FB97-28B6-305D4EADCFB0}"/>
              </a:ext>
            </a:extLst>
          </p:cNvPr>
          <p:cNvSpPr txBox="1"/>
          <p:nvPr/>
        </p:nvSpPr>
        <p:spPr bwMode="auto">
          <a:xfrm>
            <a:off x="898656" y="103027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使用例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26F56C2-F615-0825-7760-2CA1453B0D97}"/>
              </a:ext>
            </a:extLst>
          </p:cNvPr>
          <p:cNvSpPr/>
          <p:nvPr/>
        </p:nvSpPr>
        <p:spPr bwMode="auto">
          <a:xfrm>
            <a:off x="1127448" y="1700808"/>
            <a:ext cx="1728192" cy="104555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シェイプが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消去されます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 hangingPunct="1"/>
            <a:r>
              <a:rPr lang="en-US" altLang="ja-JP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48334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047796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deletecsp: true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939488-BDEF-8472-6B17-270C81648841}"/>
              </a:ext>
            </a:extLst>
          </p:cNvPr>
          <p:cNvSpPr txBox="1"/>
          <p:nvPr/>
        </p:nvSpPr>
        <p:spPr bwMode="auto">
          <a:xfrm>
            <a:off x="1844255" y="3966212"/>
            <a:ext cx="8575498" cy="398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（ただし、このスライドでは画像を重ねているので、消去されていないかのように見えますが）</a:t>
            </a:r>
            <a:endParaRPr lang="en-US" altLang="ja-JP" sz="16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52639F8-A05B-A5F8-AB12-962A8D9D1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206" y="2348880"/>
            <a:ext cx="7797460" cy="135952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FDF7AA6-8784-6445-963B-4CB5219C8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268" y="1691594"/>
            <a:ext cx="1828959" cy="114614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9623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6C872B0-8F5A-FD2C-16DE-E75E261E7A12}"/>
              </a:ext>
            </a:extLst>
          </p:cNvPr>
          <p:cNvCxnSpPr>
            <a:cxnSpLocks/>
          </p:cNvCxnSpPr>
          <p:nvPr/>
        </p:nvCxnSpPr>
        <p:spPr bwMode="auto">
          <a:xfrm flipH="1">
            <a:off x="2597066" y="2580981"/>
            <a:ext cx="589156" cy="0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C6E828-0982-D193-8C81-7D3BC61509D1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461AA3C-FED8-6610-9EDC-B512A33CCCD2}"/>
              </a:ext>
            </a:extLst>
          </p:cNvPr>
          <p:cNvSpPr/>
          <p:nvPr/>
        </p:nvSpPr>
        <p:spPr bwMode="auto">
          <a:xfrm>
            <a:off x="7248128" y="1580653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消去される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 hangingPunct="1"/>
            <a:r>
              <a: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EFB296FC-795B-A978-63CF-8FF1530ECEB2}"/>
                </a:ext>
              </a:extLst>
            </p:cNvPr>
            <p:cNvSpPr/>
            <p:nvPr/>
          </p:nvSpPr>
          <p:spPr bwMode="auto">
            <a:xfrm>
              <a:off x="1487488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グループ要素Ａ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800">
                  <a:solidFill>
                    <a:schemeClr val="accent2"/>
                  </a:solidFill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#CSP#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grpSp>
        <p:nvGrpSpPr>
          <p:cNvPr id="19" name="#CSP#">
            <a:extLst>
              <a:ext uri="{FF2B5EF4-FFF2-40B4-BE49-F238E27FC236}">
                <a16:creationId xmlns:a16="http://schemas.microsoft.com/office/drawing/2014/main" id="{CBE5BB22-FDF8-FB27-1121-66CCD3F31153}"/>
              </a:ext>
            </a:extLst>
          </p:cNvPr>
          <p:cNvGrpSpPr/>
          <p:nvPr/>
        </p:nvGrpSpPr>
        <p:grpSpPr>
          <a:xfrm>
            <a:off x="7248128" y="4742438"/>
            <a:ext cx="4104456" cy="1114076"/>
            <a:chOff x="1127448" y="4736610"/>
            <a:chExt cx="4824536" cy="1217265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6214D66A-A1D6-DE76-F35E-D6055C079229}"/>
                </a:ext>
              </a:extLst>
            </p:cNvPr>
            <p:cNvSpPr/>
            <p:nvPr/>
          </p:nvSpPr>
          <p:spPr bwMode="auto">
            <a:xfrm>
              <a:off x="1127448" y="4736610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グループ名に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マーカー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を設定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63215BAE-F25E-A6B1-7CDD-D1984859EF1E}"/>
                </a:ext>
              </a:extLst>
            </p:cNvPr>
            <p:cNvSpPr/>
            <p:nvPr/>
          </p:nvSpPr>
          <p:spPr bwMode="auto">
            <a:xfrm>
              <a:off x="1482305" y="4869160"/>
              <a:ext cx="1162494" cy="936104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要素Ａ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F1C01303-E69D-DA55-C7F3-297F5B7DD11F}"/>
                </a:ext>
              </a:extLst>
            </p:cNvPr>
            <p:cNvSpPr/>
            <p:nvPr/>
          </p:nvSpPr>
          <p:spPr bwMode="auto">
            <a:xfrm>
              <a:off x="4429450" y="4869160"/>
              <a:ext cx="1162494" cy="936104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552777D-8381-0B62-0882-BA76E400BD2A}"/>
              </a:ext>
            </a:extLst>
          </p:cNvPr>
          <p:cNvSpPr txBox="1"/>
          <p:nvPr/>
        </p:nvSpPr>
        <p:spPr bwMode="auto">
          <a:xfrm>
            <a:off x="9580" y="9496"/>
            <a:ext cx="2918068" cy="33855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 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2557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37FC1F21-28D4-3DC6-A752-A820C413BAB5}"/>
              </a:ext>
            </a:extLst>
          </p:cNvPr>
          <p:cNvSpPr/>
          <p:nvPr/>
        </p:nvSpPr>
        <p:spPr bwMode="auto">
          <a:xfrm>
            <a:off x="623392" y="1012197"/>
            <a:ext cx="10824782" cy="565079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2C8FA0A-CA6F-6030-DB02-BEA7D46191C8}"/>
              </a:ext>
            </a:extLst>
          </p:cNvPr>
          <p:cNvSpPr txBox="1"/>
          <p:nvPr/>
        </p:nvSpPr>
        <p:spPr bwMode="auto">
          <a:xfrm>
            <a:off x="9580" y="9496"/>
            <a:ext cx="2630036" cy="3385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PDF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　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35442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871C9F4-4DCA-552F-F9A5-000BC73975DE}"/>
              </a:ext>
            </a:extLst>
          </p:cNvPr>
          <p:cNvGraphicFramePr>
            <a:graphicFrameLocks noGrp="1"/>
          </p:cNvGraphicFramePr>
          <p:nvPr/>
        </p:nvGraphicFramePr>
        <p:xfrm>
          <a:off x="6672064" y="2693374"/>
          <a:ext cx="3744416" cy="1692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1162850088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4024242183"/>
                    </a:ext>
                  </a:extLst>
                </a:gridCol>
              </a:tblGrid>
              <a:tr h="526227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5807661"/>
                  </a:ext>
                </a:extLst>
              </a:tr>
              <a:tr h="539728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暑い</a:t>
                      </a:r>
                      <a:endParaRPr kumimoji="1" lang="en-US" altLang="ja-JP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en-US" altLang="ja-JP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#CSP#</a:t>
                      </a:r>
                      <a:endParaRPr kumimoji="1" lang="ja-JP" altLang="en-US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寒い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4257988"/>
                  </a:ext>
                </a:extLst>
              </a:tr>
              <a:tr h="526227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水泳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スキー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682426"/>
                  </a:ext>
                </a:extLst>
              </a:tr>
            </a:tbl>
          </a:graphicData>
        </a:graphic>
      </p:graphicFrame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B028DB-59C8-067B-53A7-945C3102854C}"/>
              </a:ext>
            </a:extLst>
          </p:cNvPr>
          <p:cNvSpPr txBox="1"/>
          <p:nvPr/>
        </p:nvSpPr>
        <p:spPr bwMode="auto">
          <a:xfrm>
            <a:off x="9580" y="9496"/>
            <a:ext cx="2918068" cy="33855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 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E06530-2F1D-E7B9-5321-7CFEC6A6E2C3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99815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xportrange">
            <a:extLst>
              <a:ext uri="{FF2B5EF4-FFF2-40B4-BE49-F238E27FC236}">
                <a16:creationId xmlns:a16="http://schemas.microsoft.com/office/drawing/2014/main" id="{7CF3E1C4-AAC5-3D83-CBE4-5DC1AC784821}"/>
              </a:ext>
            </a:extLst>
          </p:cNvPr>
          <p:cNvSpPr/>
          <p:nvPr/>
        </p:nvSpPr>
        <p:spPr bwMode="auto">
          <a:xfrm>
            <a:off x="1271464" y="1988839"/>
            <a:ext cx="9721080" cy="38216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B2573E-DC81-547B-5047-0B44A638B975}"/>
              </a:ext>
            </a:extLst>
          </p:cNvPr>
          <p:cNvSpPr txBox="1"/>
          <p:nvPr/>
        </p:nvSpPr>
        <p:spPr bwMode="auto">
          <a:xfrm>
            <a:off x="9580" y="9496"/>
            <a:ext cx="2630036" cy="3385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PDF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　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C7C1C35-CFF7-A41C-DC02-2C7B71D9D8B2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560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E35A0CFA-0A18-4F3B-A4B6-B99E777B6043}"/>
              </a:ext>
            </a:extLst>
          </p:cNvPr>
          <p:cNvSpPr/>
          <p:nvPr/>
        </p:nvSpPr>
        <p:spPr bwMode="auto">
          <a:xfrm>
            <a:off x="739026" y="1988839"/>
            <a:ext cx="10469542" cy="435478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シェイプを残して文字列だけ消去するには？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51E6793-6C4E-5661-600D-130CDFC8747D}"/>
              </a:ext>
            </a:extLst>
          </p:cNvPr>
          <p:cNvSpPr/>
          <p:nvPr/>
        </p:nvSpPr>
        <p:spPr bwMode="auto">
          <a:xfrm>
            <a:off x="1425983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D8E902B-E761-93C6-EFAA-07CE8570330E}"/>
              </a:ext>
            </a:extLst>
          </p:cNvPr>
          <p:cNvSpPr/>
          <p:nvPr/>
        </p:nvSpPr>
        <p:spPr bwMode="auto">
          <a:xfrm>
            <a:off x="7392144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59BD248-4E05-71B5-6172-6C39E0520A3C}"/>
              </a:ext>
            </a:extLst>
          </p:cNvPr>
          <p:cNvSpPr txBox="1"/>
          <p:nvPr/>
        </p:nvSpPr>
        <p:spPr bwMode="auto">
          <a:xfrm>
            <a:off x="1602106" y="2295863"/>
            <a:ext cx="327695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CFF2B482-34AC-2013-0651-6E992F603085}"/>
              </a:ext>
            </a:extLst>
          </p:cNvPr>
          <p:cNvCxnSpPr/>
          <p:nvPr/>
        </p:nvCxnSpPr>
        <p:spPr bwMode="auto">
          <a:xfrm>
            <a:off x="5306937" y="2606106"/>
            <a:ext cx="1725167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手書き記入用の穴埋め欄を作る場合など、　「シェイプは残して、文字列だけ消去したい」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場合があります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B6C9FED-B586-6771-7465-93C227C092C9}"/>
              </a:ext>
            </a:extLst>
          </p:cNvPr>
          <p:cNvSpPr txBox="1"/>
          <p:nvPr/>
        </p:nvSpPr>
        <p:spPr bwMode="auto">
          <a:xfrm>
            <a:off x="739026" y="3605811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その場合は 「文字列」 を別シェイプで作って重ねてください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8985FCF-5F95-1647-774B-1D0B858C54D1}"/>
              </a:ext>
            </a:extLst>
          </p:cNvPr>
          <p:cNvSpPr/>
          <p:nvPr/>
        </p:nvSpPr>
        <p:spPr bwMode="auto">
          <a:xfrm>
            <a:off x="1425983" y="4247023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CB4AA7A-06C1-6135-6832-113A11360619}"/>
              </a:ext>
            </a:extLst>
          </p:cNvPr>
          <p:cNvSpPr txBox="1"/>
          <p:nvPr/>
        </p:nvSpPr>
        <p:spPr bwMode="auto">
          <a:xfrm>
            <a:off x="1602106" y="5589760"/>
            <a:ext cx="37048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69621D14-4772-E00B-A926-60E03A1C9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017" y="5569362"/>
            <a:ext cx="3761558" cy="774259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14D458-E0D0-9F50-7D90-EAC0F4C69F9F}"/>
              </a:ext>
            </a:extLst>
          </p:cNvPr>
          <p:cNvSpPr txBox="1"/>
          <p:nvPr/>
        </p:nvSpPr>
        <p:spPr bwMode="auto">
          <a:xfrm>
            <a:off x="6377648" y="5185831"/>
            <a:ext cx="46437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箱と文字列を別々に作って重ねておき、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文字列にだけ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マーカーを入れておくと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文字列だけが消えます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00FB083-1DE5-1500-9420-63E90068137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231904" y="4725144"/>
            <a:ext cx="1145744" cy="7570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35C06D7-018E-A82D-1978-C6E6F29EF976}"/>
              </a:ext>
            </a:extLst>
          </p:cNvPr>
          <p:cNvCxnSpPr>
            <a:cxnSpLocks/>
          </p:cNvCxnSpPr>
          <p:nvPr/>
        </p:nvCxnSpPr>
        <p:spPr bwMode="auto">
          <a:xfrm flipH="1">
            <a:off x="5231904" y="5589856"/>
            <a:ext cx="1145744" cy="19029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ABDD4A-0B0F-4C0A-F274-83D09C3AB626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41607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29930</TotalTime>
  <Words>1436</Words>
  <Application>Microsoft Office PowerPoint</Application>
  <PresentationFormat>ワイド画面</PresentationFormat>
  <Paragraphs>271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指定したシェイプを消去する</vt:lpstr>
      <vt:lpstr>消去したいシェイプにCSPマーカーを入れておく</vt:lpstr>
      <vt:lpstr>CSPマーカー利用例</vt:lpstr>
      <vt:lpstr>CSPマーカー利用例</vt:lpstr>
      <vt:lpstr>テーブルシェイプはテーブルごと消去</vt:lpstr>
      <vt:lpstr>テーブルシェイプはテーブルごと消去</vt:lpstr>
      <vt:lpstr>シェイプを残して文字列だけ消去するには？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/>
  <cp:revision>4099</cp:revision>
  <dcterms:modified xsi:type="dcterms:W3CDTF">2026-05-24T03:21:53Z</dcterms:modified>
</cp:coreProperties>
</file>