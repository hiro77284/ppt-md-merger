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9"/>
  </p:notesMasterIdLst>
  <p:sldIdLst>
    <p:sldId id="1787" r:id="rId2"/>
    <p:sldId id="1783" r:id="rId3"/>
    <p:sldId id="1788" r:id="rId4"/>
    <p:sldId id="1790" r:id="rId5"/>
    <p:sldId id="1791" r:id="rId6"/>
    <p:sldId id="1789" r:id="rId7"/>
    <p:sldId id="1792" r:id="rId8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CC"/>
    <a:srgbClr val="FFCCFF"/>
    <a:srgbClr val="CCECFF"/>
    <a:srgbClr val="FFFF00"/>
    <a:srgbClr val="FF6347"/>
    <a:srgbClr val="FF9933"/>
    <a:srgbClr val="CC66FF"/>
    <a:srgbClr val="E34234"/>
    <a:srgbClr val="292929"/>
    <a:srgbClr val="FF7F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94" autoAdjust="0"/>
    <p:restoredTop sz="77500" autoAdjust="0"/>
  </p:normalViewPr>
  <p:slideViewPr>
    <p:cSldViewPr>
      <p:cViewPr varScale="1">
        <p:scale>
          <a:sx n="99" d="100"/>
          <a:sy n="99" d="100"/>
        </p:scale>
        <p:origin x="90" y="29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9404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4670BC-B8C6-44A7-84E1-23632D8FD86F}" type="datetimeFigureOut">
              <a:rPr kumimoji="1" lang="ja-JP" altLang="en-US" smtClean="0"/>
              <a:t>2026/5/24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10FDB7-3E02-4363-90B3-590B3C26A8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735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NOTE_CONTENT_FORMAT: 1.0</a:t>
            </a:r>
          </a:p>
          <a:p/>
          <a:p>
            <a:r>
              <a:t>===BLOCK===</a:t>
            </a:r>
          </a:p>
          <a:p>
            <a:r>
              <a:t>{{BLOCK:IMAGE}}</a:t>
            </a:r>
          </a:p>
          <a:p/>
          <a:p>
            <a:r>
              <a:t>export-image-mode: slide_with_rectpct</a:t>
            </a:r>
          </a:p>
          <a:p>
            <a:r>
              <a:t>export-image-target: exportrange</a:t>
            </a:r>
          </a:p>
          <a:p>
            <a:r>
              <a:t>export-image: extracted/figures/&lt;__BASEFILENAME__&gt;_slide&lt;__SLIDENUM__&gt;_fig.png</a:t>
            </a:r>
          </a:p>
          <a:p/>
          <a:p>
            <a:r>
              <a:t>===BLOCK===</a:t>
            </a:r>
          </a:p>
          <a:p>
            <a:r>
              <a:t>{{BLOCK:IMAGE}}</a:t>
            </a:r>
          </a:p>
          <a:p/>
          <a:p>
            <a:r>
              <a:t>export-image-mode: slide_with_rectpct</a:t>
            </a:r>
          </a:p>
          <a:p>
            <a:r>
              <a:t>export-image-target: keyvisual</a:t>
            </a:r>
          </a:p>
          <a:p>
            <a:r>
              <a:t>export-image: extracted/figures/&lt;__BASEFILENAME__&gt;_keyvisual.png</a:t>
            </a:r>
          </a:p>
          <a:p/>
          <a:p>
            <a:r>
              <a:t>===BLOCK===</a:t>
            </a:r>
          </a:p>
          <a:p>
            <a:r>
              <a:t>{{BLOCK:MD:LONG}}</a:t>
            </a:r>
          </a:p>
          <a:p/>
          <a:p>
            <a:r>
              <a:t>export-note: extracted/&lt;__BASEFILENAME__&gt;_slide&lt;__SLIDENUM__&gt;_md.md</a:t>
            </a:r>
          </a:p>
          <a:p>
            <a:r>
              <a:t>{{#id:section:&lt;__BASEFILENAME__&gt;:slide&lt;__SLIDENUM__&gt;}}</a:t>
            </a:r>
          </a:p>
          <a:p>
            <a:r>
              <a:t>## &lt;__TITLE__&gt;</a:t>
            </a:r>
          </a:p>
          <a:p/>
          <a:p>
            <a:r>
              <a:t>研修テキストのような資料を作るときは、配付資料にはすべての情報を載せず、講師用には載せておく、という2種類のテキストを作る必要があります。そこで使えるのが、指定したシェイプ（図形）をオプションにより自動削除する機能です。</a:t>
            </a:r>
          </a:p>
          <a:p/>
          <a:p>
            <a:r>
              <a:t>配付資料には載せたくないシェイプに特殊マーカーを記入しておくと、マージ時に一括して消去する機能です。</a:t>
            </a:r>
          </a:p>
          <a:p/>
          <a:p>
            <a:r>
              <a:t>結合指示書による on/off が可能で、起動時オプションでも設定できるので、講師用/受講者用の2種類を簡単に生成しわけられます。</a:t>
            </a:r>
          </a:p>
          <a:p/>
          <a:p>
            <a:r>
              <a:t>{{vspace:1}}</a:t>
            </a:r>
          </a:p>
          <a:p/>
          <a:p>
            <a:r>
              <a:t>::: {.center}</a:t>
            </a:r>
          </a:p>
          <a:p/>
          <a:p>
            <a:r>
              <a:t>![](figures/&lt;__BASEFILENAME__&gt;_slide&lt;__SLIDENUM__&gt;_fig.png){ width=95% }</a:t>
            </a:r>
          </a:p>
          <a:p/>
          <a:p>
            <a:r>
              <a:t>![](figures/&lt;__BASEFILENAME__&gt;_keyvisual.png){ width=80% }</a:t>
            </a:r>
          </a:p>
          <a:p/>
          <a:p/>
          <a:p>
            <a:r>
              <a:t>:::</a:t>
            </a:r>
          </a:p>
          <a:p/>
          <a:p>
            <a:r>
              <a:t>{{vspace:1}}</a:t>
            </a:r>
          </a:p>
          <a:p/>
          <a:p/>
          <a:p/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52249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689E0-5E9B-472B-B7BD-AE64F38D6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6738CB1-D726-F896-0A9D-2C54040B7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E1986DB-D5D8-73F3-72B8-6E68FB13E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NOTE_CONTENT_FORMAT: 1.0</a:t>
            </a:r>
          </a:p>
          <a:p/>
          <a:p>
            <a:r>
              <a:t>===BLOCK===</a:t>
            </a:r>
          </a:p>
          <a:p>
            <a:r>
              <a:t>{{BLOCK:IMAGE}}</a:t>
            </a:r>
          </a:p>
          <a:p/>
          <a:p>
            <a:r>
              <a:t>export-image-mode: slide_with_rectpct</a:t>
            </a:r>
          </a:p>
          <a:p>
            <a:r>
              <a:t>export-image-target: exportrange</a:t>
            </a:r>
          </a:p>
          <a:p>
            <a:r>
              <a:t>export-image: extracted/figures/&lt;__BASEFILENAME__&gt;_slide&lt;__SLIDENUM__&gt;_fig.png</a:t>
            </a:r>
          </a:p>
          <a:p/>
          <a:p>
            <a:r>
              <a:t>===BLOCK===</a:t>
            </a:r>
          </a:p>
          <a:p>
            <a:r>
              <a:t>{{BLOCK:MD:LONG}}</a:t>
            </a:r>
          </a:p>
          <a:p/>
          <a:p>
            <a:r>
              <a:t>export-note: extracted/&lt;__BASEFILENAME__&gt;_slide&lt;__SLIDENUM__&gt;_md.md</a:t>
            </a:r>
          </a:p>
          <a:p>
            <a:r>
              <a:t>{{#id:section:&lt;__BASEFILENAME__&gt;:slide&lt;__SLIDENUM__&gt;}}</a:t>
            </a:r>
          </a:p>
          <a:p>
            <a:r>
              <a:t>## &lt;__TITLE__&gt;</a:t>
            </a:r>
          </a:p>
          <a:p/>
          <a:p>
            <a:r>
              <a:t>消去したいシェイプの一部に #CSP# というマーカーを含めておくと、 recipe yamlの indexer.deletecsp 設定 または --deletecsp オプションにより自動的に消去できます。</a:t>
            </a:r>
          </a:p>
          <a:p/>
          <a:p>
            <a:r>
              <a:t>deletecsp がfalseまたは未指定の場合は、#CSP#マーカーだけが消去されます。</a:t>
            </a:r>
          </a:p>
          <a:p/>
          <a:p>
            <a:r>
              <a:t>{{vspace:1}}</a:t>
            </a:r>
          </a:p>
          <a:p/>
          <a:p>
            <a:r>
              <a:t>::: {.center}</a:t>
            </a:r>
          </a:p>
          <a:p/>
          <a:p>
            <a:r>
              <a:t>![](figures/&lt;__BASEFILENAME__&gt;_slide&lt;__SLIDENUM__&gt;_fig.png){ width=95% }</a:t>
            </a:r>
          </a:p>
          <a:p/>
          <a:p>
            <a:r>
              <a:t>:::</a:t>
            </a:r>
          </a:p>
          <a:p/>
          <a:p>
            <a:r>
              <a:t>{{vspace:1}}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195BA2A-49CF-5F98-CF1C-E12A268E7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10001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689E0-5E9B-472B-B7BD-AE64F38D6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6738CB1-D726-F896-0A9D-2C54040B7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E1986DB-D5D8-73F3-72B8-6E68FB13E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sz="140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195BA2A-49CF-5F98-CF1C-E12A268E7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34796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689E0-5E9B-472B-B7BD-AE64F38D6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6738CB1-D726-F896-0A9D-2C54040B7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E1986DB-D5D8-73F3-72B8-6E68FB13E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NOTE_CONTENT_FORMAT: 1.0</a:t>
            </a:r>
          </a:p>
          <a:p/>
          <a:p>
            <a:r>
              <a:t>===BLOCK===</a:t>
            </a:r>
          </a:p>
          <a:p>
            <a:r>
              <a:t>{{BLOCK:IMAGE}}</a:t>
            </a:r>
          </a:p>
          <a:p/>
          <a:p>
            <a:r>
              <a:t>export-image-mode: slide_with_rectpct</a:t>
            </a:r>
          </a:p>
          <a:p>
            <a:r>
              <a:t>export-image-target: exportrange</a:t>
            </a:r>
          </a:p>
          <a:p>
            <a:r>
              <a:t>export-image: extracted/figures/&lt;__BASEFILENAME__&gt;_slide&lt;__SLIDENUM__&gt;_fig.png</a:t>
            </a:r>
          </a:p>
          <a:p/>
          <a:p>
            <a:r>
              <a:t>===BLOCK===</a:t>
            </a:r>
          </a:p>
          <a:p>
            <a:r>
              <a:t>{{BLOCK:MD:LONG}}</a:t>
            </a:r>
          </a:p>
          <a:p/>
          <a:p>
            <a:r>
              <a:t>export-note: extracted/&lt;__BASEFILENAME__&gt;_slide&lt;__SLIDENUM__&gt;_md.md</a:t>
            </a:r>
          </a:p>
          <a:p>
            <a:r>
              <a:t>{{#id:section:&lt;__BASEFILENAME__&gt;:slide&lt;__SLIDENUM__&gt;}}</a:t>
            </a:r>
          </a:p>
          <a:p>
            <a:r>
              <a:t>## &lt;__TITLE__&gt;</a:t>
            </a:r>
          </a:p>
          <a:p/>
          <a:p>
            <a:r>
              <a:t>CSPマーカーの基本的な利用イメージです。左側が原本ファイル、deletecsl 有効なマージ後は右側の状態になります。</a:t>
            </a:r>
          </a:p>
          <a:p/>
          <a:p>
            <a:r>
              <a:t>グループ化したシェイプをまるごと削除するには 「グループ名」 にCSPマーカーを設定する必要があることに注意してください。</a:t>
            </a:r>
          </a:p>
          <a:p/>
          <a:p>
            <a:r>
              <a:t>{{vspace:1}}</a:t>
            </a:r>
          </a:p>
          <a:p/>
          <a:p>
            <a:r>
              <a:t>::: {.center}</a:t>
            </a:r>
          </a:p>
          <a:p/>
          <a:p>
            <a:r>
              <a:t>![](figures/&lt;__BASEFILENAME__&gt;_slide&lt;__SLIDENUM__&gt;_fig.png){ width=95% }</a:t>
            </a:r>
          </a:p>
          <a:p/>
          <a:p>
            <a:r>
              <a:t>:::</a:t>
            </a:r>
          </a:p>
          <a:p/>
          <a:p>
            <a:r>
              <a:t>{{vspace:1}}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195BA2A-49CF-5F98-CF1C-E12A268E7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49842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689E0-5E9B-472B-B7BD-AE64F38D6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6738CB1-D726-F896-0A9D-2C54040B7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E1986DB-D5D8-73F3-72B8-6E68FB13E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sz="140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195BA2A-49CF-5F98-CF1C-E12A268E7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57506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689E0-5E9B-472B-B7BD-AE64F38D6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6738CB1-D726-F896-0A9D-2C54040B7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E1986DB-D5D8-73F3-72B8-6E68FB13E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NOTE_CONTENT_FORMAT: 1.0</a:t>
            </a:r>
          </a:p>
          <a:p/>
          <a:p>
            <a:r>
              <a:t>===BLOCK===</a:t>
            </a:r>
          </a:p>
          <a:p>
            <a:r>
              <a:t>{{BLOCK:IMAGE}}</a:t>
            </a:r>
          </a:p>
          <a:p/>
          <a:p>
            <a:r>
              <a:t>export-image-mode: slide_with_rectpct</a:t>
            </a:r>
          </a:p>
          <a:p>
            <a:r>
              <a:t>export-image-target: exportrange</a:t>
            </a:r>
          </a:p>
          <a:p>
            <a:r>
              <a:t>export-image: extracted/figures/&lt;__BASEFILENAME__&gt;_slide&lt;__SLIDENUM__&gt;_fig.png</a:t>
            </a:r>
          </a:p>
          <a:p/>
          <a:p>
            <a:r>
              <a:t>===BLOCK===</a:t>
            </a:r>
          </a:p>
          <a:p>
            <a:r>
              <a:t>{{BLOCK:MD:LONG}}</a:t>
            </a:r>
          </a:p>
          <a:p/>
          <a:p>
            <a:r>
              <a:t>export-note: extracted/&lt;__BASEFILENAME__&gt;_slide&lt;__SLIDENUM__&gt;_md.md</a:t>
            </a:r>
          </a:p>
          <a:p>
            <a:r>
              <a:t>{{#id:section:&lt;__BASEFILENAME__&gt;:slide&lt;__SLIDENUM__&gt;}}</a:t>
            </a:r>
          </a:p>
          <a:p>
            <a:r>
              <a:t>## &lt;__TITLE__&gt;</a:t>
            </a:r>
          </a:p>
          <a:p/>
          <a:p>
            <a:r>
              <a:t>テーブルセルに CSPマーカーがある場合は、テーブルごと消去されます。</a:t>
            </a:r>
          </a:p>
          <a:p/>
          <a:p>
            <a:r>
              <a:t>{{vspace:1}}</a:t>
            </a:r>
          </a:p>
          <a:p/>
          <a:p>
            <a:r>
              <a:t>::: {.center}</a:t>
            </a:r>
          </a:p>
          <a:p/>
          <a:p>
            <a:r>
              <a:t>![](figures/&lt;__BASEFILENAME__&gt;_slide&lt;__SLIDENUM__&gt;_fig.png){ width=95% }</a:t>
            </a:r>
          </a:p>
          <a:p/>
          <a:p>
            <a:r>
              <a:t>:::</a:t>
            </a:r>
          </a:p>
          <a:p/>
          <a:p>
            <a:r>
              <a:t>{{vspace:1}}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195BA2A-49CF-5F98-CF1C-E12A268E7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16667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689E0-5E9B-472B-B7BD-AE64F38D6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6738CB1-D726-F896-0A9D-2C54040B7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E1986DB-D5D8-73F3-72B8-6E68FB13E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NOTE_CONTENT_FORMAT: 1.0</a:t>
            </a:r>
          </a:p>
          <a:p/>
          <a:p>
            <a:r>
              <a:t>===BLOCK===</a:t>
            </a:r>
          </a:p>
          <a:p>
            <a:r>
              <a:t>{{BLOCK:IMAGE}}</a:t>
            </a:r>
          </a:p>
          <a:p/>
          <a:p>
            <a:r>
              <a:t>export-image-mode: slide_with_rectpct</a:t>
            </a:r>
          </a:p>
          <a:p>
            <a:r>
              <a:t>export-image-target: exportrange</a:t>
            </a:r>
          </a:p>
          <a:p>
            <a:r>
              <a:t>export-image: extracted/figures/&lt;__BASEFILENAME__&gt;_slide&lt;__SLIDENUM__&gt;_fig.png</a:t>
            </a:r>
          </a:p>
          <a:p/>
          <a:p>
            <a:r>
              <a:t>===BLOCK===</a:t>
            </a:r>
          </a:p>
          <a:p>
            <a:r>
              <a:t>{{BLOCK:MD:LONG}}</a:t>
            </a:r>
          </a:p>
          <a:p/>
          <a:p>
            <a:r>
              <a:t>export-note: extracted/&lt;__BASEFILENAME__&gt;_slide&lt;__SLIDENUM__&gt;_md.md</a:t>
            </a:r>
          </a:p>
          <a:p>
            <a:r>
              <a:t>{{#id:section:&lt;__BASEFILENAME__&gt;:slide&lt;__SLIDENUM__&gt;}}</a:t>
            </a:r>
          </a:p>
          <a:p>
            <a:r>
              <a:t>## &lt;__TITLE__&gt;</a:t>
            </a:r>
          </a:p>
          <a:p/>
          <a:p>
            <a:r>
              <a:t>手書き記入用の穴埋め欄を作る場合など、　「シェイプは残して、文字列だけ消去したい」 場合は 「文字列」 を別シェイプで作って重ねてください。</a:t>
            </a:r>
          </a:p>
          <a:p/>
          <a:p>
            <a:r>
              <a:t>{{vspace:1}}</a:t>
            </a:r>
          </a:p>
          <a:p/>
          <a:p>
            <a:r>
              <a:t>::: {.center}</a:t>
            </a:r>
          </a:p>
          <a:p/>
          <a:p>
            <a:r>
              <a:t>![](figures/&lt;__BASEFILENAME__&gt;_slide&lt;__SLIDENUM__&gt;_fig.png){ width=95% }</a:t>
            </a:r>
          </a:p>
          <a:p/>
          <a:p>
            <a:r>
              <a:t>:::</a:t>
            </a:r>
          </a:p>
          <a:p/>
          <a:p>
            <a:r>
              <a:t>{{vspace:1}}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195BA2A-49CF-5F98-CF1C-E12A268E7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905971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07436" y="1524000"/>
            <a:ext cx="10164233" cy="1752600"/>
          </a:xfrm>
        </p:spPr>
        <p:txBody>
          <a:bodyPr/>
          <a:lstStyle>
            <a:lvl1pPr>
              <a:defRPr sz="4200">
                <a:solidFill>
                  <a:schemeClr val="tx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altLang="ja-JP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07834" y="3962400"/>
            <a:ext cx="7971367" cy="17526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2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サブタイトルの書式設定</a:t>
            </a:r>
            <a:endParaRPr lang="en-US" altLang="ja-JP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254D289-857E-022B-E722-6C7257F338BE}"/>
              </a:ext>
            </a:extLst>
          </p:cNvPr>
          <p:cNvSpPr/>
          <p:nvPr userDrawn="1"/>
        </p:nvSpPr>
        <p:spPr bwMode="auto">
          <a:xfrm>
            <a:off x="3312000" y="3666171"/>
            <a:ext cx="8328616" cy="91135"/>
          </a:xfrm>
          <a:prstGeom prst="roundRect">
            <a:avLst>
              <a:gd name="adj" fmla="val 49227"/>
            </a:avLst>
          </a:prstGeom>
          <a:solidFill>
            <a:srgbClr val="339966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03523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7348" y="6640021"/>
            <a:ext cx="5048251" cy="208483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648072"/>
          </a:xfrm>
        </p:spPr>
        <p:txBody>
          <a:bodyPr/>
          <a:lstStyle>
            <a:lvl1pPr>
              <a:defRPr sz="2800" b="1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09600" y="980728"/>
            <a:ext cx="10972800" cy="525658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669925" indent="-3254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 marL="1022350" indent="-3508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 marL="1339850" indent="-315913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 marL="1681163" indent="-339725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6BB55BAD-460C-3254-9DE7-B95DC62378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57564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VTW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/>
        </p:nvCxnSpPr>
        <p:spPr bwMode="auto">
          <a:xfrm>
            <a:off x="301057" y="833306"/>
            <a:ext cx="11616074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" name="タイトル 1">
            <a:extLst>
              <a:ext uri="{FF2B5EF4-FFF2-40B4-BE49-F238E27FC236}">
                <a16:creationId xmlns:a16="http://schemas.microsoft.com/office/drawing/2014/main" id="{5ED325D3-3CCE-5405-EA2A-09E70E70C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501352"/>
          </a:xfr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2F59FD7-9291-23C8-03A9-329B4C15CF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7348" y="6640021"/>
            <a:ext cx="5048251" cy="208483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91782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DDA252F-B76B-2A98-8A15-68FEF4A206C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Rectangle 5">
            <a:extLst>
              <a:ext uri="{FF2B5EF4-FFF2-40B4-BE49-F238E27FC236}">
                <a16:creationId xmlns:a16="http://schemas.microsoft.com/office/drawing/2014/main" id="{83FEA43B-F379-CB8A-0CC1-34E310D7DF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7F33519-DE7B-1578-63B1-C7F9384DEE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980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CCA1F410-EAC2-3B54-16CE-1F8AD3A292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9E8B39C-04D2-1AF7-9927-F5F6D4CA6F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08343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/>
          </p:nvPr>
        </p:nvSpPr>
        <p:spPr>
          <a:xfrm>
            <a:off x="609600" y="277813"/>
            <a:ext cx="10972800" cy="5853112"/>
          </a:xfrm>
          <a:prstGeom prst="rect">
            <a:avLst/>
          </a:prstGeo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1701D8-2655-4364-A1CC-F63E88A9B8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AFE0410-6CDA-6DC1-4B56-83230C7101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954691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98656" y="260648"/>
            <a:ext cx="10957984" cy="501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err="1"/>
              <a:t>マスタ</a:t>
            </a:r>
            <a:r>
              <a:rPr lang="en-US" altLang="ja-JP" dirty="0"/>
              <a:t> </a:t>
            </a:r>
            <a:r>
              <a:rPr lang="en-US" altLang="ja-JP" dirty="0" err="1"/>
              <a:t>タイトルの書式設定</a:t>
            </a:r>
            <a:endParaRPr lang="en-US" altLang="ja-JP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91A1ECCD-F85D-D247-549B-2E41B84C18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5532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8" r:id="rId3"/>
    <p:sldLayoutId id="2147483664" r:id="rId4"/>
    <p:sldLayoutId id="2147483666" r:id="rId5"/>
    <p:sldLayoutId id="2147483667" r:id="rId6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  <a:cs typeface="+mn-cs"/>
        </a:defRPr>
      </a:lvl1pPr>
      <a:lvl2pPr marL="669925" indent="-3254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0000"/>
        <a:buFont typeface="Wingdings" panose="05000000000000000000" pitchFamily="2" charset="2"/>
        <a:buChar char="n"/>
        <a:defRPr kumimoji="1" sz="18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2pPr>
      <a:lvl3pPr marL="1022350" indent="-3508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16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3pPr>
      <a:lvl4pPr marL="1339850" indent="-315913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0000"/>
        <a:buFont typeface="Wingdings" panose="05000000000000000000" pitchFamily="2" charset="2"/>
        <a:buChar char="n"/>
        <a:defRPr kumimoji="1" sz="14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4pPr>
      <a:lvl5pPr marL="1681163" indent="-339725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5000"/>
        <a:buFont typeface="Wingdings" panose="05000000000000000000" pitchFamily="2" charset="2"/>
        <a:buChar char="n"/>
        <a:defRPr kumimoji="1" sz="12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xportrange">
            <a:extLst>
              <a:ext uri="{FF2B5EF4-FFF2-40B4-BE49-F238E27FC236}">
                <a16:creationId xmlns:a16="http://schemas.microsoft.com/office/drawing/2014/main" id="{529A50A8-1F3A-A41C-C985-ED20EBA1628F}"/>
              </a:ext>
            </a:extLst>
          </p:cNvPr>
          <p:cNvSpPr/>
          <p:nvPr/>
        </p:nvSpPr>
        <p:spPr bwMode="auto">
          <a:xfrm>
            <a:off x="623392" y="880188"/>
            <a:ext cx="10824782" cy="2992484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keyvisual">
            <a:extLst>
              <a:ext uri="{FF2B5EF4-FFF2-40B4-BE49-F238E27FC236}">
                <a16:creationId xmlns:a16="http://schemas.microsoft.com/office/drawing/2014/main" id="{924F5799-1EE6-BA7D-2228-F962590F6FF7}"/>
              </a:ext>
            </a:extLst>
          </p:cNvPr>
          <p:cNvSpPr/>
          <p:nvPr/>
        </p:nvSpPr>
        <p:spPr bwMode="auto">
          <a:xfrm>
            <a:off x="983432" y="4047926"/>
            <a:ext cx="9716856" cy="240541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F2C10AA-AFC9-04E7-6FD9-0422F7162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指定したシェイプを消去する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D9D1AEB-A653-E353-2924-C43207266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4A9E561F-3202-EC6B-A845-34025BBBBFCE}"/>
              </a:ext>
            </a:extLst>
          </p:cNvPr>
          <p:cNvSpPr txBox="1"/>
          <p:nvPr/>
        </p:nvSpPr>
        <p:spPr bwMode="auto">
          <a:xfrm>
            <a:off x="2686070" y="1916832"/>
            <a:ext cx="83064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1600" kern="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pptmdmerge  pptmerge   delete_csp_recipe.yaml  --force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EE0158F8-3118-DE46-AA56-1D8CABAF59F4}"/>
              </a:ext>
            </a:extLst>
          </p:cNvPr>
          <p:cNvSpPr txBox="1"/>
          <p:nvPr/>
        </p:nvSpPr>
        <p:spPr bwMode="auto">
          <a:xfrm>
            <a:off x="739026" y="1916832"/>
            <a:ext cx="1828582" cy="3385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6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起動コマンド例</a:t>
            </a:r>
            <a:endParaRPr kumimoji="1" lang="en-US" altLang="ja-JP" sz="16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AE12C02D-E7B8-7F68-10F1-94D7D353FDA0}"/>
              </a:ext>
            </a:extLst>
          </p:cNvPr>
          <p:cNvSpPr txBox="1"/>
          <p:nvPr/>
        </p:nvSpPr>
        <p:spPr bwMode="auto">
          <a:xfrm>
            <a:off x="2686070" y="1042744"/>
            <a:ext cx="175374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pptmerge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7FE60B26-1C28-91A1-533D-80CB752E0150}"/>
              </a:ext>
            </a:extLst>
          </p:cNvPr>
          <p:cNvSpPr txBox="1"/>
          <p:nvPr/>
        </p:nvSpPr>
        <p:spPr bwMode="auto">
          <a:xfrm>
            <a:off x="739026" y="1042744"/>
            <a:ext cx="1828582" cy="3385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6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サブコマンド名</a:t>
            </a:r>
            <a:endParaRPr kumimoji="1" lang="en-US" altLang="ja-JP" sz="16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B27F4962-5E63-7FA3-1DEE-0DC3FD751080}"/>
              </a:ext>
            </a:extLst>
          </p:cNvPr>
          <p:cNvSpPr txBox="1"/>
          <p:nvPr/>
        </p:nvSpPr>
        <p:spPr bwMode="auto">
          <a:xfrm>
            <a:off x="739026" y="1484784"/>
            <a:ext cx="1828582" cy="3385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6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機能概要</a:t>
            </a:r>
            <a:endParaRPr kumimoji="1" lang="en-US" altLang="ja-JP" sz="16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0D7BFA0D-1443-45A8-6C2B-3DCA36B4EDFB}"/>
              </a:ext>
            </a:extLst>
          </p:cNvPr>
          <p:cNvSpPr txBox="1"/>
          <p:nvPr/>
        </p:nvSpPr>
        <p:spPr bwMode="auto">
          <a:xfrm>
            <a:off x="2686070" y="1484784"/>
            <a:ext cx="830647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.pptx 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ファイル中の一部のシェイプ</a:t>
            </a:r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図形）を一括して消去する</a:t>
            </a:r>
            <a:endParaRPr kumimoji="1" lang="en-US" altLang="ja-JP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D945FCB6-CA3A-FC29-44E0-9550E5D3849C}"/>
              </a:ext>
            </a:extLst>
          </p:cNvPr>
          <p:cNvSpPr txBox="1"/>
          <p:nvPr/>
        </p:nvSpPr>
        <p:spPr bwMode="auto">
          <a:xfrm>
            <a:off x="2686070" y="2338265"/>
            <a:ext cx="83064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1600" kern="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"deletecsp"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D24990FC-3ADD-D38C-1E73-075BCF1E9CDF}"/>
              </a:ext>
            </a:extLst>
          </p:cNvPr>
          <p:cNvSpPr txBox="1"/>
          <p:nvPr/>
        </p:nvSpPr>
        <p:spPr bwMode="auto">
          <a:xfrm>
            <a:off x="739026" y="2338265"/>
            <a:ext cx="1828582" cy="3385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16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関連キーワード</a:t>
            </a:r>
            <a:endParaRPr kumimoji="1" lang="en-US" altLang="ja-JP" sz="16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73B6D62-BDC9-6F7C-180D-CB981C27FAC5}"/>
              </a:ext>
            </a:extLst>
          </p:cNvPr>
          <p:cNvSpPr txBox="1"/>
          <p:nvPr/>
        </p:nvSpPr>
        <p:spPr bwMode="auto">
          <a:xfrm>
            <a:off x="5471509" y="1042744"/>
            <a:ext cx="1828582" cy="3385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6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サンプルフォルダ</a:t>
            </a:r>
            <a:endParaRPr kumimoji="1" lang="en-US" altLang="ja-JP" sz="16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6602273-ABE3-64F1-05A5-0BAA2D0ED607}"/>
              </a:ext>
            </a:extLst>
          </p:cNvPr>
          <p:cNvSpPr txBox="1"/>
          <p:nvPr/>
        </p:nvSpPr>
        <p:spPr bwMode="auto">
          <a:xfrm>
            <a:off x="7582968" y="1042744"/>
            <a:ext cx="386520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pm8_delete_csp</a:t>
            </a:r>
            <a:endParaRPr kumimoji="1" lang="en-US" altLang="ja-JP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794FF00-9966-41F4-5D7D-B53B4EDAF55A}"/>
              </a:ext>
            </a:extLst>
          </p:cNvPr>
          <p:cNvSpPr/>
          <p:nvPr/>
        </p:nvSpPr>
        <p:spPr bwMode="auto">
          <a:xfrm>
            <a:off x="1271464" y="4251531"/>
            <a:ext cx="3384376" cy="1790208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2C9ACB5F-6AE0-616F-335C-CC4FA98345A2}"/>
              </a:ext>
            </a:extLst>
          </p:cNvPr>
          <p:cNvCxnSpPr/>
          <p:nvPr/>
        </p:nvCxnSpPr>
        <p:spPr bwMode="auto">
          <a:xfrm>
            <a:off x="1559496" y="4601579"/>
            <a:ext cx="2808312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BAD29BC-7311-43C1-6B8E-A9A9ECC416A1}"/>
              </a:ext>
            </a:extLst>
          </p:cNvPr>
          <p:cNvSpPr txBox="1"/>
          <p:nvPr/>
        </p:nvSpPr>
        <p:spPr bwMode="auto">
          <a:xfrm>
            <a:off x="2194791" y="4251531"/>
            <a:ext cx="14401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スライド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49F2FAEE-119C-7734-CEE1-71E7D2F4B9AC}"/>
              </a:ext>
            </a:extLst>
          </p:cNvPr>
          <p:cNvSpPr/>
          <p:nvPr/>
        </p:nvSpPr>
        <p:spPr bwMode="auto">
          <a:xfrm>
            <a:off x="1498138" y="4855120"/>
            <a:ext cx="1368747" cy="92611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消える</a:t>
            </a:r>
            <a:endParaRPr kumimoji="1" lang="en-US" altLang="ja-JP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#CSP#</a:t>
            </a: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14075A38-2EB4-720C-F721-5529B50EA98C}"/>
              </a:ext>
            </a:extLst>
          </p:cNvPr>
          <p:cNvSpPr/>
          <p:nvPr/>
        </p:nvSpPr>
        <p:spPr bwMode="auto">
          <a:xfrm>
            <a:off x="3007469" y="4849813"/>
            <a:ext cx="1368747" cy="92611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消えない</a:t>
            </a: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4BD4D663-FF65-EFE1-7947-EE8C75BFDD9E}"/>
              </a:ext>
            </a:extLst>
          </p:cNvPr>
          <p:cNvCxnSpPr/>
          <p:nvPr/>
        </p:nvCxnSpPr>
        <p:spPr bwMode="auto">
          <a:xfrm>
            <a:off x="4943872" y="4844310"/>
            <a:ext cx="1728192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51079AC3-AD7F-4092-01C7-3C58CADE4770}"/>
              </a:ext>
            </a:extLst>
          </p:cNvPr>
          <p:cNvSpPr txBox="1"/>
          <p:nvPr/>
        </p:nvSpPr>
        <p:spPr bwMode="auto">
          <a:xfrm>
            <a:off x="5150679" y="4455235"/>
            <a:ext cx="144937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pptmerge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C4C4AFB3-D943-B40C-E60F-D04AF3BA9880}"/>
              </a:ext>
            </a:extLst>
          </p:cNvPr>
          <p:cNvSpPr/>
          <p:nvPr/>
        </p:nvSpPr>
        <p:spPr bwMode="auto">
          <a:xfrm>
            <a:off x="6960096" y="4251531"/>
            <a:ext cx="3384376" cy="1790208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909455DC-40B9-58CF-582A-9A434F1A34E0}"/>
              </a:ext>
            </a:extLst>
          </p:cNvPr>
          <p:cNvCxnSpPr/>
          <p:nvPr/>
        </p:nvCxnSpPr>
        <p:spPr bwMode="auto">
          <a:xfrm>
            <a:off x="7248128" y="4601579"/>
            <a:ext cx="2808312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C3823F69-CDED-D90E-2C23-7870AD792A9F}"/>
              </a:ext>
            </a:extLst>
          </p:cNvPr>
          <p:cNvSpPr txBox="1"/>
          <p:nvPr/>
        </p:nvSpPr>
        <p:spPr bwMode="auto">
          <a:xfrm>
            <a:off x="7883423" y="4251531"/>
            <a:ext cx="14401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スライド</a:t>
            </a: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99730DFA-F6FA-77EC-0CD7-614B4DCCA045}"/>
              </a:ext>
            </a:extLst>
          </p:cNvPr>
          <p:cNvSpPr/>
          <p:nvPr/>
        </p:nvSpPr>
        <p:spPr bwMode="auto">
          <a:xfrm>
            <a:off x="8696101" y="4849813"/>
            <a:ext cx="1368747" cy="92611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消えない</a:t>
            </a: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CA0C2FB3-8BB1-4FD0-3674-50875B24A1C7}"/>
              </a:ext>
            </a:extLst>
          </p:cNvPr>
          <p:cNvSpPr txBox="1"/>
          <p:nvPr/>
        </p:nvSpPr>
        <p:spPr bwMode="auto">
          <a:xfrm>
            <a:off x="4814350" y="5158247"/>
            <a:ext cx="212203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#CSP#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という文字列を含むシェイプを消去します</a:t>
            </a:r>
            <a:endParaRPr kumimoji="1" lang="en-US" altLang="ja-JP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82228F74-F580-3895-96FF-5E2FD4895E1D}"/>
              </a:ext>
            </a:extLst>
          </p:cNvPr>
          <p:cNvSpPr txBox="1"/>
          <p:nvPr/>
        </p:nvSpPr>
        <p:spPr bwMode="auto">
          <a:xfrm>
            <a:off x="739026" y="3093345"/>
            <a:ext cx="1070914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配付資料には載せたくないシェイプに特殊マーカーを記入しておくと、マージ時に一括して消去する機能です。結合指示書による </a:t>
            </a:r>
            <a:r>
              <a:rPr kumimoji="1" lang="en-US" altLang="ja-JP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on/off </a:t>
            </a:r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が可能で、起動時オプションでも設定できます。</a:t>
            </a:r>
            <a:endParaRPr lang="ja-JP" altLang="en-US"/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43F09F25-B315-1629-F43A-B23C807C08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1712" y="4851792"/>
            <a:ext cx="1377815" cy="932769"/>
          </a:xfrm>
          <a:prstGeom prst="rect">
            <a:avLst/>
          </a:prstGeom>
        </p:spPr>
      </p:pic>
      <p:pic>
        <p:nvPicPr>
          <p:cNvPr id="52" name="図 51">
            <a:extLst>
              <a:ext uri="{FF2B5EF4-FFF2-40B4-BE49-F238E27FC236}">
                <a16:creationId xmlns:a16="http://schemas.microsoft.com/office/drawing/2014/main" id="{2981B563-F165-D7D6-E90F-24B36D0FFF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8213" y="5128347"/>
            <a:ext cx="2158171" cy="92057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371D7EF-33B4-93E8-4DF3-6D8D09C1490B}"/>
              </a:ext>
            </a:extLst>
          </p:cNvPr>
          <p:cNvSpPr/>
          <p:nvPr/>
        </p:nvSpPr>
        <p:spPr bwMode="auto">
          <a:xfrm>
            <a:off x="8193680" y="195005"/>
            <a:ext cx="3672408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fr-FR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&lt;__FILENAME__&gt;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65428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B8CEF-EB1F-92D8-20E7-01D60BF24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xportrange">
            <a:extLst>
              <a:ext uri="{FF2B5EF4-FFF2-40B4-BE49-F238E27FC236}">
                <a16:creationId xmlns:a16="http://schemas.microsoft.com/office/drawing/2014/main" id="{A50AF8F2-8D4D-5ABB-5BF8-FF513D3FD2A0}"/>
              </a:ext>
            </a:extLst>
          </p:cNvPr>
          <p:cNvSpPr/>
          <p:nvPr/>
        </p:nvSpPr>
        <p:spPr bwMode="auto">
          <a:xfrm>
            <a:off x="767408" y="1030273"/>
            <a:ext cx="10525936" cy="5371184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F4A9151-DA4C-B15B-54CA-D35D3D81B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消去したいシェイプに</a:t>
            </a:r>
            <a:r>
              <a:rPr lang="en-US" altLang="ja-JP"/>
              <a:t>CSP</a:t>
            </a:r>
            <a:r>
              <a:rPr lang="ja-JP" altLang="en-US"/>
              <a:t>マーカーを入れておく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7C458A0-5F70-95B8-9097-58CA8CE1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開米瑞浩</a:t>
            </a:r>
            <a:endParaRPr lang="ja-JP" altLang="en-US" dirty="0"/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4F2732AD-83B2-A3F8-92A8-33576BE21741}"/>
              </a:ext>
            </a:extLst>
          </p:cNvPr>
          <p:cNvSpPr txBox="1"/>
          <p:nvPr/>
        </p:nvSpPr>
        <p:spPr bwMode="auto">
          <a:xfrm>
            <a:off x="3215680" y="2336107"/>
            <a:ext cx="7745780" cy="1268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消去したいシェイプの一部に </a:t>
            </a: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#CSP# 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というマーカーを含めておくと、 </a:t>
            </a: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recipe yaml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 </a:t>
            </a: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indexer.deletecsp 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設定 または </a:t>
            </a: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--deletecsp 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オプションにより自動的に消去できます。</a:t>
            </a:r>
            <a:endParaRPr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5DC1B9A-8FB8-FB97-28B6-305D4EADCFB0}"/>
              </a:ext>
            </a:extLst>
          </p:cNvPr>
          <p:cNvSpPr txBox="1"/>
          <p:nvPr/>
        </p:nvSpPr>
        <p:spPr bwMode="auto">
          <a:xfrm>
            <a:off x="898656" y="1030273"/>
            <a:ext cx="9185940" cy="475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deletecsp </a:t>
            </a:r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使用例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26F56C2-F615-0825-7760-2CA1453B0D97}"/>
              </a:ext>
            </a:extLst>
          </p:cNvPr>
          <p:cNvSpPr/>
          <p:nvPr/>
        </p:nvSpPr>
        <p:spPr bwMode="auto">
          <a:xfrm>
            <a:off x="1127448" y="1700808"/>
            <a:ext cx="1728192" cy="1045557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シェイプが</a:t>
            </a:r>
            <a:endParaRPr kumimoji="1" lang="en-US" altLang="ja-JP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消去されます</a:t>
            </a:r>
            <a:endParaRPr kumimoji="1" lang="en-US" altLang="ja-JP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 eaLnBrk="1" hangingPunct="1"/>
            <a:r>
              <a:rPr lang="en-US" altLang="ja-JP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#CSP#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9AE6F83-825E-79B4-09F9-E0EB7B4E40A0}"/>
              </a:ext>
            </a:extLst>
          </p:cNvPr>
          <p:cNvSpPr txBox="1"/>
          <p:nvPr/>
        </p:nvSpPr>
        <p:spPr bwMode="auto">
          <a:xfrm>
            <a:off x="898656" y="4483343"/>
            <a:ext cx="9185940" cy="475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対応する </a:t>
            </a:r>
            <a:r>
              <a:rPr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recipe yaml </a:t>
            </a:r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定義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98D04D1-D836-DBF7-F8B8-C405A1062887}"/>
              </a:ext>
            </a:extLst>
          </p:cNvPr>
          <p:cNvSpPr/>
          <p:nvPr/>
        </p:nvSpPr>
        <p:spPr bwMode="auto">
          <a:xfrm>
            <a:off x="925138" y="5047796"/>
            <a:ext cx="10067406" cy="6124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ja-JP" sz="1600"/>
              <a:t>indexer:</a:t>
            </a:r>
          </a:p>
          <a:p>
            <a:r>
              <a:rPr lang="en-US" altLang="ja-JP" sz="1600"/>
              <a:t>  deletecsp: true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8939488-BDEF-8472-6B17-270C81648841}"/>
              </a:ext>
            </a:extLst>
          </p:cNvPr>
          <p:cNvSpPr txBox="1"/>
          <p:nvPr/>
        </p:nvSpPr>
        <p:spPr bwMode="auto">
          <a:xfrm>
            <a:off x="1844255" y="3966212"/>
            <a:ext cx="8575498" cy="398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1600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（ただし、このスライドでは画像を重ねているので、消去されていないかのように見えますが）</a:t>
            </a:r>
            <a:endParaRPr lang="en-US" altLang="ja-JP" sz="1600" kern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952639F8-A05B-A5F8-AB12-962A8D9D1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206" y="2348880"/>
            <a:ext cx="7797460" cy="1359526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1FDF7AA6-8784-6445-963B-4CB5219C83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268" y="1691594"/>
            <a:ext cx="1828959" cy="1146147"/>
          </a:xfrm>
          <a:prstGeom prst="rect">
            <a:avLst/>
          </a:prstGeom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5FBC4C3-1EE1-CBBA-C82D-F7D048AAAB96}"/>
              </a:ext>
            </a:extLst>
          </p:cNvPr>
          <p:cNvSpPr txBox="1"/>
          <p:nvPr/>
        </p:nvSpPr>
        <p:spPr bwMode="auto">
          <a:xfrm>
            <a:off x="925138" y="5896233"/>
            <a:ext cx="9185940" cy="475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deletecsp </a:t>
            </a:r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</a:t>
            </a:r>
            <a:r>
              <a:rPr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false</a:t>
            </a:r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または未指定の場合は、</a:t>
            </a:r>
            <a:r>
              <a:rPr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CSP</a:t>
            </a:r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マーカーだけが消去されます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16C872B0-8F5A-FD2C-16DE-E75E261E7A12}"/>
              </a:ext>
            </a:extLst>
          </p:cNvPr>
          <p:cNvCxnSpPr>
            <a:cxnSpLocks/>
          </p:cNvCxnSpPr>
          <p:nvPr/>
        </p:nvCxnSpPr>
        <p:spPr bwMode="auto">
          <a:xfrm flipH="1">
            <a:off x="2597066" y="2580981"/>
            <a:ext cx="589156" cy="0"/>
          </a:xfrm>
          <a:prstGeom prst="straightConnector1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2C6E828-0982-D193-8C81-7D3BC61509D1}"/>
              </a:ext>
            </a:extLst>
          </p:cNvPr>
          <p:cNvSpPr/>
          <p:nvPr/>
        </p:nvSpPr>
        <p:spPr bwMode="auto">
          <a:xfrm>
            <a:off x="9624392" y="195005"/>
            <a:ext cx="2241696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fr-FR" altLang="ja-JP" sz="11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&lt;__FILENAME__&gt;</a:t>
            </a:r>
            <a:endParaRPr kumimoji="1" lang="ja-JP" altLang="en-US" sz="11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2974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B8CEF-EB1F-92D8-20E7-01D60BF24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4A9151-DA4C-B15B-54CA-D35D3D81B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CSP</a:t>
            </a:r>
            <a:r>
              <a:rPr kumimoji="1" lang="ja-JP" altLang="en-US"/>
              <a:t>マーカー利用例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7C458A0-5F70-95B8-9097-58CA8CE1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開米瑞浩</a:t>
            </a:r>
            <a:endParaRPr lang="ja-JP" altLang="en-US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461AA3C-FED8-6610-9EDC-B512A33CCCD2}"/>
              </a:ext>
            </a:extLst>
          </p:cNvPr>
          <p:cNvSpPr/>
          <p:nvPr/>
        </p:nvSpPr>
        <p:spPr bwMode="auto">
          <a:xfrm>
            <a:off x="7248128" y="1580653"/>
            <a:ext cx="4104456" cy="724942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消去される</a:t>
            </a:r>
            <a:endParaRPr kumimoji="1" lang="en-US" altLang="ja-JP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 eaLnBrk="1" hangingPunct="1"/>
            <a:r>
              <a:rPr lang="en-US" altLang="ja-JP" sz="180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#CSP#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10A3114-A38A-8065-6151-33410972B96B}"/>
              </a:ext>
            </a:extLst>
          </p:cNvPr>
          <p:cNvSpPr/>
          <p:nvPr/>
        </p:nvSpPr>
        <p:spPr bwMode="auto">
          <a:xfrm>
            <a:off x="7248128" y="2451681"/>
            <a:ext cx="4104456" cy="724942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消去されない</a:t>
            </a:r>
            <a:endParaRPr kumimoji="1" lang="en-US" altLang="ja-JP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BD1F5CDD-37D6-B133-AF79-D13E3744E6EE}"/>
              </a:ext>
            </a:extLst>
          </p:cNvPr>
          <p:cNvGrpSpPr/>
          <p:nvPr/>
        </p:nvGrpSpPr>
        <p:grpSpPr>
          <a:xfrm>
            <a:off x="7248128" y="3402492"/>
            <a:ext cx="4104456" cy="1114076"/>
            <a:chOff x="1127448" y="3272554"/>
            <a:chExt cx="4824536" cy="1217265"/>
          </a:xfrm>
        </p:grpSpPr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2D8C2E7C-0A7D-80ED-2744-7877D0E54A77}"/>
                </a:ext>
              </a:extLst>
            </p:cNvPr>
            <p:cNvSpPr/>
            <p:nvPr/>
          </p:nvSpPr>
          <p:spPr bwMode="auto">
            <a:xfrm>
              <a:off x="1127448" y="3272554"/>
              <a:ext cx="4824536" cy="1217265"/>
            </a:xfrm>
            <a:prstGeom prst="rect">
              <a:avLst/>
            </a:prstGeom>
            <a:solidFill>
              <a:srgbClr val="99FFCC"/>
            </a:solidFill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altLang="ja-JP" sz="180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EFB296FC-795B-A978-63CF-8FF1530ECEB2}"/>
                </a:ext>
              </a:extLst>
            </p:cNvPr>
            <p:cNvSpPr/>
            <p:nvPr/>
          </p:nvSpPr>
          <p:spPr bwMode="auto">
            <a:xfrm>
              <a:off x="1487488" y="3432171"/>
              <a:ext cx="1872208" cy="958427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ja-JP" altLang="en-US" sz="1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グループ要素Ａ</a:t>
              </a:r>
              <a:endParaRPr kumimoji="1" lang="en-US" altLang="ja-JP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ja-JP" sz="1800">
                  <a:solidFill>
                    <a:schemeClr val="accent2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#CSP#</a:t>
              </a: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FD63A071-5410-804C-B2DC-5E622FEAAAE8}"/>
                </a:ext>
              </a:extLst>
            </p:cNvPr>
            <p:cNvSpPr/>
            <p:nvPr/>
          </p:nvSpPr>
          <p:spPr bwMode="auto">
            <a:xfrm>
              <a:off x="3719736" y="3432171"/>
              <a:ext cx="1872208" cy="958427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ja-JP" altLang="en-US" sz="1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グループ要素Ｂ</a:t>
              </a:r>
              <a:endParaRPr kumimoji="1" lang="en-US" altLang="ja-JP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</p:grpSp>
      <p:grpSp>
        <p:nvGrpSpPr>
          <p:cNvPr id="19" name="#CSP#">
            <a:extLst>
              <a:ext uri="{FF2B5EF4-FFF2-40B4-BE49-F238E27FC236}">
                <a16:creationId xmlns:a16="http://schemas.microsoft.com/office/drawing/2014/main" id="{CBE5BB22-FDF8-FB27-1121-66CCD3F31153}"/>
              </a:ext>
            </a:extLst>
          </p:cNvPr>
          <p:cNvGrpSpPr/>
          <p:nvPr/>
        </p:nvGrpSpPr>
        <p:grpSpPr>
          <a:xfrm>
            <a:off x="7248128" y="4742438"/>
            <a:ext cx="4104456" cy="1114076"/>
            <a:chOff x="1127448" y="4736610"/>
            <a:chExt cx="4824536" cy="1217265"/>
          </a:xfrm>
        </p:grpSpPr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6214D66A-A1D6-DE76-F35E-D6055C079229}"/>
                </a:ext>
              </a:extLst>
            </p:cNvPr>
            <p:cNvSpPr/>
            <p:nvPr/>
          </p:nvSpPr>
          <p:spPr bwMode="auto">
            <a:xfrm>
              <a:off x="1127448" y="4736610"/>
              <a:ext cx="4824536" cy="1217265"/>
            </a:xfrm>
            <a:prstGeom prst="rect">
              <a:avLst/>
            </a:prstGeom>
            <a:solidFill>
              <a:srgbClr val="99FFCC"/>
            </a:solidFill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ja-JP" altLang="en-US" sz="180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グループ名に</a:t>
              </a:r>
              <a:endParaRPr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  <a:p>
              <a:pPr algn="ctr" eaLnBrk="1" hangingPunct="1"/>
              <a:r>
                <a:rPr lang="ja-JP" altLang="en-US" sz="180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マーカー</a:t>
              </a:r>
              <a:endParaRPr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  <a:p>
              <a:pPr algn="ctr" eaLnBrk="1" hangingPunct="1"/>
              <a:r>
                <a:rPr lang="ja-JP" altLang="en-US" sz="180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を設定</a:t>
              </a:r>
              <a:endParaRPr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63215BAE-F25E-A6B1-7CDD-D1984859EF1E}"/>
                </a:ext>
              </a:extLst>
            </p:cNvPr>
            <p:cNvSpPr/>
            <p:nvPr/>
          </p:nvSpPr>
          <p:spPr bwMode="auto">
            <a:xfrm>
              <a:off x="1482305" y="4869160"/>
              <a:ext cx="1162494" cy="936104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ja-JP" altLang="en-US" sz="180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グループ</a:t>
              </a:r>
              <a:endParaRPr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  <a:p>
              <a:pPr algn="ctr" eaLnBrk="1" hangingPunct="1"/>
              <a:r>
                <a:rPr lang="ja-JP" altLang="en-US" sz="180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要素Ａ</a:t>
              </a:r>
              <a:endParaRPr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F1C01303-E69D-DA55-C7F3-297F5B7DD11F}"/>
                </a:ext>
              </a:extLst>
            </p:cNvPr>
            <p:cNvSpPr/>
            <p:nvPr/>
          </p:nvSpPr>
          <p:spPr bwMode="auto">
            <a:xfrm>
              <a:off x="4429450" y="4869160"/>
              <a:ext cx="1162494" cy="936104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ja-JP" altLang="en-US" sz="180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グループ</a:t>
              </a:r>
              <a:endParaRPr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  <a:p>
              <a:pPr algn="ctr" eaLnBrk="1" hangingPunct="1"/>
              <a:r>
                <a:rPr lang="ja-JP" altLang="en-US" sz="180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要素Ｂ</a:t>
              </a:r>
              <a:endParaRPr kumimoji="1" lang="en-US" altLang="ja-JP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BD98656-9BFA-A2CD-5236-6CF47B013224}"/>
              </a:ext>
            </a:extLst>
          </p:cNvPr>
          <p:cNvSpPr txBox="1"/>
          <p:nvPr/>
        </p:nvSpPr>
        <p:spPr bwMode="auto">
          <a:xfrm>
            <a:off x="942078" y="1085126"/>
            <a:ext cx="388843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こちらは画像なので消去されません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D10E409-3071-17FD-0AC3-936F67920368}"/>
              </a:ext>
            </a:extLst>
          </p:cNvPr>
          <p:cNvSpPr txBox="1"/>
          <p:nvPr/>
        </p:nvSpPr>
        <p:spPr bwMode="auto">
          <a:xfrm>
            <a:off x="7219325" y="1085126"/>
            <a:ext cx="42772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こちらはシェイプなので消去されます</a:t>
            </a:r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66F33186-47EA-3B50-5A0C-6C682C39418C}"/>
              </a:ext>
            </a:extLst>
          </p:cNvPr>
          <p:cNvCxnSpPr/>
          <p:nvPr/>
        </p:nvCxnSpPr>
        <p:spPr bwMode="auto">
          <a:xfrm>
            <a:off x="5447928" y="1824067"/>
            <a:ext cx="1296144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63396F8B-3791-BEBB-7832-174AEAAC1532}"/>
              </a:ext>
            </a:extLst>
          </p:cNvPr>
          <p:cNvCxnSpPr/>
          <p:nvPr/>
        </p:nvCxnSpPr>
        <p:spPr bwMode="auto">
          <a:xfrm>
            <a:off x="5447928" y="2763686"/>
            <a:ext cx="1296144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AC49B46B-3DD2-0DE5-9781-B980A95D7A72}"/>
              </a:ext>
            </a:extLst>
          </p:cNvPr>
          <p:cNvCxnSpPr/>
          <p:nvPr/>
        </p:nvCxnSpPr>
        <p:spPr bwMode="auto">
          <a:xfrm>
            <a:off x="5447928" y="4015151"/>
            <a:ext cx="1296144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268F0199-3CA9-474E-247C-E59ADEB679CE}"/>
              </a:ext>
            </a:extLst>
          </p:cNvPr>
          <p:cNvCxnSpPr/>
          <p:nvPr/>
        </p:nvCxnSpPr>
        <p:spPr bwMode="auto">
          <a:xfrm>
            <a:off x="5447928" y="5491295"/>
            <a:ext cx="1296144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721A9DDF-8D8C-4877-ABB1-6E6BCAC2EFE8}"/>
              </a:ext>
            </a:extLst>
          </p:cNvPr>
          <p:cNvSpPr txBox="1"/>
          <p:nvPr/>
        </p:nvSpPr>
        <p:spPr bwMode="auto">
          <a:xfrm>
            <a:off x="1596273" y="6021288"/>
            <a:ext cx="965832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グループ化したシェイプ群をまるごと消去するには、</a:t>
            </a:r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[</a:t>
            </a:r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編集</a:t>
            </a:r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]</a:t>
            </a:r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→</a:t>
            </a:r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[</a:t>
            </a:r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選択</a:t>
            </a:r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]</a:t>
            </a:r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→</a:t>
            </a:r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[</a:t>
            </a:r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オブジェクトの選択と表示</a:t>
            </a:r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]</a:t>
            </a:r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で出てくるグループ名を、</a:t>
            </a:r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CSP</a:t>
            </a:r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マーカーを含む名前に変更してください</a:t>
            </a:r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423A4CA7-47CB-B3C5-CC17-715A1079E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707" y="1585316"/>
            <a:ext cx="4115157" cy="4291956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DF14626-9289-4113-E121-E3F173BD397B}"/>
              </a:ext>
            </a:extLst>
          </p:cNvPr>
          <p:cNvSpPr/>
          <p:nvPr/>
        </p:nvSpPr>
        <p:spPr bwMode="auto">
          <a:xfrm>
            <a:off x="9624392" y="195005"/>
            <a:ext cx="2241696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fr-FR" altLang="ja-JP" sz="11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&lt;__FILENAME__&gt;</a:t>
            </a:r>
            <a:endParaRPr kumimoji="1" lang="ja-JP" altLang="en-US" sz="11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552777D-8381-0B62-0882-BA76E400BD2A}"/>
              </a:ext>
            </a:extLst>
          </p:cNvPr>
          <p:cNvSpPr txBox="1"/>
          <p:nvPr/>
        </p:nvSpPr>
        <p:spPr bwMode="auto">
          <a:xfrm>
            <a:off x="9580" y="9496"/>
            <a:ext cx="2918068" cy="3385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PPTX</a:t>
            </a:r>
            <a:r>
              <a:rPr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用スライド  </a:t>
            </a:r>
            <a:r>
              <a:rPr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#CSP#</a:t>
            </a:r>
            <a:endParaRPr lang="ja-JP" altLang="en-US" sz="16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32557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B8CEF-EB1F-92D8-20E7-01D60BF24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xportrange">
            <a:extLst>
              <a:ext uri="{FF2B5EF4-FFF2-40B4-BE49-F238E27FC236}">
                <a16:creationId xmlns:a16="http://schemas.microsoft.com/office/drawing/2014/main" id="{37FC1F21-28D4-3DC6-A752-A820C413BAB5}"/>
              </a:ext>
            </a:extLst>
          </p:cNvPr>
          <p:cNvSpPr/>
          <p:nvPr/>
        </p:nvSpPr>
        <p:spPr bwMode="auto">
          <a:xfrm>
            <a:off x="623392" y="1012197"/>
            <a:ext cx="10824782" cy="5650798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F4A9151-DA4C-B15B-54CA-D35D3D81B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CSP</a:t>
            </a:r>
            <a:r>
              <a:rPr kumimoji="1" lang="ja-JP" altLang="en-US"/>
              <a:t>マーカー利用例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7C458A0-5F70-95B8-9097-58CA8CE1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開米瑞浩</a:t>
            </a:r>
            <a:endParaRPr lang="ja-JP" altLang="en-US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10A3114-A38A-8065-6151-33410972B96B}"/>
              </a:ext>
            </a:extLst>
          </p:cNvPr>
          <p:cNvSpPr/>
          <p:nvPr/>
        </p:nvSpPr>
        <p:spPr bwMode="auto">
          <a:xfrm>
            <a:off x="7248128" y="2451681"/>
            <a:ext cx="4104456" cy="724942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消去されない</a:t>
            </a:r>
            <a:endParaRPr kumimoji="1" lang="en-US" altLang="ja-JP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BD1F5CDD-37D6-B133-AF79-D13E3744E6EE}"/>
              </a:ext>
            </a:extLst>
          </p:cNvPr>
          <p:cNvGrpSpPr/>
          <p:nvPr/>
        </p:nvGrpSpPr>
        <p:grpSpPr>
          <a:xfrm>
            <a:off x="7248128" y="3402492"/>
            <a:ext cx="4104456" cy="1114076"/>
            <a:chOff x="1127448" y="3272554"/>
            <a:chExt cx="4824536" cy="1217265"/>
          </a:xfrm>
        </p:grpSpPr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2D8C2E7C-0A7D-80ED-2744-7877D0E54A77}"/>
                </a:ext>
              </a:extLst>
            </p:cNvPr>
            <p:cNvSpPr/>
            <p:nvPr/>
          </p:nvSpPr>
          <p:spPr bwMode="auto">
            <a:xfrm>
              <a:off x="1127448" y="3272554"/>
              <a:ext cx="4824536" cy="1217265"/>
            </a:xfrm>
            <a:prstGeom prst="rect">
              <a:avLst/>
            </a:prstGeom>
            <a:solidFill>
              <a:srgbClr val="99FFCC"/>
            </a:solidFill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altLang="ja-JP" sz="180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FD63A071-5410-804C-B2DC-5E622FEAAAE8}"/>
                </a:ext>
              </a:extLst>
            </p:cNvPr>
            <p:cNvSpPr/>
            <p:nvPr/>
          </p:nvSpPr>
          <p:spPr bwMode="auto">
            <a:xfrm>
              <a:off x="3719736" y="3432171"/>
              <a:ext cx="1872208" cy="958427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ja-JP" altLang="en-US" sz="1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グループ要素Ｂ</a:t>
              </a:r>
              <a:endParaRPr kumimoji="1" lang="en-US" altLang="ja-JP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BD98656-9BFA-A2CD-5236-6CF47B013224}"/>
              </a:ext>
            </a:extLst>
          </p:cNvPr>
          <p:cNvSpPr txBox="1"/>
          <p:nvPr/>
        </p:nvSpPr>
        <p:spPr bwMode="auto">
          <a:xfrm>
            <a:off x="942078" y="1085126"/>
            <a:ext cx="388843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こちらは画像なので消去されません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D10E409-3071-17FD-0AC3-936F67920368}"/>
              </a:ext>
            </a:extLst>
          </p:cNvPr>
          <p:cNvSpPr txBox="1"/>
          <p:nvPr/>
        </p:nvSpPr>
        <p:spPr bwMode="auto">
          <a:xfrm>
            <a:off x="7219325" y="1085126"/>
            <a:ext cx="42772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こちらはシェイプなので消去されます</a:t>
            </a:r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66F33186-47EA-3B50-5A0C-6C682C39418C}"/>
              </a:ext>
            </a:extLst>
          </p:cNvPr>
          <p:cNvCxnSpPr/>
          <p:nvPr/>
        </p:nvCxnSpPr>
        <p:spPr bwMode="auto">
          <a:xfrm>
            <a:off x="5447928" y="1824067"/>
            <a:ext cx="1296144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63396F8B-3791-BEBB-7832-174AEAAC1532}"/>
              </a:ext>
            </a:extLst>
          </p:cNvPr>
          <p:cNvCxnSpPr/>
          <p:nvPr/>
        </p:nvCxnSpPr>
        <p:spPr bwMode="auto">
          <a:xfrm>
            <a:off x="5447928" y="2763686"/>
            <a:ext cx="1296144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AC49B46B-3DD2-0DE5-9781-B980A95D7A72}"/>
              </a:ext>
            </a:extLst>
          </p:cNvPr>
          <p:cNvCxnSpPr/>
          <p:nvPr/>
        </p:nvCxnSpPr>
        <p:spPr bwMode="auto">
          <a:xfrm>
            <a:off x="5447928" y="4015151"/>
            <a:ext cx="1296144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268F0199-3CA9-474E-247C-E59ADEB679CE}"/>
              </a:ext>
            </a:extLst>
          </p:cNvPr>
          <p:cNvCxnSpPr/>
          <p:nvPr/>
        </p:nvCxnSpPr>
        <p:spPr bwMode="auto">
          <a:xfrm>
            <a:off x="5447928" y="5491295"/>
            <a:ext cx="1296144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721A9DDF-8D8C-4877-ABB1-6E6BCAC2EFE8}"/>
              </a:ext>
            </a:extLst>
          </p:cNvPr>
          <p:cNvSpPr txBox="1"/>
          <p:nvPr/>
        </p:nvSpPr>
        <p:spPr bwMode="auto">
          <a:xfrm>
            <a:off x="1596273" y="6021288"/>
            <a:ext cx="965832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グループ化したシェイプ群をまるごと消去するには、</a:t>
            </a:r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[</a:t>
            </a:r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編集</a:t>
            </a:r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]</a:t>
            </a:r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→</a:t>
            </a:r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[</a:t>
            </a:r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選択</a:t>
            </a:r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]</a:t>
            </a:r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→</a:t>
            </a:r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[</a:t>
            </a:r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オブジェクトの選択と表示</a:t>
            </a:r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]</a:t>
            </a:r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で出てくるグループ名を、</a:t>
            </a:r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CSP</a:t>
            </a:r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マーカーを含む名前に変更してください</a:t>
            </a:r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423A4CA7-47CB-B3C5-CC17-715A1079E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707" y="1585316"/>
            <a:ext cx="4115157" cy="4291956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DF14626-9289-4113-E121-E3F173BD397B}"/>
              </a:ext>
            </a:extLst>
          </p:cNvPr>
          <p:cNvSpPr/>
          <p:nvPr/>
        </p:nvSpPr>
        <p:spPr bwMode="auto">
          <a:xfrm>
            <a:off x="9624392" y="195005"/>
            <a:ext cx="2241696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fr-FR" altLang="ja-JP" sz="11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&lt;__FILENAME__&gt;</a:t>
            </a:r>
            <a:endParaRPr kumimoji="1" lang="ja-JP" altLang="en-US" sz="11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C2C8FA0A-CA6F-6030-DB02-BEA7D46191C8}"/>
              </a:ext>
            </a:extLst>
          </p:cNvPr>
          <p:cNvSpPr txBox="1"/>
          <p:nvPr/>
        </p:nvSpPr>
        <p:spPr bwMode="auto">
          <a:xfrm>
            <a:off x="9580" y="9496"/>
            <a:ext cx="2630036" cy="33855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PDF</a:t>
            </a:r>
            <a:r>
              <a:rPr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用スライド 　</a:t>
            </a:r>
            <a:r>
              <a:rPr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#CSP#</a:t>
            </a:r>
            <a:endParaRPr lang="ja-JP" altLang="en-US" sz="16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35442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B8CEF-EB1F-92D8-20E7-01D60BF24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4A9151-DA4C-B15B-54CA-D35D3D81B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テーブルシェイプはテーブルごと消去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7C458A0-5F70-95B8-9097-58CA8CE1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開米瑞浩</a:t>
            </a:r>
            <a:endParaRPr lang="ja-JP" altLang="en-US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4E7F8E47-38ED-1C7C-BBD0-CC21579F4B00}"/>
              </a:ext>
            </a:extLst>
          </p:cNvPr>
          <p:cNvSpPr txBox="1"/>
          <p:nvPr/>
        </p:nvSpPr>
        <p:spPr bwMode="auto">
          <a:xfrm>
            <a:off x="739026" y="1123692"/>
            <a:ext cx="1070914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テーブルセルに </a:t>
            </a:r>
            <a:r>
              <a:rPr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CSP</a:t>
            </a:r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マーカーがある場合は、テーブルごと消去されます。</a:t>
            </a:r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9871C9F4-4DCA-552F-F9A5-000BC73975DE}"/>
              </a:ext>
            </a:extLst>
          </p:cNvPr>
          <p:cNvGraphicFramePr>
            <a:graphicFrameLocks noGrp="1"/>
          </p:cNvGraphicFramePr>
          <p:nvPr/>
        </p:nvGraphicFramePr>
        <p:xfrm>
          <a:off x="6672064" y="2693374"/>
          <a:ext cx="3744416" cy="16925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208">
                  <a:extLst>
                    <a:ext uri="{9D8B030D-6E8A-4147-A177-3AD203B41FA5}">
                      <a16:colId xmlns:a16="http://schemas.microsoft.com/office/drawing/2014/main" val="1162850088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4024242183"/>
                    </a:ext>
                  </a:extLst>
                </a:gridCol>
              </a:tblGrid>
              <a:tr h="526227">
                <a:tc>
                  <a:txBody>
                    <a:bodyPr/>
                    <a:lstStyle/>
                    <a:p>
                      <a:r>
                        <a:rPr kumimoji="1" lang="ja-JP" altLang="en-US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5807661"/>
                  </a:ext>
                </a:extLst>
              </a:tr>
              <a:tr h="539728">
                <a:tc>
                  <a:txBody>
                    <a:bodyPr/>
                    <a:lstStyle/>
                    <a:p>
                      <a:r>
                        <a:rPr kumimoji="1" lang="ja-JP" altLang="en-US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暑い</a:t>
                      </a:r>
                      <a:endParaRPr kumimoji="1" lang="en-US" altLang="ja-JP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  <a:p>
                      <a:r>
                        <a:rPr kumimoji="1" lang="en-US" altLang="ja-JP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#CSP#</a:t>
                      </a:r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寒い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257988"/>
                  </a:ext>
                </a:extLst>
              </a:tr>
              <a:tr h="526227">
                <a:tc>
                  <a:txBody>
                    <a:bodyPr/>
                    <a:lstStyle/>
                    <a:p>
                      <a:r>
                        <a:rPr kumimoji="1" lang="ja-JP" altLang="en-US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水泳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スキー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682426"/>
                  </a:ext>
                </a:extLst>
              </a:tr>
            </a:tbl>
          </a:graphicData>
        </a:graphic>
      </p:graphicFrame>
      <p:pic>
        <p:nvPicPr>
          <p:cNvPr id="5" name="図 4">
            <a:extLst>
              <a:ext uri="{FF2B5EF4-FFF2-40B4-BE49-F238E27FC236}">
                <a16:creationId xmlns:a16="http://schemas.microsoft.com/office/drawing/2014/main" id="{D7996B88-4D27-79BE-698C-B5CD802E12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496" y="2670885"/>
            <a:ext cx="3785944" cy="1737511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09D25A0-2FC7-5843-BBCA-BE851C91FA5C}"/>
              </a:ext>
            </a:extLst>
          </p:cNvPr>
          <p:cNvSpPr txBox="1"/>
          <p:nvPr/>
        </p:nvSpPr>
        <p:spPr bwMode="auto">
          <a:xfrm>
            <a:off x="2999656" y="2151043"/>
            <a:ext cx="1315576" cy="363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</a:t>
            </a:r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B54B733-23DD-1478-51A2-BEC6912A1645}"/>
              </a:ext>
            </a:extLst>
          </p:cNvPr>
          <p:cNvSpPr txBox="1"/>
          <p:nvPr/>
        </p:nvSpPr>
        <p:spPr bwMode="auto">
          <a:xfrm>
            <a:off x="7392144" y="2151043"/>
            <a:ext cx="233062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テーブルシェイプ</a:t>
            </a:r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44539CF-9F10-06F7-695A-8BB35A22BE9F}"/>
              </a:ext>
            </a:extLst>
          </p:cNvPr>
          <p:cNvSpPr txBox="1"/>
          <p:nvPr/>
        </p:nvSpPr>
        <p:spPr bwMode="auto">
          <a:xfrm>
            <a:off x="6672064" y="4585196"/>
            <a:ext cx="3744416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一部のセルにのみ </a:t>
            </a:r>
            <a:r>
              <a:rPr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CSP</a:t>
            </a:r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マーカーがありますが、テーブルごと消去されます</a:t>
            </a:r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7F08D79-73BB-7FB6-6BDB-09AE0E7E4043}"/>
              </a:ext>
            </a:extLst>
          </p:cNvPr>
          <p:cNvSpPr/>
          <p:nvPr/>
        </p:nvSpPr>
        <p:spPr bwMode="auto">
          <a:xfrm>
            <a:off x="9624392" y="195005"/>
            <a:ext cx="2241696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fr-FR" altLang="ja-JP" sz="11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&lt;__FILENAME__&gt;</a:t>
            </a:r>
            <a:endParaRPr kumimoji="1" lang="ja-JP" altLang="en-US" sz="11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3B028DB-59C8-067B-53A7-945C3102854C}"/>
              </a:ext>
            </a:extLst>
          </p:cNvPr>
          <p:cNvSpPr txBox="1"/>
          <p:nvPr/>
        </p:nvSpPr>
        <p:spPr bwMode="auto">
          <a:xfrm>
            <a:off x="9580" y="9496"/>
            <a:ext cx="2918068" cy="3385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PPTX</a:t>
            </a:r>
            <a:r>
              <a:rPr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用スライド  </a:t>
            </a:r>
            <a:r>
              <a:rPr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#CSP#</a:t>
            </a:r>
            <a:endParaRPr lang="ja-JP" altLang="en-US" sz="16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E4E06530-2F1D-E7B9-5321-7CFEC6A6E2C3}"/>
              </a:ext>
            </a:extLst>
          </p:cNvPr>
          <p:cNvCxnSpPr/>
          <p:nvPr/>
        </p:nvCxnSpPr>
        <p:spPr bwMode="auto">
          <a:xfrm>
            <a:off x="5447928" y="3501008"/>
            <a:ext cx="1071194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799815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B8CEF-EB1F-92D8-20E7-01D60BF24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xportrange">
            <a:extLst>
              <a:ext uri="{FF2B5EF4-FFF2-40B4-BE49-F238E27FC236}">
                <a16:creationId xmlns:a16="http://schemas.microsoft.com/office/drawing/2014/main" id="{7CF3E1C4-AAC5-3D83-CBE4-5DC1AC784821}"/>
              </a:ext>
            </a:extLst>
          </p:cNvPr>
          <p:cNvSpPr/>
          <p:nvPr/>
        </p:nvSpPr>
        <p:spPr bwMode="auto">
          <a:xfrm>
            <a:off x="1271464" y="1988839"/>
            <a:ext cx="9721080" cy="382164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F4A9151-DA4C-B15B-54CA-D35D3D81B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テーブルシェイプはテーブルごと消去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7C458A0-5F70-95B8-9097-58CA8CE1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開米瑞浩</a:t>
            </a:r>
            <a:endParaRPr lang="ja-JP" altLang="en-US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4E7F8E47-38ED-1C7C-BBD0-CC21579F4B00}"/>
              </a:ext>
            </a:extLst>
          </p:cNvPr>
          <p:cNvSpPr txBox="1"/>
          <p:nvPr/>
        </p:nvSpPr>
        <p:spPr bwMode="auto">
          <a:xfrm>
            <a:off x="739026" y="1123692"/>
            <a:ext cx="1070914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テーブルセルに </a:t>
            </a:r>
            <a:r>
              <a:rPr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CSP</a:t>
            </a:r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マーカーがある場合は、テーブルごと消去されます。</a:t>
            </a:r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7996B88-4D27-79BE-698C-B5CD802E12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496" y="2670885"/>
            <a:ext cx="3785944" cy="1737511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09D25A0-2FC7-5843-BBCA-BE851C91FA5C}"/>
              </a:ext>
            </a:extLst>
          </p:cNvPr>
          <p:cNvSpPr txBox="1"/>
          <p:nvPr/>
        </p:nvSpPr>
        <p:spPr bwMode="auto">
          <a:xfrm>
            <a:off x="2999656" y="2151043"/>
            <a:ext cx="1315576" cy="363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</a:t>
            </a:r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B54B733-23DD-1478-51A2-BEC6912A1645}"/>
              </a:ext>
            </a:extLst>
          </p:cNvPr>
          <p:cNvSpPr txBox="1"/>
          <p:nvPr/>
        </p:nvSpPr>
        <p:spPr bwMode="auto">
          <a:xfrm>
            <a:off x="7392144" y="2151043"/>
            <a:ext cx="233062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テーブルシェイプ</a:t>
            </a:r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44539CF-9F10-06F7-695A-8BB35A22BE9F}"/>
              </a:ext>
            </a:extLst>
          </p:cNvPr>
          <p:cNvSpPr txBox="1"/>
          <p:nvPr/>
        </p:nvSpPr>
        <p:spPr bwMode="auto">
          <a:xfrm>
            <a:off x="6672064" y="4585196"/>
            <a:ext cx="3744416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一部のセルにのみ </a:t>
            </a:r>
            <a:r>
              <a:rPr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CSP</a:t>
            </a:r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マーカーがありますが、テーブルごと消去されます</a:t>
            </a:r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7F08D79-73BB-7FB6-6BDB-09AE0E7E4043}"/>
              </a:ext>
            </a:extLst>
          </p:cNvPr>
          <p:cNvSpPr/>
          <p:nvPr/>
        </p:nvSpPr>
        <p:spPr bwMode="auto">
          <a:xfrm>
            <a:off x="9624392" y="195005"/>
            <a:ext cx="2241696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fr-FR" altLang="ja-JP" sz="11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&lt;__FILENAME__&gt;</a:t>
            </a:r>
            <a:endParaRPr kumimoji="1" lang="ja-JP" altLang="en-US" sz="11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EB2573E-DC81-547B-5047-0B44A638B975}"/>
              </a:ext>
            </a:extLst>
          </p:cNvPr>
          <p:cNvSpPr txBox="1"/>
          <p:nvPr/>
        </p:nvSpPr>
        <p:spPr bwMode="auto">
          <a:xfrm>
            <a:off x="9580" y="9496"/>
            <a:ext cx="2630036" cy="33855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PDF</a:t>
            </a:r>
            <a:r>
              <a:rPr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用スライド 　</a:t>
            </a:r>
            <a:r>
              <a:rPr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#CSP#</a:t>
            </a:r>
            <a:endParaRPr lang="ja-JP" altLang="en-US" sz="16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BC7C1C35-CFF7-A41C-DC02-2C7B71D9D8B2}"/>
              </a:ext>
            </a:extLst>
          </p:cNvPr>
          <p:cNvCxnSpPr/>
          <p:nvPr/>
        </p:nvCxnSpPr>
        <p:spPr bwMode="auto">
          <a:xfrm>
            <a:off x="5447928" y="3501008"/>
            <a:ext cx="1071194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05609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B8CEF-EB1F-92D8-20E7-01D60BF24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xportrange">
            <a:extLst>
              <a:ext uri="{FF2B5EF4-FFF2-40B4-BE49-F238E27FC236}">
                <a16:creationId xmlns:a16="http://schemas.microsoft.com/office/drawing/2014/main" id="{E35A0CFA-0A18-4F3B-A4B6-B99E777B6043}"/>
              </a:ext>
            </a:extLst>
          </p:cNvPr>
          <p:cNvSpPr/>
          <p:nvPr/>
        </p:nvSpPr>
        <p:spPr bwMode="auto">
          <a:xfrm>
            <a:off x="739026" y="1988839"/>
            <a:ext cx="10469542" cy="4354782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F4A9151-DA4C-B15B-54CA-D35D3D81B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シェイプを残して文字列だけ消去するには？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7C458A0-5F70-95B8-9097-58CA8CE1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開米瑞浩</a:t>
            </a:r>
            <a:endParaRPr lang="ja-JP" altLang="en-US" dirty="0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E51E6793-6C4E-5661-600D-130CDFC8747D}"/>
              </a:ext>
            </a:extLst>
          </p:cNvPr>
          <p:cNvSpPr/>
          <p:nvPr/>
        </p:nvSpPr>
        <p:spPr bwMode="auto">
          <a:xfrm>
            <a:off x="1425983" y="2140100"/>
            <a:ext cx="3629204" cy="938808"/>
          </a:xfrm>
          <a:prstGeom prst="rect">
            <a:avLst/>
          </a:prstGeom>
          <a:solidFill>
            <a:schemeClr val="accent4">
              <a:lumMod val="90000"/>
            </a:schemeClr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CD8E902B-E761-93C6-EFAA-07CE8570330E}"/>
              </a:ext>
            </a:extLst>
          </p:cNvPr>
          <p:cNvSpPr/>
          <p:nvPr/>
        </p:nvSpPr>
        <p:spPr bwMode="auto">
          <a:xfrm>
            <a:off x="7392144" y="2140100"/>
            <a:ext cx="3629204" cy="938808"/>
          </a:xfrm>
          <a:prstGeom prst="rect">
            <a:avLst/>
          </a:prstGeom>
          <a:solidFill>
            <a:schemeClr val="accent4">
              <a:lumMod val="90000"/>
            </a:schemeClr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459BD248-4E05-71B5-6172-6C39E0520A3C}"/>
              </a:ext>
            </a:extLst>
          </p:cNvPr>
          <p:cNvSpPr txBox="1"/>
          <p:nvPr/>
        </p:nvSpPr>
        <p:spPr bwMode="auto">
          <a:xfrm>
            <a:off x="1602106" y="2295863"/>
            <a:ext cx="327695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シェイプそのものは残し、</a:t>
            </a:r>
            <a:endParaRPr kumimoji="1"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内部の文字列だけ消去したい</a:t>
            </a:r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CFF2B482-34AC-2013-0651-6E992F603085}"/>
              </a:ext>
            </a:extLst>
          </p:cNvPr>
          <p:cNvCxnSpPr/>
          <p:nvPr/>
        </p:nvCxnSpPr>
        <p:spPr bwMode="auto">
          <a:xfrm>
            <a:off x="5306937" y="2606106"/>
            <a:ext cx="1725167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4E7F8E47-38ED-1C7C-BBD0-CC21579F4B00}"/>
              </a:ext>
            </a:extLst>
          </p:cNvPr>
          <p:cNvSpPr txBox="1"/>
          <p:nvPr/>
        </p:nvSpPr>
        <p:spPr bwMode="auto">
          <a:xfrm>
            <a:off x="739026" y="1123692"/>
            <a:ext cx="1070914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手書き記入用の穴埋め欄を作る場合など、　「シェイプは残して、文字列だけ消去したい」</a:t>
            </a:r>
            <a:endParaRPr kumimoji="1" lang="en-US" altLang="ja-JP" sz="20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場合があります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9B6C9FED-B586-6771-7465-93C227C092C9}"/>
              </a:ext>
            </a:extLst>
          </p:cNvPr>
          <p:cNvSpPr txBox="1"/>
          <p:nvPr/>
        </p:nvSpPr>
        <p:spPr bwMode="auto">
          <a:xfrm>
            <a:off x="739026" y="3605811"/>
            <a:ext cx="1070914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kumimoji="1" lang="ja-JP" altLang="en-US" sz="20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その場合は 「文字列」 を別シェイプで作って重ねてください</a:t>
            </a:r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58985FCF-5F95-1647-774B-1D0B858C54D1}"/>
              </a:ext>
            </a:extLst>
          </p:cNvPr>
          <p:cNvSpPr/>
          <p:nvPr/>
        </p:nvSpPr>
        <p:spPr bwMode="auto">
          <a:xfrm>
            <a:off x="1425983" y="4247023"/>
            <a:ext cx="3629204" cy="938808"/>
          </a:xfrm>
          <a:prstGeom prst="rect">
            <a:avLst/>
          </a:prstGeom>
          <a:solidFill>
            <a:schemeClr val="accent4">
              <a:lumMod val="90000"/>
            </a:schemeClr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5CB4AA7A-06C1-6135-6832-113A11360619}"/>
              </a:ext>
            </a:extLst>
          </p:cNvPr>
          <p:cNvSpPr txBox="1"/>
          <p:nvPr/>
        </p:nvSpPr>
        <p:spPr bwMode="auto">
          <a:xfrm>
            <a:off x="1602106" y="5589760"/>
            <a:ext cx="37048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#CSP#</a:t>
            </a:r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シェイプそのものは残し、</a:t>
            </a:r>
            <a:endParaRPr kumimoji="1"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内部の文字列だけ消去したい</a:t>
            </a:r>
            <a:endParaRPr kumimoji="1"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35" name="図 34">
            <a:extLst>
              <a:ext uri="{FF2B5EF4-FFF2-40B4-BE49-F238E27FC236}">
                <a16:creationId xmlns:a16="http://schemas.microsoft.com/office/drawing/2014/main" id="{69621D14-4772-E00B-A926-60E03A1C9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017" y="5569362"/>
            <a:ext cx="3761558" cy="774259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7F14D458-E0D0-9F50-7D90-EAC0F4C69F9F}"/>
              </a:ext>
            </a:extLst>
          </p:cNvPr>
          <p:cNvSpPr txBox="1"/>
          <p:nvPr/>
        </p:nvSpPr>
        <p:spPr bwMode="auto">
          <a:xfrm>
            <a:off x="6377648" y="5185831"/>
            <a:ext cx="46437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箱と文字列を別々に作って重ねておき、</a:t>
            </a:r>
            <a:endParaRPr kumimoji="1"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文字列にだけ</a:t>
            </a:r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CSP</a:t>
            </a:r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マーカーを入れておくと</a:t>
            </a:r>
            <a:endParaRPr kumimoji="1"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文字列だけが消えます</a:t>
            </a:r>
          </a:p>
        </p:txBody>
      </p: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300FB083-1DE5-1500-9420-63E90068137A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5231904" y="4725144"/>
            <a:ext cx="1145744" cy="757086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835C06D7-018E-A82D-1978-C6E6F29EF976}"/>
              </a:ext>
            </a:extLst>
          </p:cNvPr>
          <p:cNvCxnSpPr>
            <a:cxnSpLocks/>
          </p:cNvCxnSpPr>
          <p:nvPr/>
        </p:nvCxnSpPr>
        <p:spPr bwMode="auto">
          <a:xfrm flipH="1">
            <a:off x="5231904" y="5589856"/>
            <a:ext cx="1145744" cy="190298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FABDD4A-0B0F-4C0A-F274-83D09C3AB626}"/>
              </a:ext>
            </a:extLst>
          </p:cNvPr>
          <p:cNvSpPr/>
          <p:nvPr/>
        </p:nvSpPr>
        <p:spPr bwMode="auto">
          <a:xfrm>
            <a:off x="9624392" y="195005"/>
            <a:ext cx="2241696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fr-FR" altLang="ja-JP" sz="11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&lt;__FILENAME__&gt;</a:t>
            </a:r>
            <a:endParaRPr kumimoji="1" lang="ja-JP" altLang="en-US" sz="11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41607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Edge">
  <a:themeElements>
    <a:clrScheme name="ユーザー定義 1">
      <a:dk1>
        <a:srgbClr val="292929"/>
      </a:dk1>
      <a:lt1>
        <a:sysClr val="window" lastClr="FFFFFF"/>
      </a:lt1>
      <a:dk2>
        <a:srgbClr val="244242"/>
      </a:dk2>
      <a:lt2>
        <a:srgbClr val="FFFFFF"/>
      </a:lt2>
      <a:accent1>
        <a:srgbClr val="51BD9C"/>
      </a:accent1>
      <a:accent2>
        <a:srgbClr val="FF2121"/>
      </a:accent2>
      <a:accent3>
        <a:srgbClr val="A3E3B1"/>
      </a:accent3>
      <a:accent4>
        <a:srgbClr val="FFE8B3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1">
      <a:majorFont>
        <a:latin typeface="Calibri"/>
        <a:ea typeface="メイリオ"/>
        <a:cs typeface=""/>
      </a:majorFont>
      <a:minorFont>
        <a:latin typeface="Calibr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2700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2000" b="1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spDef>
    <a:lnDef>
      <a:spPr bwMode="auto">
        <a:solidFill>
          <a:srgbClr val="CCFFFF"/>
        </a:solidFill>
        <a:ln w="28575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  <a:spAutoFit/>
      </a:bodyPr>
      <a:lstStyle>
        <a:defPPr algn="l">
          <a:defRPr kumimoji="1" sz="1800" kern="0" smtClean="0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tx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29930</TotalTime>
  <Words>1436</Words>
  <Application>Microsoft Office PowerPoint</Application>
  <PresentationFormat>ワイド画面</PresentationFormat>
  <Paragraphs>271</Paragraphs>
  <Slides>7</Slides>
  <Notes>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3" baseType="lpstr">
      <vt:lpstr>BIZ UDPゴシック</vt:lpstr>
      <vt:lpstr>FOT-UD丸ゴ_ラージ Pr6 M</vt:lpstr>
      <vt:lpstr>Arial</vt:lpstr>
      <vt:lpstr>Garamond</vt:lpstr>
      <vt:lpstr>Wingdings</vt:lpstr>
      <vt:lpstr>Edge</vt:lpstr>
      <vt:lpstr>指定したシェイプを消去する</vt:lpstr>
      <vt:lpstr>消去したいシェイプにCSPマーカーを入れておく</vt:lpstr>
      <vt:lpstr>CSPマーカー利用例</vt:lpstr>
      <vt:lpstr>CSPマーカー利用例</vt:lpstr>
      <vt:lpstr>テーブルシェイプはテーブルごと消去</vt:lpstr>
      <vt:lpstr>テーブルシェイプはテーブルごと消去</vt:lpstr>
      <vt:lpstr>シェイプを残して文字列だけ消去するには？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cp:lastModifiedBy/>
  <cp:revision>4099</cp:revision>
  <dcterms:modified xsi:type="dcterms:W3CDTF">2026-05-24T03:21:53Z</dcterms:modified>
</cp:coreProperties>
</file>