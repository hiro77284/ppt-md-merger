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60" r:id="rId1"/>
  </p:sldMasterIdLst>
  <p:notesMasterIdLst>
    <p:notesMasterId r:id="rId4"/>
  </p:notesMasterIdLst>
  <p:sldIdLst>
    <p:sldId id="1788" r:id="rId2"/>
    <p:sldId id="1782" r:id="rId3"/>
  </p:sldIdLst>
  <p:sldSz cx="12192000" cy="6858000"/>
  <p:notesSz cx="6858000" cy="9144000"/>
  <p:defaultTextStyle>
    <a:defPPr>
      <a:defRPr lang="en-US"/>
    </a:defPPr>
    <a:lvl1pPr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1pPr>
    <a:lvl2pPr marL="4572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2pPr>
    <a:lvl3pPr marL="9144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3pPr>
    <a:lvl4pPr marL="13716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4pPr>
    <a:lvl5pPr marL="18288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FF"/>
    <a:srgbClr val="CCECFF"/>
    <a:srgbClr val="99FFCC"/>
    <a:srgbClr val="FFFF00"/>
    <a:srgbClr val="FF6347"/>
    <a:srgbClr val="FF9933"/>
    <a:srgbClr val="CC66FF"/>
    <a:srgbClr val="E34234"/>
    <a:srgbClr val="292929"/>
    <a:srgbClr val="FF7F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94" autoAdjust="0"/>
    <p:restoredTop sz="76287" autoAdjust="0"/>
  </p:normalViewPr>
  <p:slideViewPr>
    <p:cSldViewPr>
      <p:cViewPr varScale="1">
        <p:scale>
          <a:sx n="86" d="100"/>
          <a:sy n="86" d="100"/>
        </p:scale>
        <p:origin x="606" y="90"/>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9404"/>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4670BC-B8C6-44A7-84E1-23632D8FD86F}" type="datetimeFigureOut">
              <a:rPr kumimoji="1" lang="ja-JP" altLang="en-US" smtClean="0"/>
              <a:t>2026/6/6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10FDB7-3E02-4363-90B3-590B3C26A88D}" type="slidenum">
              <a:rPr kumimoji="1" lang="ja-JP" altLang="en-US" smtClean="0"/>
              <a:t>‹#›</a:t>
            </a:fld>
            <a:endParaRPr kumimoji="1" lang="ja-JP" altLang="en-US"/>
          </a:p>
        </p:txBody>
      </p:sp>
    </p:spTree>
    <p:extLst>
      <p:ext uri="{BB962C8B-B14F-4D97-AF65-F5344CB8AC3E}">
        <p14:creationId xmlns:p14="http://schemas.microsoft.com/office/powerpoint/2010/main" val="30673539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1pPr>
    <a:lvl2pPr marL="4572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2pPr>
    <a:lvl3pPr marL="9144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3pPr>
    <a:lvl4pPr marL="13716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4pPr>
    <a:lvl5pPr marL="18288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t>NOTE_CONTENT_FORMAT: 1.0</a:t>
            </a:r>
          </a:p>
          <a:p/>
          <a:p>
            <a:r>
              <a:t>===BLOCK===</a:t>
            </a:r>
          </a:p>
          <a:p>
            <a:r>
              <a:t>{{BLOCK:IMAGE}}</a:t>
            </a:r>
          </a:p>
          <a:p/>
          <a:p>
            <a:r>
              <a:t>export-image-mode: slide_with_rectpct</a:t>
            </a:r>
          </a:p>
          <a:p>
            <a:r>
              <a:t>export-image-target: exportrange</a:t>
            </a:r>
          </a:p>
          <a:p>
            <a:r>
              <a:t>export-image: extracted/figures/title_filename_guide_slide1_fig.png</a:t>
            </a:r>
          </a:p>
          <a:p/>
          <a:p>
            <a:r>
              <a:t>===BLOCK===</a:t>
            </a:r>
          </a:p>
          <a:p>
            <a:r>
              <a:t>{{BLOCK:IMAGE}}</a:t>
            </a:r>
          </a:p>
          <a:p/>
          <a:p>
            <a:r>
              <a:t>export-image-mode: slide_with_rectpct</a:t>
            </a:r>
          </a:p>
          <a:p>
            <a:r>
              <a:t>export-image-target: keyvisual</a:t>
            </a:r>
          </a:p>
          <a:p>
            <a:r>
              <a:t>export-image: extracted/figures/title_filename_guide_keyvisual.png</a:t>
            </a:r>
          </a:p>
          <a:p/>
          <a:p>
            <a:r>
              <a:t>===BLOCK===</a:t>
            </a:r>
          </a:p>
          <a:p>
            <a:r>
              <a:t>{{BLOCK:MD:LONG}}</a:t>
            </a:r>
          </a:p>
          <a:p/>
          <a:p>
            <a:r>
              <a:t>export-note: extracted/title_filename_guide_slide1_md.md</a:t>
            </a:r>
          </a:p>
          <a:p>
            <a:r>
              <a:t>{{#id:section:title_filename_guide:slide1}}</a:t>
            </a:r>
          </a:p>
          <a:p>
            <a:r>
              <a:t>## TITLE、FILENAME置換</a:t>
            </a:r>
          </a:p>
          <a:p/>
          <a:p>
            <a:r>
              <a:t>結合pptx上でソースpptxを特定したい場合があります。その場合はソースpptxのファイル名やスライド番号、スライドタイトルに置換される特殊定数を使うことにより可能です。</a:t>
            </a:r>
          </a:p>
          <a:p/>
          <a:p>
            <a:r>
              <a:t>スライド上および note の下記の記述（特殊定数）はそれぞれ該当する情報に置換されます。</a:t>
            </a:r>
          </a:p>
          <a:p/>
          <a:p>
            <a:r>
              <a:t>この置換は変数定義とは無関係です。同一のテキスト文言を異なる意図で使わないようにご注意ください（強制置換されます）。</a:t>
            </a:r>
          </a:p>
          <a:p/>
          <a:p/>
          <a:p>
            <a:r>
              <a:t>```{=latex}</a:t>
            </a:r>
          </a:p>
          <a:p>
            <a:r>
              <a:t>\par\vspace{1\baselineskip}</a:t>
            </a:r>
          </a:p>
          <a:p>
            <a:r>
              <a:t>\begin{center}</a:t>
            </a:r>
          </a:p>
          <a:p>
            <a:r>
              <a:t>```</a:t>
            </a:r>
          </a:p>
          <a:p/>
          <a:p>
            <a:r>
              <a:t>![](figures/title_filename_guide_slide1_fig.png){ width=95% }</a:t>
            </a:r>
          </a:p>
          <a:p/>
          <a:p>
            <a:r>
              <a:t>![](figures/title_filename_guide_keyvisual.png){ width=95% }</a:t>
            </a:r>
          </a:p>
          <a:p/>
          <a:p>
            <a:r>
              <a:t>```{=latex}</a:t>
            </a:r>
          </a:p>
          <a:p>
            <a:r>
              <a:t>\end{center}</a:t>
            </a:r>
          </a:p>
          <a:p>
            <a:r>
              <a:t>\par\vspace{1\baselineskip}</a:t>
            </a:r>
          </a:p>
          <a:p>
            <a:r>
              <a:t>```</a:t>
            </a:r>
          </a:p>
          <a:p/>
          <a:p/>
          <a:p/>
        </p:txBody>
      </p:sp>
      <p:sp>
        <p:nvSpPr>
          <p:cNvPr id="4" name="スライド番号プレースホルダー 3"/>
          <p:cNvSpPr>
            <a:spLocks noGrp="1"/>
          </p:cNvSpPr>
          <p:nvPr>
            <p:ph type="sldNum" sz="quarter" idx="5"/>
          </p:nvPr>
        </p:nvSpPr>
        <p:spPr/>
        <p:txBody>
          <a:bodyPr/>
          <a:lstStyle/>
          <a:p>
            <a:fld id="{BA10FDB7-3E02-4363-90B3-590B3C26A88D}" type="slidenum">
              <a:rPr kumimoji="1" lang="ja-JP" altLang="en-US" smtClean="0"/>
              <a:t>0</a:t>
            </a:fld>
            <a:endParaRPr kumimoji="1" lang="ja-JP" altLang="en-US"/>
          </a:p>
        </p:txBody>
      </p:sp>
    </p:spTree>
    <p:extLst>
      <p:ext uri="{BB962C8B-B14F-4D97-AF65-F5344CB8AC3E}">
        <p14:creationId xmlns:p14="http://schemas.microsoft.com/office/powerpoint/2010/main" val="16278213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endParaRPr lang="en-US" altLang="ja-JP" sz="1400"/>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1</a:t>
            </a:fld>
            <a:endParaRPr kumimoji="1" lang="ja-JP" altLang="en-US"/>
          </a:p>
        </p:txBody>
      </p:sp>
    </p:spTree>
    <p:extLst>
      <p:ext uri="{BB962C8B-B14F-4D97-AF65-F5344CB8AC3E}">
        <p14:creationId xmlns:p14="http://schemas.microsoft.com/office/powerpoint/2010/main" val="12238341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10242" name="Rectangle 2"/>
          <p:cNvSpPr>
            <a:spLocks noGrp="1" noChangeArrowheads="1"/>
          </p:cNvSpPr>
          <p:nvPr>
            <p:ph type="ctrTitle"/>
          </p:nvPr>
        </p:nvSpPr>
        <p:spPr>
          <a:xfrm>
            <a:off x="1007436" y="1524000"/>
            <a:ext cx="10164233" cy="1752600"/>
          </a:xfrm>
        </p:spPr>
        <p:txBody>
          <a:bodyPr/>
          <a:lstStyle>
            <a:lvl1pPr>
              <a:defRPr sz="4200">
                <a:solidFill>
                  <a:schemeClr val="tx2"/>
                </a:solidFill>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endParaRPr lang="en-US" altLang="ja-JP" dirty="0"/>
          </a:p>
        </p:txBody>
      </p:sp>
      <p:sp>
        <p:nvSpPr>
          <p:cNvPr id="10243" name="Rectangle 3"/>
          <p:cNvSpPr>
            <a:spLocks noGrp="1" noChangeArrowheads="1"/>
          </p:cNvSpPr>
          <p:nvPr>
            <p:ph type="subTitle" idx="1"/>
          </p:nvPr>
        </p:nvSpPr>
        <p:spPr>
          <a:xfrm>
            <a:off x="3407834" y="3962400"/>
            <a:ext cx="7971367" cy="1752600"/>
          </a:xfrm>
          <a:prstGeom prst="rect">
            <a:avLst/>
          </a:prstGeom>
        </p:spPr>
        <p:txBody>
          <a:bodyPr/>
          <a:lstStyle>
            <a:lvl1pPr marL="0" indent="0">
              <a:buFont typeface="Wingdings" pitchFamily="2" charset="2"/>
              <a:buNone/>
              <a:defRPr sz="2800">
                <a:latin typeface="BIZ UDPゴシック" panose="020B0400000000000000" pitchFamily="50" charset="-128"/>
                <a:ea typeface="BIZ UDPゴシック" panose="020B0400000000000000" pitchFamily="50" charset="-128"/>
              </a:defRPr>
            </a:lvl1pPr>
          </a:lstStyle>
          <a:p>
            <a:r>
              <a:rPr lang="ja-JP" altLang="en-US" dirty="0"/>
              <a:t>マスター サブタイトルの書式設定</a:t>
            </a:r>
            <a:endParaRPr lang="en-US" altLang="ja-JP" dirty="0"/>
          </a:p>
        </p:txBody>
      </p:sp>
      <p:sp>
        <p:nvSpPr>
          <p:cNvPr id="4" name="四角形: 角を丸くする 3">
            <a:extLst>
              <a:ext uri="{FF2B5EF4-FFF2-40B4-BE49-F238E27FC236}">
                <a16:creationId xmlns:a16="http://schemas.microsoft.com/office/drawing/2014/main" id="{8254D289-857E-022B-E722-6C7257F338BE}"/>
              </a:ext>
            </a:extLst>
          </p:cNvPr>
          <p:cNvSpPr/>
          <p:nvPr userDrawn="1"/>
        </p:nvSpPr>
        <p:spPr bwMode="auto">
          <a:xfrm>
            <a:off x="3312000" y="3666171"/>
            <a:ext cx="8328616" cy="91135"/>
          </a:xfrm>
          <a:prstGeom prst="roundRect">
            <a:avLst>
              <a:gd name="adj" fmla="val 49227"/>
            </a:avLst>
          </a:prstGeom>
          <a:solidFill>
            <a:srgbClr val="339966"/>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203523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5" name="Rectangle 5"/>
          <p:cNvSpPr>
            <a:spLocks noGrp="1" noChangeArrowheads="1"/>
          </p:cNvSpPr>
          <p:nvPr>
            <p:ph type="ftr" sz="quarter" idx="11"/>
          </p:nvPr>
        </p:nvSpPr>
        <p:spPr>
          <a:xfrm>
            <a:off x="17348" y="6640021"/>
            <a:ext cx="5048251" cy="208483"/>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
        <p:nvSpPr>
          <p:cNvPr id="2" name="タイトル 1"/>
          <p:cNvSpPr>
            <a:spLocks noGrp="1"/>
          </p:cNvSpPr>
          <p:nvPr>
            <p:ph type="title"/>
          </p:nvPr>
        </p:nvSpPr>
        <p:spPr>
          <a:xfrm>
            <a:off x="898656" y="260648"/>
            <a:ext cx="10957984" cy="648072"/>
          </a:xfrm>
        </p:spPr>
        <p:txBody>
          <a:bodyPr/>
          <a:lstStyle>
            <a:lvl1pPr>
              <a:defRPr sz="2800" b="1">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p>
        </p:txBody>
      </p:sp>
      <p:sp>
        <p:nvSpPr>
          <p:cNvPr id="3" name="コンテンツ プレースホルダ 2"/>
          <p:cNvSpPr>
            <a:spLocks noGrp="1"/>
          </p:cNvSpPr>
          <p:nvPr>
            <p:ph idx="1"/>
          </p:nvPr>
        </p:nvSpPr>
        <p:spPr>
          <a:xfrm>
            <a:off x="609600" y="980728"/>
            <a:ext cx="10972800" cy="5256584"/>
          </a:xfrm>
          <a:prstGeom prst="rect">
            <a:avLst/>
          </a:prstGeom>
        </p:spPr>
        <p:txBody>
          <a:bodyPr/>
          <a:lstStyle>
            <a:lvl1pPr marL="342900" indent="-342900">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1pPr>
            <a:lvl2pPr marL="669925" indent="-325438">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2pPr>
            <a:lvl3pPr marL="1022350" indent="-350838">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3pPr>
            <a:lvl4pPr marL="1339850" indent="-315913">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4pPr>
            <a:lvl5pPr marL="1681163" indent="-339725">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cxnSp>
        <p:nvCxnSpPr>
          <p:cNvPr id="7" name="直線コネクタ 6">
            <a:extLst>
              <a:ext uri="{FF2B5EF4-FFF2-40B4-BE49-F238E27FC236}">
                <a16:creationId xmlns:a16="http://schemas.microsoft.com/office/drawing/2014/main" id="{F7DC264F-9A8B-8BC9-4FFA-4238A27ED534}"/>
              </a:ext>
            </a:extLst>
          </p:cNvPr>
          <p:cNvCxnSpPr>
            <a:cxnSpLocks/>
          </p:cNvCxnSpPr>
          <p:nvPr userDrawn="1"/>
        </p:nvCxnSpPr>
        <p:spPr bwMode="auto">
          <a:xfrm>
            <a:off x="554182" y="953621"/>
            <a:ext cx="11083636"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8" name="Rectangle 6">
            <a:extLst>
              <a:ext uri="{FF2B5EF4-FFF2-40B4-BE49-F238E27FC236}">
                <a16:creationId xmlns:a16="http://schemas.microsoft.com/office/drawing/2014/main" id="{6BB55BAD-460C-3254-9DE7-B95DC62378A8}"/>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3357564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VTWB">
    <p:spTree>
      <p:nvGrpSpPr>
        <p:cNvPr id="1" name=""/>
        <p:cNvGrpSpPr/>
        <p:nvPr/>
      </p:nvGrpSpPr>
      <p:grpSpPr>
        <a:xfrm>
          <a:off x="0" y="0"/>
          <a:ext cx="0" cy="0"/>
          <a:chOff x="0" y="0"/>
          <a:chExt cx="0" cy="0"/>
        </a:xfrm>
      </p:grpSpPr>
      <p:cxnSp>
        <p:nvCxnSpPr>
          <p:cNvPr id="7" name="直線コネクタ 6">
            <a:extLst>
              <a:ext uri="{FF2B5EF4-FFF2-40B4-BE49-F238E27FC236}">
                <a16:creationId xmlns:a16="http://schemas.microsoft.com/office/drawing/2014/main" id="{F7DC264F-9A8B-8BC9-4FFA-4238A27ED534}"/>
              </a:ext>
            </a:extLst>
          </p:cNvPr>
          <p:cNvCxnSpPr>
            <a:cxnSpLocks/>
          </p:cNvCxnSpPr>
          <p:nvPr/>
        </p:nvCxnSpPr>
        <p:spPr bwMode="auto">
          <a:xfrm>
            <a:off x="301057" y="833306"/>
            <a:ext cx="11616074"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4" name="タイトル 1">
            <a:extLst>
              <a:ext uri="{FF2B5EF4-FFF2-40B4-BE49-F238E27FC236}">
                <a16:creationId xmlns:a16="http://schemas.microsoft.com/office/drawing/2014/main" id="{5ED325D3-3CCE-5405-EA2A-09E70E70C4ED}"/>
              </a:ext>
            </a:extLst>
          </p:cNvPr>
          <p:cNvSpPr>
            <a:spLocks noGrp="1"/>
          </p:cNvSpPr>
          <p:nvPr>
            <p:ph type="title"/>
          </p:nvPr>
        </p:nvSpPr>
        <p:spPr>
          <a:xfrm>
            <a:off x="898656" y="260648"/>
            <a:ext cx="10957984" cy="501352"/>
          </a:xfrm>
        </p:spPr>
        <p:txBody>
          <a:bodyPr/>
          <a:lstStyle>
            <a:lvl1pPr>
              <a:defRPr>
                <a:latin typeface="BIZ UDPゴシック" panose="020B0400000000000000" pitchFamily="50" charset="-128"/>
                <a:ea typeface="BIZ UDPゴシック" panose="020B0400000000000000" pitchFamily="50" charset="-128"/>
              </a:defRPr>
            </a:lvl1pPr>
          </a:lstStyle>
          <a:p>
            <a:r>
              <a:rPr lang="ja-JP" altLang="en-US"/>
              <a:t>マスター タイトルの書式設定</a:t>
            </a:r>
            <a:endParaRPr lang="ja-JP" altLang="en-US" dirty="0"/>
          </a:p>
        </p:txBody>
      </p:sp>
      <p:sp>
        <p:nvSpPr>
          <p:cNvPr id="3" name="Rectangle 5">
            <a:extLst>
              <a:ext uri="{FF2B5EF4-FFF2-40B4-BE49-F238E27FC236}">
                <a16:creationId xmlns:a16="http://schemas.microsoft.com/office/drawing/2014/main" id="{62F59FD7-9291-23C8-03A9-329B4C15CFF6}"/>
              </a:ext>
            </a:extLst>
          </p:cNvPr>
          <p:cNvSpPr>
            <a:spLocks noGrp="1" noChangeArrowheads="1"/>
          </p:cNvSpPr>
          <p:nvPr>
            <p:ph type="ftr" sz="quarter" idx="11"/>
          </p:nvPr>
        </p:nvSpPr>
        <p:spPr>
          <a:xfrm>
            <a:off x="17348" y="6640021"/>
            <a:ext cx="5048251" cy="208483"/>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Tree>
    <p:extLst>
      <p:ext uri="{BB962C8B-B14F-4D97-AF65-F5344CB8AC3E}">
        <p14:creationId xmlns:p14="http://schemas.microsoft.com/office/powerpoint/2010/main" val="2191782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p>
        </p:txBody>
      </p:sp>
      <p:cxnSp>
        <p:nvCxnSpPr>
          <p:cNvPr id="5" name="直線コネクタ 4">
            <a:extLst>
              <a:ext uri="{FF2B5EF4-FFF2-40B4-BE49-F238E27FC236}">
                <a16:creationId xmlns:a16="http://schemas.microsoft.com/office/drawing/2014/main" id="{0DDA252F-B76B-2A98-8A15-68FEF4A206CF}"/>
              </a:ext>
            </a:extLst>
          </p:cNvPr>
          <p:cNvCxnSpPr>
            <a:cxnSpLocks/>
          </p:cNvCxnSpPr>
          <p:nvPr userDrawn="1"/>
        </p:nvCxnSpPr>
        <p:spPr bwMode="auto">
          <a:xfrm>
            <a:off x="554182" y="953621"/>
            <a:ext cx="11083636"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7" name="Rectangle 5">
            <a:extLst>
              <a:ext uri="{FF2B5EF4-FFF2-40B4-BE49-F238E27FC236}">
                <a16:creationId xmlns:a16="http://schemas.microsoft.com/office/drawing/2014/main" id="{83FEA43B-F379-CB8A-0CC1-34E310D7DF90}"/>
              </a:ext>
            </a:extLst>
          </p:cNvPr>
          <p:cNvSpPr>
            <a:spLocks noGrp="1" noChangeArrowheads="1"/>
          </p:cNvSpPr>
          <p:nvPr>
            <p:ph type="ftr" sz="quarter" idx="11"/>
          </p:nvPr>
        </p:nvSpPr>
        <p:spPr>
          <a:xfrm>
            <a:off x="119336" y="6555804"/>
            <a:ext cx="5048251" cy="252264"/>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
        <p:nvSpPr>
          <p:cNvPr id="8" name="Rectangle 6">
            <a:extLst>
              <a:ext uri="{FF2B5EF4-FFF2-40B4-BE49-F238E27FC236}">
                <a16:creationId xmlns:a16="http://schemas.microsoft.com/office/drawing/2014/main" id="{27F33519-DE7B-1578-63B1-C7F9384DEEE9}"/>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250980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CCA1F410-EAC2-3B54-16CE-1F8AD3A29273}"/>
              </a:ext>
            </a:extLst>
          </p:cNvPr>
          <p:cNvSpPr>
            <a:spLocks noGrp="1" noChangeArrowheads="1"/>
          </p:cNvSpPr>
          <p:nvPr>
            <p:ph type="ftr" sz="quarter" idx="11"/>
          </p:nvPr>
        </p:nvSpPr>
        <p:spPr>
          <a:xfrm>
            <a:off x="119336" y="6555804"/>
            <a:ext cx="5048251" cy="252264"/>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
        <p:nvSpPr>
          <p:cNvPr id="6" name="Rectangle 6">
            <a:extLst>
              <a:ext uri="{FF2B5EF4-FFF2-40B4-BE49-F238E27FC236}">
                <a16:creationId xmlns:a16="http://schemas.microsoft.com/office/drawing/2014/main" id="{79E8B39C-04D2-1AF7-9927-F5F6D4CA6FEA}"/>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3908343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コンテンツ">
    <p:spTree>
      <p:nvGrpSpPr>
        <p:cNvPr id="1" name=""/>
        <p:cNvGrpSpPr/>
        <p:nvPr/>
      </p:nvGrpSpPr>
      <p:grpSpPr>
        <a:xfrm>
          <a:off x="0" y="0"/>
          <a:ext cx="0" cy="0"/>
          <a:chOff x="0" y="0"/>
          <a:chExt cx="0" cy="0"/>
        </a:xfrm>
      </p:grpSpPr>
      <p:sp>
        <p:nvSpPr>
          <p:cNvPr id="2" name="コンテンツ プレースホルダ 1"/>
          <p:cNvSpPr>
            <a:spLocks noGrp="1"/>
          </p:cNvSpPr>
          <p:nvPr>
            <p:ph/>
          </p:nvPr>
        </p:nvSpPr>
        <p:spPr>
          <a:xfrm>
            <a:off x="609600" y="277813"/>
            <a:ext cx="10972800" cy="5853112"/>
          </a:xfrm>
          <a:prstGeom prst="rect">
            <a:avLst/>
          </a:prstGeom>
        </p:spPr>
        <p:txBody>
          <a:bodyPr/>
          <a:lstStyle>
            <a:lvl1pPr>
              <a:defRPr>
                <a:latin typeface="BIZ UDPゴシック" panose="020B0400000000000000" pitchFamily="50" charset="-128"/>
                <a:ea typeface="BIZ UDPゴシック" panose="020B0400000000000000" pitchFamily="50" charset="-128"/>
              </a:defRPr>
            </a:lvl1pPr>
            <a:lvl2pPr>
              <a:defRPr>
                <a:latin typeface="BIZ UDPゴシック" panose="020B0400000000000000" pitchFamily="50" charset="-128"/>
                <a:ea typeface="BIZ UDPゴシック" panose="020B0400000000000000" pitchFamily="50" charset="-128"/>
              </a:defRPr>
            </a:lvl2pPr>
            <a:lvl3pPr>
              <a:defRPr>
                <a:latin typeface="BIZ UDPゴシック" panose="020B0400000000000000" pitchFamily="50" charset="-128"/>
                <a:ea typeface="BIZ UDPゴシック" panose="020B0400000000000000" pitchFamily="50" charset="-128"/>
              </a:defRPr>
            </a:lvl3pPr>
            <a:lvl4pPr>
              <a:defRPr>
                <a:latin typeface="BIZ UDPゴシック" panose="020B0400000000000000" pitchFamily="50" charset="-128"/>
                <a:ea typeface="BIZ UDPゴシック" panose="020B0400000000000000" pitchFamily="50" charset="-128"/>
              </a:defRPr>
            </a:lvl4pPr>
            <a:lvl5pPr>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6" name="Rectangle 6">
            <a:extLst>
              <a:ext uri="{FF2B5EF4-FFF2-40B4-BE49-F238E27FC236}">
                <a16:creationId xmlns:a16="http://schemas.microsoft.com/office/drawing/2014/main" id="{101701D8-2655-4364-A1CC-F63E88A9B833}"/>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5" name="Rectangle 5">
            <a:extLst>
              <a:ext uri="{FF2B5EF4-FFF2-40B4-BE49-F238E27FC236}">
                <a16:creationId xmlns:a16="http://schemas.microsoft.com/office/drawing/2014/main" id="{DAFE0410-6CDA-6DC1-4B56-83230C710187}"/>
              </a:ext>
            </a:extLst>
          </p:cNvPr>
          <p:cNvSpPr>
            <a:spLocks noGrp="1" noChangeArrowheads="1"/>
          </p:cNvSpPr>
          <p:nvPr>
            <p:ph type="ftr" sz="quarter" idx="11"/>
          </p:nvPr>
        </p:nvSpPr>
        <p:spPr>
          <a:xfrm>
            <a:off x="119336" y="6555804"/>
            <a:ext cx="5048251" cy="252264"/>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Tree>
    <p:extLst>
      <p:ext uri="{BB962C8B-B14F-4D97-AF65-F5344CB8AC3E}">
        <p14:creationId xmlns:p14="http://schemas.microsoft.com/office/powerpoint/2010/main" val="17954691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898656" y="260648"/>
            <a:ext cx="10957984" cy="501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ja-JP" dirty="0" err="1"/>
              <a:t>マスタ</a:t>
            </a:r>
            <a:r>
              <a:rPr lang="en-US" altLang="ja-JP" dirty="0"/>
              <a:t> </a:t>
            </a:r>
            <a:r>
              <a:rPr lang="en-US" altLang="ja-JP" dirty="0" err="1"/>
              <a:t>タイトルの書式設定</a:t>
            </a:r>
            <a:endParaRPr lang="en-US" altLang="ja-JP" dirty="0"/>
          </a:p>
        </p:txBody>
      </p:sp>
      <p:sp>
        <p:nvSpPr>
          <p:cNvPr id="2" name="Rectangle 6">
            <a:extLst>
              <a:ext uri="{FF2B5EF4-FFF2-40B4-BE49-F238E27FC236}">
                <a16:creationId xmlns:a16="http://schemas.microsoft.com/office/drawing/2014/main" id="{91A1ECCD-F85D-D247-549B-2E41B84C18AE}"/>
              </a:ext>
            </a:extLst>
          </p:cNvPr>
          <p:cNvSpPr>
            <a:spLocks noGrp="1" noChangeArrowheads="1"/>
          </p:cNvSpPr>
          <p:nvPr>
            <p:ph type="sldNum" sz="quarter" idx="4"/>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11553269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8" r:id="rId3"/>
    <p:sldLayoutId id="2147483664" r:id="rId4"/>
    <p:sldLayoutId id="2147483666" r:id="rId5"/>
    <p:sldLayoutId id="2147483667" r:id="rId6"/>
  </p:sldLayoutIdLst>
  <p:hf sldNum="0" hdr="0" dt="0"/>
  <p:txStyles>
    <p:titleStyle>
      <a:lvl1pPr algn="l" rtl="0" eaLnBrk="1" fontAlgn="base" hangingPunct="1">
        <a:spcBef>
          <a:spcPct val="0"/>
        </a:spcBef>
        <a:spcAft>
          <a:spcPct val="0"/>
        </a:spcAft>
        <a:defRPr kumimoji="1" sz="2800" b="1">
          <a:solidFill>
            <a:schemeClr val="tx2"/>
          </a:solidFill>
          <a:latin typeface="BIZ UDPゴシック" panose="020B0400000000000000" pitchFamily="50" charset="-128"/>
          <a:ea typeface="BIZ UDPゴシック" panose="020B0400000000000000" pitchFamily="50" charset="-128"/>
          <a:cs typeface="+mj-cs"/>
        </a:defRPr>
      </a:lvl1pPr>
      <a:lvl2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2pPr>
      <a:lvl3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3pPr>
      <a:lvl4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4pPr>
      <a:lvl5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5pPr>
      <a:lvl6pPr marL="4572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6pPr>
      <a:lvl7pPr marL="9144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7pPr>
      <a:lvl8pPr marL="13716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8pPr>
      <a:lvl9pPr marL="18288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9pPr>
    </p:titleStyle>
    <p:bodyStyle>
      <a:lvl1pPr marL="342900" indent="-342900" algn="l" rtl="0" eaLnBrk="1" fontAlgn="base" hangingPunct="1">
        <a:lnSpc>
          <a:spcPct val="150000"/>
        </a:lnSpc>
        <a:spcBef>
          <a:spcPct val="20000"/>
        </a:spcBef>
        <a:spcAft>
          <a:spcPct val="0"/>
        </a:spcAft>
        <a:buClr>
          <a:schemeClr val="tx1">
            <a:lumMod val="75000"/>
            <a:lumOff val="25000"/>
          </a:schemeClr>
        </a:buClr>
        <a:buSzPct val="65000"/>
        <a:buFont typeface="Wingdings" panose="05000000000000000000" pitchFamily="2" charset="2"/>
        <a:buChar char="n"/>
        <a:defRPr kumimoji="1" sz="2000" b="1">
          <a:solidFill>
            <a:schemeClr val="tx1"/>
          </a:solidFill>
          <a:latin typeface="FOT-UD丸ゴ_ラージ Pr6 M" panose="02020400000000000000" pitchFamily="18" charset="-128"/>
          <a:ea typeface="FOT-UD丸ゴ_ラージ Pr6 M" panose="02020400000000000000" pitchFamily="18" charset="-128"/>
          <a:cs typeface="+mn-cs"/>
        </a:defRPr>
      </a:lvl1pPr>
      <a:lvl2pPr marL="669925" indent="-325438" algn="l" rtl="0" eaLnBrk="1" fontAlgn="base" hangingPunct="1">
        <a:lnSpc>
          <a:spcPct val="150000"/>
        </a:lnSpc>
        <a:spcBef>
          <a:spcPct val="20000"/>
        </a:spcBef>
        <a:spcAft>
          <a:spcPct val="0"/>
        </a:spcAft>
        <a:buClr>
          <a:schemeClr val="tx1">
            <a:lumMod val="75000"/>
            <a:lumOff val="25000"/>
          </a:schemeClr>
        </a:buClr>
        <a:buSzPct val="60000"/>
        <a:buFont typeface="Wingdings" panose="05000000000000000000" pitchFamily="2" charset="2"/>
        <a:buChar char="n"/>
        <a:defRPr kumimoji="1" sz="1800" b="1">
          <a:solidFill>
            <a:schemeClr val="tx1"/>
          </a:solidFill>
          <a:latin typeface="FOT-UD丸ゴ_ラージ Pr6 M" panose="02020400000000000000" pitchFamily="18" charset="-128"/>
          <a:ea typeface="FOT-UD丸ゴ_ラージ Pr6 M" panose="02020400000000000000" pitchFamily="18" charset="-128"/>
        </a:defRPr>
      </a:lvl2pPr>
      <a:lvl3pPr marL="1022350" indent="-350838" algn="l" rtl="0" eaLnBrk="1" fontAlgn="base" hangingPunct="1">
        <a:lnSpc>
          <a:spcPct val="150000"/>
        </a:lnSpc>
        <a:spcBef>
          <a:spcPct val="20000"/>
        </a:spcBef>
        <a:spcAft>
          <a:spcPct val="0"/>
        </a:spcAft>
        <a:buClr>
          <a:schemeClr val="tx1">
            <a:lumMod val="75000"/>
            <a:lumOff val="25000"/>
          </a:schemeClr>
        </a:buClr>
        <a:buSzPct val="65000"/>
        <a:buFont typeface="Wingdings" panose="05000000000000000000" pitchFamily="2" charset="2"/>
        <a:buChar char="n"/>
        <a:defRPr kumimoji="1" sz="1600" b="1">
          <a:solidFill>
            <a:schemeClr val="tx1"/>
          </a:solidFill>
          <a:latin typeface="FOT-UD丸ゴ_ラージ Pr6 M" panose="02020400000000000000" pitchFamily="18" charset="-128"/>
          <a:ea typeface="FOT-UD丸ゴ_ラージ Pr6 M" panose="02020400000000000000" pitchFamily="18" charset="-128"/>
        </a:defRPr>
      </a:lvl3pPr>
      <a:lvl4pPr marL="1339850" indent="-315913" algn="l" rtl="0" eaLnBrk="1" fontAlgn="base" hangingPunct="1">
        <a:lnSpc>
          <a:spcPct val="150000"/>
        </a:lnSpc>
        <a:spcBef>
          <a:spcPct val="20000"/>
        </a:spcBef>
        <a:spcAft>
          <a:spcPct val="0"/>
        </a:spcAft>
        <a:buClr>
          <a:schemeClr val="tx1">
            <a:lumMod val="75000"/>
            <a:lumOff val="25000"/>
          </a:schemeClr>
        </a:buClr>
        <a:buSzPct val="70000"/>
        <a:buFont typeface="Wingdings" panose="05000000000000000000" pitchFamily="2" charset="2"/>
        <a:buChar char="n"/>
        <a:defRPr kumimoji="1" sz="1400" b="1">
          <a:solidFill>
            <a:schemeClr val="tx1"/>
          </a:solidFill>
          <a:latin typeface="FOT-UD丸ゴ_ラージ Pr6 M" panose="02020400000000000000" pitchFamily="18" charset="-128"/>
          <a:ea typeface="FOT-UD丸ゴ_ラージ Pr6 M" panose="02020400000000000000" pitchFamily="18" charset="-128"/>
        </a:defRPr>
      </a:lvl4pPr>
      <a:lvl5pPr marL="1681163" indent="-339725" algn="l" rtl="0" eaLnBrk="1" fontAlgn="base" hangingPunct="1">
        <a:lnSpc>
          <a:spcPct val="150000"/>
        </a:lnSpc>
        <a:spcBef>
          <a:spcPct val="20000"/>
        </a:spcBef>
        <a:spcAft>
          <a:spcPct val="0"/>
        </a:spcAft>
        <a:buClr>
          <a:schemeClr val="tx1">
            <a:lumMod val="75000"/>
            <a:lumOff val="25000"/>
          </a:schemeClr>
        </a:buClr>
        <a:buSzPct val="75000"/>
        <a:buFont typeface="Wingdings" panose="05000000000000000000" pitchFamily="2" charset="2"/>
        <a:buChar char="n"/>
        <a:defRPr kumimoji="1" sz="1200" b="1">
          <a:solidFill>
            <a:schemeClr val="tx1"/>
          </a:solidFill>
          <a:latin typeface="FOT-UD丸ゴ_ラージ Pr6 M" panose="02020400000000000000" pitchFamily="18" charset="-128"/>
          <a:ea typeface="FOT-UD丸ゴ_ラージ Pr6 M" panose="02020400000000000000" pitchFamily="18" charset="-128"/>
        </a:defRPr>
      </a:lvl5pPr>
      <a:lvl6pPr marL="21383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6pPr>
      <a:lvl7pPr marL="25955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7pPr>
      <a:lvl8pPr marL="30527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8pPr>
      <a:lvl9pPr marL="35099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exportrange">
            <a:extLst>
              <a:ext uri="{FF2B5EF4-FFF2-40B4-BE49-F238E27FC236}">
                <a16:creationId xmlns:a16="http://schemas.microsoft.com/office/drawing/2014/main" id="{8462E5EB-73EE-E5B6-567C-10F69DA90F1C}"/>
              </a:ext>
            </a:extLst>
          </p:cNvPr>
          <p:cNvSpPr/>
          <p:nvPr/>
        </p:nvSpPr>
        <p:spPr bwMode="auto">
          <a:xfrm>
            <a:off x="623392" y="954920"/>
            <a:ext cx="10824782" cy="1858118"/>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6" name="keyvisual">
            <a:extLst>
              <a:ext uri="{FF2B5EF4-FFF2-40B4-BE49-F238E27FC236}">
                <a16:creationId xmlns:a16="http://schemas.microsoft.com/office/drawing/2014/main" id="{F19920DB-C718-A1C6-D667-1FD6C90DED0E}"/>
              </a:ext>
            </a:extLst>
          </p:cNvPr>
          <p:cNvSpPr/>
          <p:nvPr/>
        </p:nvSpPr>
        <p:spPr bwMode="auto">
          <a:xfrm>
            <a:off x="739026" y="2904486"/>
            <a:ext cx="10420746" cy="3548850"/>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DF2C10AA-AFC9-04E7-6FD9-0422F716289F}"/>
              </a:ext>
            </a:extLst>
          </p:cNvPr>
          <p:cNvSpPr>
            <a:spLocks noGrp="1"/>
          </p:cNvSpPr>
          <p:nvPr>
            <p:ph type="title"/>
          </p:nvPr>
        </p:nvSpPr>
        <p:spPr/>
        <p:txBody>
          <a:bodyPr/>
          <a:lstStyle/>
          <a:p>
            <a:r>
              <a:rPr kumimoji="1" lang="en-US" altLang="ja-JP"/>
              <a:t>TITLE</a:t>
            </a:r>
            <a:r>
              <a:rPr kumimoji="1" lang="ja-JP" altLang="en-US"/>
              <a:t>、</a:t>
            </a:r>
            <a:r>
              <a:rPr kumimoji="1" lang="en-US" altLang="ja-JP"/>
              <a:t>FILENAME</a:t>
            </a:r>
            <a:r>
              <a:rPr kumimoji="1" lang="ja-JP" altLang="en-US"/>
              <a:t>置換</a:t>
            </a:r>
          </a:p>
        </p:txBody>
      </p:sp>
      <p:sp>
        <p:nvSpPr>
          <p:cNvPr id="3" name="フッター プレースホルダー 2">
            <a:extLst>
              <a:ext uri="{FF2B5EF4-FFF2-40B4-BE49-F238E27FC236}">
                <a16:creationId xmlns:a16="http://schemas.microsoft.com/office/drawing/2014/main" id="{9D9D1AEB-A653-E353-2924-C4320726663C}"/>
              </a:ext>
            </a:extLst>
          </p:cNvPr>
          <p:cNvSpPr>
            <a:spLocks noGrp="1"/>
          </p:cNvSpPr>
          <p:nvPr>
            <p:ph type="ftr" sz="quarter" idx="11"/>
          </p:nvPr>
        </p:nvSpPr>
        <p:spPr/>
        <p:txBody>
          <a:bodyPr/>
          <a:lstStyle/>
          <a:p>
            <a:r>
              <a:rPr lang="en-US" altLang="ja-JP"/>
              <a:t>Copyright 2026 </a:t>
            </a:r>
            <a:r>
              <a:rPr lang="ja-JP" altLang="en-US"/>
              <a:t>アイデアクラフト </a:t>
            </a:r>
            <a:r>
              <a:rPr lang="en-US" altLang="ja-JP"/>
              <a:t>Kaimai Mizuhiro</a:t>
            </a:r>
            <a:endParaRPr lang="ja-JP" altLang="en-US" dirty="0"/>
          </a:p>
        </p:txBody>
      </p:sp>
      <p:sp>
        <p:nvSpPr>
          <p:cNvPr id="33" name="テキスト ボックス 32">
            <a:extLst>
              <a:ext uri="{FF2B5EF4-FFF2-40B4-BE49-F238E27FC236}">
                <a16:creationId xmlns:a16="http://schemas.microsoft.com/office/drawing/2014/main" id="{4A9E561F-3202-EC6B-A845-34025BBBBFCE}"/>
              </a:ext>
            </a:extLst>
          </p:cNvPr>
          <p:cNvSpPr txBox="1"/>
          <p:nvPr/>
        </p:nvSpPr>
        <p:spPr bwMode="auto">
          <a:xfrm>
            <a:off x="2686070" y="1916832"/>
            <a:ext cx="83064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defRPr sz="1600" kern="0">
                <a:latin typeface="BIZ UDPゴシック" panose="020B0400000000000000" pitchFamily="50" charset="-128"/>
                <a:ea typeface="BIZ UDPゴシック" panose="020B0400000000000000" pitchFamily="50" charset="-128"/>
              </a:defRPr>
            </a:lvl1pPr>
          </a:lstStyle>
          <a:p>
            <a:r>
              <a:rPr lang="en-US" altLang="ja-JP"/>
              <a:t>pptmdmerge   pptmerge title_filename_recipe.yaml  --force</a:t>
            </a:r>
          </a:p>
        </p:txBody>
      </p:sp>
      <p:sp>
        <p:nvSpPr>
          <p:cNvPr id="34" name="テキスト ボックス 33">
            <a:extLst>
              <a:ext uri="{FF2B5EF4-FFF2-40B4-BE49-F238E27FC236}">
                <a16:creationId xmlns:a16="http://schemas.microsoft.com/office/drawing/2014/main" id="{EE0158F8-3118-DE46-AA56-1D8CABAF59F4}"/>
              </a:ext>
            </a:extLst>
          </p:cNvPr>
          <p:cNvSpPr txBox="1"/>
          <p:nvPr/>
        </p:nvSpPr>
        <p:spPr bwMode="auto">
          <a:xfrm>
            <a:off x="739026" y="1916832"/>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lang="ja-JP" altLang="en-US" sz="1600" kern="0">
                <a:solidFill>
                  <a:schemeClr val="bg1"/>
                </a:solidFill>
                <a:latin typeface="BIZ UDPゴシック" panose="020B0400000000000000" pitchFamily="50" charset="-128"/>
                <a:ea typeface="BIZ UDPゴシック" panose="020B0400000000000000" pitchFamily="50" charset="-128"/>
              </a:rPr>
              <a:t>起動コマンド例</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35" name="テキスト ボックス 34">
            <a:extLst>
              <a:ext uri="{FF2B5EF4-FFF2-40B4-BE49-F238E27FC236}">
                <a16:creationId xmlns:a16="http://schemas.microsoft.com/office/drawing/2014/main" id="{AE12C02D-E7B8-7F68-10F1-94D7D353FDA0}"/>
              </a:ext>
            </a:extLst>
          </p:cNvPr>
          <p:cNvSpPr txBox="1"/>
          <p:nvPr/>
        </p:nvSpPr>
        <p:spPr bwMode="auto">
          <a:xfrm>
            <a:off x="2686070" y="1042744"/>
            <a:ext cx="25025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en-US" altLang="ja-JP" sz="1600" kern="0">
                <a:latin typeface="BIZ UDPゴシック" panose="020B0400000000000000" pitchFamily="50" charset="-128"/>
                <a:ea typeface="BIZ UDPゴシック" panose="020B0400000000000000" pitchFamily="50" charset="-128"/>
              </a:rPr>
              <a:t>pptmerge</a:t>
            </a:r>
          </a:p>
        </p:txBody>
      </p:sp>
      <p:sp>
        <p:nvSpPr>
          <p:cNvPr id="36" name="テキスト ボックス 35">
            <a:extLst>
              <a:ext uri="{FF2B5EF4-FFF2-40B4-BE49-F238E27FC236}">
                <a16:creationId xmlns:a16="http://schemas.microsoft.com/office/drawing/2014/main" id="{7FE60B26-1C28-91A1-533D-80CB752E0150}"/>
              </a:ext>
            </a:extLst>
          </p:cNvPr>
          <p:cNvSpPr txBox="1"/>
          <p:nvPr/>
        </p:nvSpPr>
        <p:spPr bwMode="auto">
          <a:xfrm>
            <a:off x="739026" y="1042744"/>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lang="ja-JP" altLang="en-US" sz="1600" kern="0">
                <a:solidFill>
                  <a:schemeClr val="bg1"/>
                </a:solidFill>
                <a:latin typeface="BIZ UDPゴシック" panose="020B0400000000000000" pitchFamily="50" charset="-128"/>
                <a:ea typeface="BIZ UDPゴシック" panose="020B0400000000000000" pitchFamily="50" charset="-128"/>
              </a:rPr>
              <a:t>サブコマンド名</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37" name="テキスト ボックス 36">
            <a:extLst>
              <a:ext uri="{FF2B5EF4-FFF2-40B4-BE49-F238E27FC236}">
                <a16:creationId xmlns:a16="http://schemas.microsoft.com/office/drawing/2014/main" id="{B27F4962-5E63-7FA3-1DEE-0DC3FD751080}"/>
              </a:ext>
            </a:extLst>
          </p:cNvPr>
          <p:cNvSpPr txBox="1"/>
          <p:nvPr/>
        </p:nvSpPr>
        <p:spPr bwMode="auto">
          <a:xfrm>
            <a:off x="739026" y="1484784"/>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lang="ja-JP" altLang="en-US" sz="1600" kern="0">
                <a:solidFill>
                  <a:schemeClr val="bg1"/>
                </a:solidFill>
                <a:latin typeface="BIZ UDPゴシック" panose="020B0400000000000000" pitchFamily="50" charset="-128"/>
                <a:ea typeface="BIZ UDPゴシック" panose="020B0400000000000000" pitchFamily="50" charset="-128"/>
              </a:rPr>
              <a:t>機能概要</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38" name="テキスト ボックス 37">
            <a:extLst>
              <a:ext uri="{FF2B5EF4-FFF2-40B4-BE49-F238E27FC236}">
                <a16:creationId xmlns:a16="http://schemas.microsoft.com/office/drawing/2014/main" id="{0D7BFA0D-1443-45A8-6C2B-3DCA36B4EDFB}"/>
              </a:ext>
            </a:extLst>
          </p:cNvPr>
          <p:cNvSpPr txBox="1"/>
          <p:nvPr/>
        </p:nvSpPr>
        <p:spPr bwMode="auto">
          <a:xfrm>
            <a:off x="2686070" y="1484784"/>
            <a:ext cx="830647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ja-JP" altLang="en-US" sz="1600" kern="0">
                <a:latin typeface="BIZ UDPゴシック" panose="020B0400000000000000" pitchFamily="50" charset="-128"/>
                <a:ea typeface="BIZ UDPゴシック" panose="020B0400000000000000" pitchFamily="50" charset="-128"/>
              </a:rPr>
              <a:t>スライド中の特殊定数を置換する</a:t>
            </a:r>
            <a:endParaRPr kumimoji="1" lang="en-US" altLang="ja-JP" sz="1600" kern="0">
              <a:latin typeface="BIZ UDPゴシック" panose="020B0400000000000000" pitchFamily="50" charset="-128"/>
              <a:ea typeface="BIZ UDPゴシック" panose="020B0400000000000000" pitchFamily="50" charset="-128"/>
            </a:endParaRPr>
          </a:p>
        </p:txBody>
      </p:sp>
      <p:sp>
        <p:nvSpPr>
          <p:cNvPr id="39" name="正方形/長方形 38">
            <a:extLst>
              <a:ext uri="{FF2B5EF4-FFF2-40B4-BE49-F238E27FC236}">
                <a16:creationId xmlns:a16="http://schemas.microsoft.com/office/drawing/2014/main" id="{09071F12-387C-5A22-939B-F2200B79350D}"/>
              </a:ext>
            </a:extLst>
          </p:cNvPr>
          <p:cNvSpPr/>
          <p:nvPr/>
        </p:nvSpPr>
        <p:spPr bwMode="auto">
          <a:xfrm>
            <a:off x="8472264" y="195005"/>
            <a:ext cx="3393824" cy="499264"/>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algn="ctr" eaLnBrk="1" hangingPunct="1"/>
            <a:r>
              <a:rPr lang="en-US" altLang="ja-JP" sz="1400">
                <a:latin typeface="BIZ UDPゴシック" panose="020B0400000000000000" pitchFamily="50" charset="-128"/>
                <a:ea typeface="BIZ UDPゴシック" panose="020B0400000000000000" pitchFamily="50" charset="-128"/>
              </a:rPr>
              <a:t>title_filename_guide.pptx</a:t>
            </a:r>
            <a:endParaRPr lang="ja-JP" altLang="en-US" sz="1400">
              <a:latin typeface="BIZ UDPゴシック" panose="020B0400000000000000" pitchFamily="50" charset="-128"/>
              <a:ea typeface="BIZ UDPゴシック" panose="020B0400000000000000" pitchFamily="50" charset="-128"/>
            </a:endParaRPr>
          </a:p>
        </p:txBody>
      </p:sp>
      <p:sp>
        <p:nvSpPr>
          <p:cNvPr id="40" name="テキスト ボックス 39">
            <a:extLst>
              <a:ext uri="{FF2B5EF4-FFF2-40B4-BE49-F238E27FC236}">
                <a16:creationId xmlns:a16="http://schemas.microsoft.com/office/drawing/2014/main" id="{D945FCB6-CA3A-FC29-44E0-9550E5D3849C}"/>
              </a:ext>
            </a:extLst>
          </p:cNvPr>
          <p:cNvSpPr txBox="1"/>
          <p:nvPr/>
        </p:nvSpPr>
        <p:spPr bwMode="auto">
          <a:xfrm>
            <a:off x="2686070" y="2338265"/>
            <a:ext cx="83064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defRPr sz="1600" kern="0">
                <a:latin typeface="BIZ UDPゴシック" panose="020B0400000000000000" pitchFamily="50" charset="-128"/>
                <a:ea typeface="BIZ UDPゴシック" panose="020B0400000000000000" pitchFamily="50" charset="-128"/>
              </a:defRPr>
            </a:lvl1pPr>
          </a:lstStyle>
          <a:p>
            <a:r>
              <a:rPr lang="ja-JP" altLang="en-US"/>
              <a:t>特殊定数</a:t>
            </a:r>
            <a:endParaRPr lang="en-US" altLang="ja-JP"/>
          </a:p>
        </p:txBody>
      </p:sp>
      <p:sp>
        <p:nvSpPr>
          <p:cNvPr id="41" name="テキスト ボックス 40">
            <a:extLst>
              <a:ext uri="{FF2B5EF4-FFF2-40B4-BE49-F238E27FC236}">
                <a16:creationId xmlns:a16="http://schemas.microsoft.com/office/drawing/2014/main" id="{D24990FC-3ADD-D38C-1E73-075BCF1E9CDF}"/>
              </a:ext>
            </a:extLst>
          </p:cNvPr>
          <p:cNvSpPr txBox="1"/>
          <p:nvPr/>
        </p:nvSpPr>
        <p:spPr bwMode="auto">
          <a:xfrm>
            <a:off x="739026" y="2338265"/>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kumimoji="1" lang="ja-JP" altLang="en-US" sz="1600" kern="0">
                <a:solidFill>
                  <a:schemeClr val="bg1"/>
                </a:solidFill>
                <a:latin typeface="BIZ UDPゴシック" panose="020B0400000000000000" pitchFamily="50" charset="-128"/>
                <a:ea typeface="BIZ UDPゴシック" panose="020B0400000000000000" pitchFamily="50" charset="-128"/>
              </a:rPr>
              <a:t>関連キーワード</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20" name="テキスト ボックス 19">
            <a:extLst>
              <a:ext uri="{FF2B5EF4-FFF2-40B4-BE49-F238E27FC236}">
                <a16:creationId xmlns:a16="http://schemas.microsoft.com/office/drawing/2014/main" id="{FFE381D9-F00C-E5BA-3584-ABDCA945B09F}"/>
              </a:ext>
            </a:extLst>
          </p:cNvPr>
          <p:cNvSpPr txBox="1"/>
          <p:nvPr/>
        </p:nvSpPr>
        <p:spPr bwMode="auto">
          <a:xfrm>
            <a:off x="5471509" y="1042744"/>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lang="ja-JP" altLang="en-US" sz="1600" kern="0">
                <a:solidFill>
                  <a:schemeClr val="bg1"/>
                </a:solidFill>
                <a:latin typeface="BIZ UDPゴシック" panose="020B0400000000000000" pitchFamily="50" charset="-128"/>
                <a:ea typeface="BIZ UDPゴシック" panose="020B0400000000000000" pitchFamily="50" charset="-128"/>
              </a:rPr>
              <a:t>サンプルフォルダ</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21" name="テキスト ボックス 20">
            <a:extLst>
              <a:ext uri="{FF2B5EF4-FFF2-40B4-BE49-F238E27FC236}">
                <a16:creationId xmlns:a16="http://schemas.microsoft.com/office/drawing/2014/main" id="{12491889-C51E-5A48-83B2-129353663E72}"/>
              </a:ext>
            </a:extLst>
          </p:cNvPr>
          <p:cNvSpPr txBox="1"/>
          <p:nvPr/>
        </p:nvSpPr>
        <p:spPr bwMode="auto">
          <a:xfrm>
            <a:off x="7582968" y="1042744"/>
            <a:ext cx="386520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600" kern="0">
                <a:latin typeface="BIZ UDPゴシック" panose="020B0400000000000000" pitchFamily="50" charset="-128"/>
                <a:ea typeface="BIZ UDPゴシック" panose="020B0400000000000000" pitchFamily="50" charset="-128"/>
              </a:rPr>
              <a:t>pm11_title_filename</a:t>
            </a:r>
            <a:endParaRPr kumimoji="1" lang="en-US" altLang="ja-JP" sz="1600" kern="0">
              <a:latin typeface="BIZ UDPゴシック" panose="020B0400000000000000" pitchFamily="50" charset="-128"/>
              <a:ea typeface="BIZ UDPゴシック" panose="020B0400000000000000" pitchFamily="50" charset="-128"/>
            </a:endParaRPr>
          </a:p>
        </p:txBody>
      </p:sp>
      <p:sp>
        <p:nvSpPr>
          <p:cNvPr id="4" name="テキスト ボックス 3">
            <a:extLst>
              <a:ext uri="{FF2B5EF4-FFF2-40B4-BE49-F238E27FC236}">
                <a16:creationId xmlns:a16="http://schemas.microsoft.com/office/drawing/2014/main" id="{E7488A7F-548F-73BD-018C-9867074418D8}"/>
              </a:ext>
            </a:extLst>
          </p:cNvPr>
          <p:cNvSpPr txBox="1"/>
          <p:nvPr/>
        </p:nvSpPr>
        <p:spPr bwMode="auto">
          <a:xfrm>
            <a:off x="739026" y="3010936"/>
            <a:ext cx="105415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ja-JP" altLang="en-US" kern="0">
                <a:latin typeface="BIZ UDPゴシック" panose="020B0400000000000000" pitchFamily="50" charset="-128"/>
                <a:ea typeface="BIZ UDPゴシック" panose="020B0400000000000000" pitchFamily="50" charset="-128"/>
              </a:rPr>
              <a:t>スライド上および </a:t>
            </a:r>
            <a:r>
              <a:rPr kumimoji="1" lang="en-US" altLang="ja-JP" kern="0">
                <a:latin typeface="BIZ UDPゴシック" panose="020B0400000000000000" pitchFamily="50" charset="-128"/>
                <a:ea typeface="BIZ UDPゴシック" panose="020B0400000000000000" pitchFamily="50" charset="-128"/>
              </a:rPr>
              <a:t>note </a:t>
            </a:r>
            <a:r>
              <a:rPr kumimoji="1" lang="ja-JP" altLang="en-US" kern="0">
                <a:latin typeface="BIZ UDPゴシック" panose="020B0400000000000000" pitchFamily="50" charset="-128"/>
                <a:ea typeface="BIZ UDPゴシック" panose="020B0400000000000000" pitchFamily="50" charset="-128"/>
              </a:rPr>
              <a:t>の下記の</a:t>
            </a:r>
            <a:r>
              <a:rPr lang="ja-JP" altLang="en-US" kern="0">
                <a:latin typeface="BIZ UDPゴシック" panose="020B0400000000000000" pitchFamily="50" charset="-128"/>
                <a:ea typeface="BIZ UDPゴシック" panose="020B0400000000000000" pitchFamily="50" charset="-128"/>
              </a:rPr>
              <a:t>記述（特殊定数）</a:t>
            </a:r>
            <a:r>
              <a:rPr kumimoji="1" lang="ja-JP" altLang="en-US" kern="0">
                <a:latin typeface="BIZ UDPゴシック" panose="020B0400000000000000" pitchFamily="50" charset="-128"/>
                <a:ea typeface="BIZ UDPゴシック" panose="020B0400000000000000" pitchFamily="50" charset="-128"/>
              </a:rPr>
              <a:t>はそれぞれ該当する情報に置換されます。</a:t>
            </a:r>
            <a:endParaRPr kumimoji="1" lang="en-US" altLang="ja-JP" kern="0">
              <a:latin typeface="BIZ UDPゴシック" panose="020B0400000000000000" pitchFamily="50" charset="-128"/>
              <a:ea typeface="BIZ UDPゴシック" panose="020B0400000000000000" pitchFamily="50" charset="-128"/>
            </a:endParaRPr>
          </a:p>
        </p:txBody>
      </p:sp>
      <p:graphicFrame>
        <p:nvGraphicFramePr>
          <p:cNvPr id="5" name="表 4">
            <a:extLst>
              <a:ext uri="{FF2B5EF4-FFF2-40B4-BE49-F238E27FC236}">
                <a16:creationId xmlns:a16="http://schemas.microsoft.com/office/drawing/2014/main" id="{678F86ED-5178-3B1F-E531-99CDB421056D}"/>
              </a:ext>
            </a:extLst>
          </p:cNvPr>
          <p:cNvGraphicFramePr>
            <a:graphicFrameLocks noGrp="1"/>
          </p:cNvGraphicFramePr>
          <p:nvPr>
            <p:extLst>
              <p:ext uri="{D42A27DB-BD31-4B8C-83A1-F6EECF244321}">
                <p14:modId xmlns:p14="http://schemas.microsoft.com/office/powerpoint/2010/main" val="146354747"/>
              </p:ext>
            </p:extLst>
          </p:nvPr>
        </p:nvGraphicFramePr>
        <p:xfrm>
          <a:off x="1847528" y="3592572"/>
          <a:ext cx="8128000" cy="226526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3489670388"/>
                    </a:ext>
                  </a:extLst>
                </a:gridCol>
                <a:gridCol w="4064000">
                  <a:extLst>
                    <a:ext uri="{9D8B030D-6E8A-4147-A177-3AD203B41FA5}">
                      <a16:colId xmlns:a16="http://schemas.microsoft.com/office/drawing/2014/main" val="1618597918"/>
                    </a:ext>
                  </a:extLst>
                </a:gridCol>
              </a:tblGrid>
              <a:tr h="453052">
                <a:tc>
                  <a:txBody>
                    <a:bodyPr/>
                    <a:lstStyle/>
                    <a:p>
                      <a:pPr algn="ctr"/>
                      <a:r>
                        <a:rPr kumimoji="1" lang="ja-JP" altLang="en-US">
                          <a:latin typeface="BIZ UDPゴシック" panose="020B0400000000000000" pitchFamily="50" charset="-128"/>
                          <a:ea typeface="BIZ UDPゴシック" panose="020B0400000000000000" pitchFamily="50" charset="-128"/>
                        </a:rPr>
                        <a:t>特殊定数</a:t>
                      </a:r>
                    </a:p>
                  </a:txBody>
                  <a:tcPr>
                    <a:solidFill>
                      <a:schemeClr val="accent3">
                        <a:lumMod val="40000"/>
                        <a:lumOff val="60000"/>
                      </a:schemeClr>
                    </a:solidFill>
                  </a:tcPr>
                </a:tc>
                <a:tc>
                  <a:txBody>
                    <a:bodyPr/>
                    <a:lstStyle/>
                    <a:p>
                      <a:pPr algn="ctr"/>
                      <a:r>
                        <a:rPr kumimoji="1" lang="ja-JP" altLang="en-US">
                          <a:latin typeface="BIZ UDPゴシック" panose="020B0400000000000000" pitchFamily="50" charset="-128"/>
                          <a:ea typeface="BIZ UDPゴシック" panose="020B0400000000000000" pitchFamily="50" charset="-128"/>
                        </a:rPr>
                        <a:t>置換文字列</a:t>
                      </a:r>
                    </a:p>
                  </a:txBody>
                  <a:tcPr>
                    <a:solidFill>
                      <a:schemeClr val="accent3">
                        <a:lumMod val="40000"/>
                        <a:lumOff val="60000"/>
                      </a:schemeClr>
                    </a:solidFill>
                  </a:tcPr>
                </a:tc>
                <a:extLst>
                  <a:ext uri="{0D108BD9-81ED-4DB2-BD59-A6C34878D82A}">
                    <a16:rowId xmlns:a16="http://schemas.microsoft.com/office/drawing/2014/main" val="543819335"/>
                  </a:ext>
                </a:extLst>
              </a:tr>
              <a:tr h="453052">
                <a:tc>
                  <a:txBody>
                    <a:bodyPr/>
                    <a:lstStyle/>
                    <a:p>
                      <a:endParaRPr kumimoji="1" lang="ja-JP" altLang="en-US">
                        <a:latin typeface="Moralerspace Xenon HW" panose="020B0509020203020207" pitchFamily="49" charset="-128"/>
                        <a:ea typeface="Moralerspace Xenon HW" panose="020B0509020203020207" pitchFamily="49" charset="-128"/>
                        <a:cs typeface="Moralerspace Xenon HW" panose="020B0509020203020207" pitchFamily="49" charset="-128"/>
                      </a:endParaRPr>
                    </a:p>
                  </a:txBody>
                  <a:tcPr/>
                </a:tc>
                <a:tc>
                  <a:txBody>
                    <a:bodyPr/>
                    <a:lstStyle/>
                    <a:p>
                      <a:r>
                        <a:rPr kumimoji="1" lang="en-US" altLang="ja-JP">
                          <a:latin typeface="BIZ UDPゴシック" panose="020B0400000000000000" pitchFamily="50" charset="-128"/>
                          <a:ea typeface="BIZ UDPゴシック" panose="020B0400000000000000" pitchFamily="50" charset="-128"/>
                        </a:rPr>
                        <a:t> PPTX</a:t>
                      </a:r>
                      <a:r>
                        <a:rPr kumimoji="1" lang="ja-JP" altLang="en-US">
                          <a:latin typeface="BIZ UDPゴシック" panose="020B0400000000000000" pitchFamily="50" charset="-128"/>
                          <a:ea typeface="BIZ UDPゴシック" panose="020B0400000000000000" pitchFamily="50" charset="-128"/>
                        </a:rPr>
                        <a:t>ファイル名（拡張子つき）</a:t>
                      </a:r>
                    </a:p>
                  </a:txBody>
                  <a:tcPr/>
                </a:tc>
                <a:extLst>
                  <a:ext uri="{0D108BD9-81ED-4DB2-BD59-A6C34878D82A}">
                    <a16:rowId xmlns:a16="http://schemas.microsoft.com/office/drawing/2014/main" val="1635175032"/>
                  </a:ext>
                </a:extLst>
              </a:tr>
              <a:tr h="453052">
                <a:tc>
                  <a:txBody>
                    <a:bodyPr/>
                    <a:lstStyle/>
                    <a:p>
                      <a:endParaRPr kumimoji="1" lang="ja-JP" altLang="en-US">
                        <a:latin typeface="Moralerspace Xenon HW" panose="020B0509020203020207" pitchFamily="49" charset="-128"/>
                        <a:ea typeface="Moralerspace Xenon HW" panose="020B0509020203020207" pitchFamily="49" charset="-128"/>
                        <a:cs typeface="Moralerspace Xenon HW" panose="020B0509020203020207" pitchFamily="49"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a:latin typeface="BIZ UDPゴシック" panose="020B0400000000000000" pitchFamily="50" charset="-128"/>
                          <a:ea typeface="BIZ UDPゴシック" panose="020B0400000000000000" pitchFamily="50" charset="-128"/>
                        </a:rPr>
                        <a:t> PPTX</a:t>
                      </a:r>
                      <a:r>
                        <a:rPr kumimoji="1" lang="ja-JP" altLang="en-US">
                          <a:latin typeface="BIZ UDPゴシック" panose="020B0400000000000000" pitchFamily="50" charset="-128"/>
                          <a:ea typeface="BIZ UDPゴシック" panose="020B0400000000000000" pitchFamily="50" charset="-128"/>
                        </a:rPr>
                        <a:t>ファイル名（拡張子なし）</a:t>
                      </a:r>
                    </a:p>
                  </a:txBody>
                  <a:tcPr/>
                </a:tc>
                <a:extLst>
                  <a:ext uri="{0D108BD9-81ED-4DB2-BD59-A6C34878D82A}">
                    <a16:rowId xmlns:a16="http://schemas.microsoft.com/office/drawing/2014/main" val="4131196116"/>
                  </a:ext>
                </a:extLst>
              </a:tr>
              <a:tr h="453052">
                <a:tc>
                  <a:txBody>
                    <a:bodyPr/>
                    <a:lstStyle/>
                    <a:p>
                      <a:endParaRPr kumimoji="1" lang="ja-JP" altLang="en-US">
                        <a:latin typeface="Moralerspace Xenon HW" panose="020B0509020203020207" pitchFamily="49" charset="-128"/>
                        <a:ea typeface="Moralerspace Xenon HW" panose="020B0509020203020207" pitchFamily="49" charset="-128"/>
                        <a:cs typeface="Moralerspace Xenon HW" panose="020B0509020203020207" pitchFamily="49" charset="-128"/>
                      </a:endParaRPr>
                    </a:p>
                  </a:txBody>
                  <a:tcPr/>
                </a:tc>
                <a:tc>
                  <a:txBody>
                    <a:bodyPr/>
                    <a:lstStyle/>
                    <a:p>
                      <a:r>
                        <a:rPr kumimoji="1" lang="en-US" altLang="ja-JP">
                          <a:latin typeface="BIZ UDPゴシック" panose="020B0400000000000000" pitchFamily="50" charset="-128"/>
                          <a:ea typeface="BIZ UDPゴシック" panose="020B0400000000000000" pitchFamily="50" charset="-128"/>
                        </a:rPr>
                        <a:t> </a:t>
                      </a:r>
                      <a:r>
                        <a:rPr kumimoji="1" lang="ja-JP" altLang="en-US">
                          <a:latin typeface="BIZ UDPゴシック" panose="020B0400000000000000" pitchFamily="50" charset="-128"/>
                          <a:ea typeface="BIZ UDPゴシック" panose="020B0400000000000000" pitchFamily="50" charset="-128"/>
                        </a:rPr>
                        <a:t>スライドのタイトル文字列</a:t>
                      </a:r>
                    </a:p>
                  </a:txBody>
                  <a:tcPr/>
                </a:tc>
                <a:extLst>
                  <a:ext uri="{0D108BD9-81ED-4DB2-BD59-A6C34878D82A}">
                    <a16:rowId xmlns:a16="http://schemas.microsoft.com/office/drawing/2014/main" val="3467792000"/>
                  </a:ext>
                </a:extLst>
              </a:tr>
              <a:tr h="453052">
                <a:tc>
                  <a:txBody>
                    <a:bodyPr/>
                    <a:lstStyle/>
                    <a:p>
                      <a:endParaRPr kumimoji="1" lang="ja-JP" altLang="en-US">
                        <a:latin typeface="Moralerspace Xenon HW" panose="020B0509020203020207" pitchFamily="49" charset="-128"/>
                        <a:ea typeface="Moralerspace Xenon HW" panose="020B0509020203020207" pitchFamily="49" charset="-128"/>
                        <a:cs typeface="Moralerspace Xenon HW" panose="020B0509020203020207" pitchFamily="49"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a:latin typeface="BIZ UDPゴシック" panose="020B0400000000000000" pitchFamily="50" charset="-128"/>
                          <a:ea typeface="BIZ UDPゴシック" panose="020B0400000000000000" pitchFamily="50" charset="-128"/>
                        </a:rPr>
                        <a:t> </a:t>
                      </a:r>
                      <a:r>
                        <a:rPr kumimoji="1" lang="ja-JP" altLang="en-US">
                          <a:latin typeface="BIZ UDPゴシック" panose="020B0400000000000000" pitchFamily="50" charset="-128"/>
                          <a:ea typeface="BIZ UDPゴシック" panose="020B0400000000000000" pitchFamily="50" charset="-128"/>
                        </a:rPr>
                        <a:t>スライド番号（１オリジン）</a:t>
                      </a:r>
                    </a:p>
                  </a:txBody>
                  <a:tcPr/>
                </a:tc>
                <a:extLst>
                  <a:ext uri="{0D108BD9-81ED-4DB2-BD59-A6C34878D82A}">
                    <a16:rowId xmlns:a16="http://schemas.microsoft.com/office/drawing/2014/main" val="3082152584"/>
                  </a:ext>
                </a:extLst>
              </a:tr>
            </a:tbl>
          </a:graphicData>
        </a:graphic>
      </p:graphicFrame>
      <p:pic>
        <p:nvPicPr>
          <p:cNvPr id="7" name="図 6">
            <a:extLst>
              <a:ext uri="{FF2B5EF4-FFF2-40B4-BE49-F238E27FC236}">
                <a16:creationId xmlns:a16="http://schemas.microsoft.com/office/drawing/2014/main" id="{9EBCBFC2-96EC-9D37-004B-1A47A83F7719}"/>
              </a:ext>
            </a:extLst>
          </p:cNvPr>
          <p:cNvPicPr>
            <a:picLocks noChangeAspect="1"/>
          </p:cNvPicPr>
          <p:nvPr/>
        </p:nvPicPr>
        <p:blipFill>
          <a:blip r:embed="rId3"/>
          <a:stretch>
            <a:fillRect/>
          </a:stretch>
        </p:blipFill>
        <p:spPr>
          <a:xfrm>
            <a:off x="1919536" y="4531552"/>
            <a:ext cx="2450804" cy="493819"/>
          </a:xfrm>
          <a:prstGeom prst="rect">
            <a:avLst/>
          </a:prstGeom>
        </p:spPr>
      </p:pic>
      <p:pic>
        <p:nvPicPr>
          <p:cNvPr id="9" name="図 8">
            <a:extLst>
              <a:ext uri="{FF2B5EF4-FFF2-40B4-BE49-F238E27FC236}">
                <a16:creationId xmlns:a16="http://schemas.microsoft.com/office/drawing/2014/main" id="{98F4F138-DFF4-473B-AE49-15ECBA3673E4}"/>
              </a:ext>
            </a:extLst>
          </p:cNvPr>
          <p:cNvPicPr>
            <a:picLocks noChangeAspect="1"/>
          </p:cNvPicPr>
          <p:nvPr/>
        </p:nvPicPr>
        <p:blipFill>
          <a:blip r:embed="rId4"/>
          <a:stretch>
            <a:fillRect/>
          </a:stretch>
        </p:blipFill>
        <p:spPr>
          <a:xfrm>
            <a:off x="1919536" y="4087004"/>
            <a:ext cx="1969179" cy="493819"/>
          </a:xfrm>
          <a:prstGeom prst="rect">
            <a:avLst/>
          </a:prstGeom>
        </p:spPr>
      </p:pic>
      <p:pic>
        <p:nvPicPr>
          <p:cNvPr id="11" name="図 10">
            <a:extLst>
              <a:ext uri="{FF2B5EF4-FFF2-40B4-BE49-F238E27FC236}">
                <a16:creationId xmlns:a16="http://schemas.microsoft.com/office/drawing/2014/main" id="{556A617C-8B5A-BBA9-B06E-653C77B50C8F}"/>
              </a:ext>
            </a:extLst>
          </p:cNvPr>
          <p:cNvPicPr>
            <a:picLocks noChangeAspect="1"/>
          </p:cNvPicPr>
          <p:nvPr/>
        </p:nvPicPr>
        <p:blipFill>
          <a:blip r:embed="rId5"/>
          <a:stretch>
            <a:fillRect/>
          </a:stretch>
        </p:blipFill>
        <p:spPr>
          <a:xfrm>
            <a:off x="1909446" y="4962404"/>
            <a:ext cx="1603387" cy="493819"/>
          </a:xfrm>
          <a:prstGeom prst="rect">
            <a:avLst/>
          </a:prstGeom>
        </p:spPr>
      </p:pic>
      <p:sp>
        <p:nvSpPr>
          <p:cNvPr id="13" name="テキスト ボックス 12">
            <a:extLst>
              <a:ext uri="{FF2B5EF4-FFF2-40B4-BE49-F238E27FC236}">
                <a16:creationId xmlns:a16="http://schemas.microsoft.com/office/drawing/2014/main" id="{01542E70-8473-5C79-2487-12CFE97D4EAB}"/>
              </a:ext>
            </a:extLst>
          </p:cNvPr>
          <p:cNvSpPr txBox="1"/>
          <p:nvPr/>
        </p:nvSpPr>
        <p:spPr bwMode="auto">
          <a:xfrm>
            <a:off x="739026" y="5979260"/>
            <a:ext cx="105415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ja-JP" altLang="en-US" kern="0">
                <a:latin typeface="BIZ UDPゴシック" panose="020B0400000000000000" pitchFamily="50" charset="-128"/>
                <a:ea typeface="BIZ UDPゴシック" panose="020B0400000000000000" pitchFamily="50" charset="-128"/>
              </a:rPr>
              <a:t>この置換は変数定義とは無関係に行われます。</a:t>
            </a:r>
            <a:endParaRPr kumimoji="1" lang="en-US" altLang="ja-JP" kern="0">
              <a:latin typeface="BIZ UDPゴシック" panose="020B0400000000000000" pitchFamily="50" charset="-128"/>
              <a:ea typeface="BIZ UDPゴシック" panose="020B0400000000000000" pitchFamily="50" charset="-128"/>
            </a:endParaRPr>
          </a:p>
        </p:txBody>
      </p:sp>
      <p:pic>
        <p:nvPicPr>
          <p:cNvPr id="8" name="図 7">
            <a:extLst>
              <a:ext uri="{FF2B5EF4-FFF2-40B4-BE49-F238E27FC236}">
                <a16:creationId xmlns:a16="http://schemas.microsoft.com/office/drawing/2014/main" id="{F8020E26-C1F6-9CFB-6988-2060EE9DB4F6}"/>
              </a:ext>
            </a:extLst>
          </p:cNvPr>
          <p:cNvPicPr>
            <a:picLocks noChangeAspect="1"/>
          </p:cNvPicPr>
          <p:nvPr/>
        </p:nvPicPr>
        <p:blipFill>
          <a:blip r:embed="rId6"/>
          <a:stretch>
            <a:fillRect/>
          </a:stretch>
        </p:blipFill>
        <p:spPr>
          <a:xfrm>
            <a:off x="1894573" y="5455461"/>
            <a:ext cx="1969179" cy="493819"/>
          </a:xfrm>
          <a:prstGeom prst="rect">
            <a:avLst/>
          </a:prstGeom>
        </p:spPr>
      </p:pic>
    </p:spTree>
    <p:extLst>
      <p:ext uri="{BB962C8B-B14F-4D97-AF65-F5344CB8AC3E}">
        <p14:creationId xmlns:p14="http://schemas.microsoft.com/office/powerpoint/2010/main" val="33195470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rPr lang="en-US" altLang="ja-JP"/>
              <a:t>TITLE</a:t>
            </a:r>
            <a:r>
              <a:rPr lang="ja-JP" altLang="en-US"/>
              <a:t>、</a:t>
            </a:r>
            <a:r>
              <a:rPr lang="en-US" altLang="ja-JP"/>
              <a:t>FILENAME</a:t>
            </a:r>
            <a:r>
              <a:rPr lang="ja-JP" altLang="en-US"/>
              <a:t>置換 サンプル</a:t>
            </a:r>
            <a:endParaRPr kumimoji="1" lang="ja-JP" altLang="en-US"/>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5" name="正方形/長方形 4">
            <a:extLst>
              <a:ext uri="{FF2B5EF4-FFF2-40B4-BE49-F238E27FC236}">
                <a16:creationId xmlns:a16="http://schemas.microsoft.com/office/drawing/2014/main" id="{4103787F-3CF1-2F28-D518-0F115CE10C2C}"/>
              </a:ext>
            </a:extLst>
          </p:cNvPr>
          <p:cNvSpPr/>
          <p:nvPr/>
        </p:nvSpPr>
        <p:spPr bwMode="auto">
          <a:xfrm>
            <a:off x="8472264" y="195005"/>
            <a:ext cx="3393824" cy="499264"/>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algn="ctr" eaLnBrk="1" hangingPunct="1"/>
            <a:r>
              <a:rPr lang="en-US" altLang="ja-JP" sz="1400">
                <a:latin typeface="BIZ UDPゴシック" panose="020B0400000000000000" pitchFamily="50" charset="-128"/>
                <a:ea typeface="BIZ UDPゴシック" panose="020B0400000000000000" pitchFamily="50" charset="-128"/>
              </a:rPr>
              <a:t>title_filename_guide.pptx</a:t>
            </a:r>
            <a:endParaRPr kumimoji="1" lang="ja-JP" altLang="en-US" sz="14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9" name="テキスト ボックス 8">
            <a:extLst>
              <a:ext uri="{FF2B5EF4-FFF2-40B4-BE49-F238E27FC236}">
                <a16:creationId xmlns:a16="http://schemas.microsoft.com/office/drawing/2014/main" id="{0E7AF14D-83D6-1AA4-8FB1-BA1DB7387659}"/>
              </a:ext>
            </a:extLst>
          </p:cNvPr>
          <p:cNvSpPr txBox="1"/>
          <p:nvPr/>
        </p:nvSpPr>
        <p:spPr bwMode="auto">
          <a:xfrm>
            <a:off x="739026" y="1196752"/>
            <a:ext cx="105415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ja-JP" altLang="en-US" kern="0">
                <a:latin typeface="BIZ UDPゴシック" panose="020B0400000000000000" pitchFamily="50" charset="-128"/>
                <a:ea typeface="BIZ UDPゴシック" panose="020B0400000000000000" pitchFamily="50" charset="-128"/>
              </a:rPr>
              <a:t>下記の記述はそれぞれ該当する情報に置換されます</a:t>
            </a:r>
            <a:endParaRPr kumimoji="1" lang="en-US" altLang="ja-JP" kern="0">
              <a:latin typeface="BIZ UDPゴシック" panose="020B0400000000000000" pitchFamily="50" charset="-128"/>
              <a:ea typeface="BIZ UDPゴシック" panose="020B0400000000000000" pitchFamily="50" charset="-128"/>
            </a:endParaRPr>
          </a:p>
        </p:txBody>
      </p:sp>
      <p:graphicFrame>
        <p:nvGraphicFramePr>
          <p:cNvPr id="10" name="表 9">
            <a:extLst>
              <a:ext uri="{FF2B5EF4-FFF2-40B4-BE49-F238E27FC236}">
                <a16:creationId xmlns:a16="http://schemas.microsoft.com/office/drawing/2014/main" id="{337CFAB0-09BC-19BF-43FC-65F89D179B09}"/>
              </a:ext>
            </a:extLst>
          </p:cNvPr>
          <p:cNvGraphicFramePr>
            <a:graphicFrameLocks noGrp="1"/>
          </p:cNvGraphicFramePr>
          <p:nvPr>
            <p:extLst>
              <p:ext uri="{D42A27DB-BD31-4B8C-83A1-F6EECF244321}">
                <p14:modId xmlns:p14="http://schemas.microsoft.com/office/powerpoint/2010/main" val="1810545553"/>
              </p:ext>
            </p:extLst>
          </p:nvPr>
        </p:nvGraphicFramePr>
        <p:xfrm>
          <a:off x="1847528" y="2031614"/>
          <a:ext cx="8128000" cy="226526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3489670388"/>
                    </a:ext>
                  </a:extLst>
                </a:gridCol>
                <a:gridCol w="4064000">
                  <a:extLst>
                    <a:ext uri="{9D8B030D-6E8A-4147-A177-3AD203B41FA5}">
                      <a16:colId xmlns:a16="http://schemas.microsoft.com/office/drawing/2014/main" val="1618597918"/>
                    </a:ext>
                  </a:extLst>
                </a:gridCol>
              </a:tblGrid>
              <a:tr h="453052">
                <a:tc>
                  <a:txBody>
                    <a:bodyPr/>
                    <a:lstStyle/>
                    <a:p>
                      <a:pPr algn="ctr"/>
                      <a:r>
                        <a:rPr kumimoji="1" lang="ja-JP" altLang="en-US">
                          <a:latin typeface="BIZ UDPゴシック" panose="020B0400000000000000" pitchFamily="50" charset="-128"/>
                          <a:ea typeface="BIZ UDPゴシック" panose="020B0400000000000000" pitchFamily="50" charset="-128"/>
                        </a:rPr>
                        <a:t>特殊定数</a:t>
                      </a:r>
                    </a:p>
                  </a:txBody>
                  <a:tcPr>
                    <a:solidFill>
                      <a:schemeClr val="accent3">
                        <a:lumMod val="40000"/>
                        <a:lumOff val="60000"/>
                      </a:schemeClr>
                    </a:solidFill>
                  </a:tcPr>
                </a:tc>
                <a:tc>
                  <a:txBody>
                    <a:bodyPr/>
                    <a:lstStyle/>
                    <a:p>
                      <a:pPr algn="ctr"/>
                      <a:r>
                        <a:rPr kumimoji="1" lang="ja-JP" altLang="en-US">
                          <a:latin typeface="BIZ UDPゴシック" panose="020B0400000000000000" pitchFamily="50" charset="-128"/>
                          <a:ea typeface="BIZ UDPゴシック" panose="020B0400000000000000" pitchFamily="50" charset="-128"/>
                        </a:rPr>
                        <a:t>置換文字列</a:t>
                      </a:r>
                    </a:p>
                  </a:txBody>
                  <a:tcPr>
                    <a:solidFill>
                      <a:schemeClr val="accent3">
                        <a:lumMod val="40000"/>
                        <a:lumOff val="60000"/>
                      </a:schemeClr>
                    </a:solidFill>
                  </a:tcPr>
                </a:tc>
                <a:extLst>
                  <a:ext uri="{0D108BD9-81ED-4DB2-BD59-A6C34878D82A}">
                    <a16:rowId xmlns:a16="http://schemas.microsoft.com/office/drawing/2014/main" val="543819335"/>
                  </a:ext>
                </a:extLst>
              </a:tr>
              <a:tr h="453052">
                <a:tc>
                  <a:txBody>
                    <a:bodyPr/>
                    <a:lstStyle/>
                    <a:p>
                      <a:r>
                        <a:rPr kumimoji="1" lang="en-US" altLang="ja-JP">
                          <a:latin typeface="Moralerspace Xenon HW" panose="020B0509020203020207" pitchFamily="49" charset="-128"/>
                          <a:ea typeface="Moralerspace Xenon HW" panose="020B0509020203020207" pitchFamily="49" charset="-128"/>
                          <a:cs typeface="Moralerspace Xenon HW" panose="020B0509020203020207" pitchFamily="49" charset="-128"/>
                        </a:rPr>
                        <a:t> title_filename_guide.pptx</a:t>
                      </a:r>
                      <a:endParaRPr kumimoji="1" lang="ja-JP" altLang="en-US">
                        <a:latin typeface="Moralerspace Xenon HW" panose="020B0509020203020207" pitchFamily="49" charset="-128"/>
                        <a:ea typeface="Moralerspace Xenon HW" panose="020B0509020203020207" pitchFamily="49" charset="-128"/>
                        <a:cs typeface="Moralerspace Xenon HW" panose="020B0509020203020207" pitchFamily="49" charset="-128"/>
                      </a:endParaRPr>
                    </a:p>
                  </a:txBody>
                  <a:tcPr/>
                </a:tc>
                <a:tc>
                  <a:txBody>
                    <a:bodyPr/>
                    <a:lstStyle/>
                    <a:p>
                      <a:r>
                        <a:rPr kumimoji="1" lang="en-US" altLang="ja-JP">
                          <a:latin typeface="BIZ UDPゴシック" panose="020B0400000000000000" pitchFamily="50" charset="-128"/>
                          <a:ea typeface="BIZ UDPゴシック" panose="020B0400000000000000" pitchFamily="50" charset="-128"/>
                        </a:rPr>
                        <a:t> PPTX</a:t>
                      </a:r>
                      <a:r>
                        <a:rPr kumimoji="1" lang="ja-JP" altLang="en-US">
                          <a:latin typeface="BIZ UDPゴシック" panose="020B0400000000000000" pitchFamily="50" charset="-128"/>
                          <a:ea typeface="BIZ UDPゴシック" panose="020B0400000000000000" pitchFamily="50" charset="-128"/>
                        </a:rPr>
                        <a:t>ファイル名（拡張子つき）</a:t>
                      </a:r>
                    </a:p>
                  </a:txBody>
                  <a:tcPr/>
                </a:tc>
                <a:extLst>
                  <a:ext uri="{0D108BD9-81ED-4DB2-BD59-A6C34878D82A}">
                    <a16:rowId xmlns:a16="http://schemas.microsoft.com/office/drawing/2014/main" val="719639112"/>
                  </a:ext>
                </a:extLst>
              </a:tr>
              <a:tr h="453052">
                <a:tc>
                  <a:txBody>
                    <a:bodyPr/>
                    <a:lstStyle/>
                    <a:p>
                      <a:r>
                        <a:rPr kumimoji="1" lang="en-US" altLang="ja-JP">
                          <a:latin typeface="Moralerspace Xenon HW" panose="020B0509020203020207" pitchFamily="49" charset="-128"/>
                          <a:ea typeface="Moralerspace Xenon HW" panose="020B0509020203020207" pitchFamily="49" charset="-128"/>
                          <a:cs typeface="Moralerspace Xenon HW" panose="020B0509020203020207" pitchFamily="49" charset="-128"/>
                        </a:rPr>
                        <a:t> title_filename_guide</a:t>
                      </a:r>
                      <a:endParaRPr kumimoji="1" lang="ja-JP" altLang="en-US">
                        <a:latin typeface="Moralerspace Xenon HW" panose="020B0509020203020207" pitchFamily="49" charset="-128"/>
                        <a:ea typeface="Moralerspace Xenon HW" panose="020B0509020203020207" pitchFamily="49" charset="-128"/>
                        <a:cs typeface="Moralerspace Xenon HW" panose="020B0509020203020207" pitchFamily="49"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a:latin typeface="BIZ UDPゴシック" panose="020B0400000000000000" pitchFamily="50" charset="-128"/>
                          <a:ea typeface="BIZ UDPゴシック" panose="020B0400000000000000" pitchFamily="50" charset="-128"/>
                        </a:rPr>
                        <a:t> PPTX</a:t>
                      </a:r>
                      <a:r>
                        <a:rPr kumimoji="1" lang="ja-JP" altLang="en-US">
                          <a:latin typeface="BIZ UDPゴシック" panose="020B0400000000000000" pitchFamily="50" charset="-128"/>
                          <a:ea typeface="BIZ UDPゴシック" panose="020B0400000000000000" pitchFamily="50" charset="-128"/>
                        </a:rPr>
                        <a:t>ファイル名（拡張子なし）</a:t>
                      </a:r>
                    </a:p>
                  </a:txBody>
                  <a:tcPr/>
                </a:tc>
                <a:extLst>
                  <a:ext uri="{0D108BD9-81ED-4DB2-BD59-A6C34878D82A}">
                    <a16:rowId xmlns:a16="http://schemas.microsoft.com/office/drawing/2014/main" val="3526653833"/>
                  </a:ext>
                </a:extLst>
              </a:tr>
              <a:tr h="453052">
                <a:tc>
                  <a:txBody>
                    <a:bodyPr/>
                    <a:lstStyle/>
                    <a:p>
                      <a:r>
                        <a:rPr kumimoji="1" lang="en-US" altLang="ja-JP">
                          <a:latin typeface="Moralerspace Xenon HW" panose="020B0509020203020207" pitchFamily="49" charset="-128"/>
                          <a:ea typeface="Moralerspace Xenon HW" panose="020B0509020203020207" pitchFamily="49" charset="-128"/>
                          <a:cs typeface="Moralerspace Xenon HW" panose="020B0509020203020207" pitchFamily="49" charset="-128"/>
                        </a:rPr>
                        <a:t> TITLE</a:t>
                      </a:r>
                      <a:r>
                        <a:rPr kumimoji="1" lang="ja-JP" altLang="en-US">
                          <a:latin typeface="Moralerspace Xenon HW" panose="020B0509020203020207" pitchFamily="49" charset="-128"/>
                          <a:ea typeface="Moralerspace Xenon HW" panose="020B0509020203020207" pitchFamily="49" charset="-128"/>
                          <a:cs typeface="Moralerspace Xenon HW" panose="020B0509020203020207" pitchFamily="49" charset="-128"/>
                        </a:rPr>
                        <a:t>、</a:t>
                      </a:r>
                      <a:r>
                        <a:rPr kumimoji="1" lang="en-US" altLang="ja-JP">
                          <a:latin typeface="Moralerspace Xenon HW" panose="020B0509020203020207" pitchFamily="49" charset="-128"/>
                          <a:ea typeface="Moralerspace Xenon HW" panose="020B0509020203020207" pitchFamily="49" charset="-128"/>
                          <a:cs typeface="Moralerspace Xenon HW" panose="020B0509020203020207" pitchFamily="49" charset="-128"/>
                        </a:rPr>
                        <a:t>FILENAME</a:t>
                      </a:r>
                      <a:r>
                        <a:rPr kumimoji="1" lang="ja-JP" altLang="en-US">
                          <a:latin typeface="Moralerspace Xenon HW" panose="020B0509020203020207" pitchFamily="49" charset="-128"/>
                          <a:ea typeface="Moralerspace Xenon HW" panose="020B0509020203020207" pitchFamily="49" charset="-128"/>
                          <a:cs typeface="Moralerspace Xenon HW" panose="020B0509020203020207" pitchFamily="49" charset="-128"/>
                        </a:rPr>
                        <a:t>置換 サンプル</a:t>
                      </a:r>
                    </a:p>
                  </a:txBody>
                  <a:tcPr/>
                </a:tc>
                <a:tc>
                  <a:txBody>
                    <a:bodyPr/>
                    <a:lstStyle/>
                    <a:p>
                      <a:r>
                        <a:rPr kumimoji="1" lang="en-US" altLang="ja-JP">
                          <a:latin typeface="BIZ UDPゴシック" panose="020B0400000000000000" pitchFamily="50" charset="-128"/>
                          <a:ea typeface="BIZ UDPゴシック" panose="020B0400000000000000" pitchFamily="50" charset="-128"/>
                        </a:rPr>
                        <a:t> </a:t>
                      </a:r>
                      <a:r>
                        <a:rPr kumimoji="1" lang="ja-JP" altLang="en-US">
                          <a:latin typeface="BIZ UDPゴシック" panose="020B0400000000000000" pitchFamily="50" charset="-128"/>
                          <a:ea typeface="BIZ UDPゴシック" panose="020B0400000000000000" pitchFamily="50" charset="-128"/>
                        </a:rPr>
                        <a:t>スライドのタイトル文字列</a:t>
                      </a:r>
                    </a:p>
                  </a:txBody>
                  <a:tcPr/>
                </a:tc>
                <a:extLst>
                  <a:ext uri="{0D108BD9-81ED-4DB2-BD59-A6C34878D82A}">
                    <a16:rowId xmlns:a16="http://schemas.microsoft.com/office/drawing/2014/main" val="2291922688"/>
                  </a:ext>
                </a:extLst>
              </a:tr>
              <a:tr h="453052">
                <a:tc>
                  <a:txBody>
                    <a:bodyPr/>
                    <a:lstStyle/>
                    <a:p>
                      <a:r>
                        <a:rPr kumimoji="1" lang="en-US" altLang="ja-JP">
                          <a:latin typeface="Moralerspace Xenon HW" panose="020B0509020203020207" pitchFamily="49" charset="-128"/>
                          <a:ea typeface="Moralerspace Xenon HW" panose="020B0509020203020207" pitchFamily="49" charset="-128"/>
                          <a:cs typeface="Moralerspace Xenon HW" panose="020B0509020203020207" pitchFamily="49" charset="-128"/>
                        </a:rPr>
                        <a:t> 2</a:t>
                      </a:r>
                      <a:endParaRPr kumimoji="1" lang="ja-JP" altLang="en-US">
                        <a:latin typeface="Moralerspace Xenon HW" panose="020B0509020203020207" pitchFamily="49" charset="-128"/>
                        <a:ea typeface="Moralerspace Xenon HW" panose="020B0509020203020207" pitchFamily="49" charset="-128"/>
                        <a:cs typeface="Moralerspace Xenon HW" panose="020B0509020203020207" pitchFamily="49"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a:latin typeface="BIZ UDPゴシック" panose="020B0400000000000000" pitchFamily="50" charset="-128"/>
                          <a:ea typeface="BIZ UDPゴシック" panose="020B0400000000000000" pitchFamily="50" charset="-128"/>
                        </a:rPr>
                        <a:t> </a:t>
                      </a:r>
                      <a:r>
                        <a:rPr kumimoji="1" lang="ja-JP" altLang="en-US">
                          <a:latin typeface="BIZ UDPゴシック" panose="020B0400000000000000" pitchFamily="50" charset="-128"/>
                          <a:ea typeface="BIZ UDPゴシック" panose="020B0400000000000000" pitchFamily="50" charset="-128"/>
                        </a:rPr>
                        <a:t>スライド番号（１オリジン）</a:t>
                      </a:r>
                    </a:p>
                  </a:txBody>
                  <a:tcPr/>
                </a:tc>
                <a:extLst>
                  <a:ext uri="{0D108BD9-81ED-4DB2-BD59-A6C34878D82A}">
                    <a16:rowId xmlns:a16="http://schemas.microsoft.com/office/drawing/2014/main" val="228353795"/>
                  </a:ext>
                </a:extLst>
              </a:tr>
            </a:tbl>
          </a:graphicData>
        </a:graphic>
      </p:graphicFrame>
    </p:spTree>
    <p:extLst>
      <p:ext uri="{BB962C8B-B14F-4D97-AF65-F5344CB8AC3E}">
        <p14:creationId xmlns:p14="http://schemas.microsoft.com/office/powerpoint/2010/main" val="339876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Edge">
  <a:themeElements>
    <a:clrScheme name="ユーザー定義 1">
      <a:dk1>
        <a:srgbClr val="292929"/>
      </a:dk1>
      <a:lt1>
        <a:sysClr val="window" lastClr="FFFFFF"/>
      </a:lt1>
      <a:dk2>
        <a:srgbClr val="244242"/>
      </a:dk2>
      <a:lt2>
        <a:srgbClr val="FFFFFF"/>
      </a:lt2>
      <a:accent1>
        <a:srgbClr val="51BD9C"/>
      </a:accent1>
      <a:accent2>
        <a:srgbClr val="FF2121"/>
      </a:accent2>
      <a:accent3>
        <a:srgbClr val="A3E3B1"/>
      </a:accent3>
      <a:accent4>
        <a:srgbClr val="FFE8B3"/>
      </a:accent4>
      <a:accent5>
        <a:srgbClr val="4BACC6"/>
      </a:accent5>
      <a:accent6>
        <a:srgbClr val="F79646"/>
      </a:accent6>
      <a:hlink>
        <a:srgbClr val="0000FF"/>
      </a:hlink>
      <a:folHlink>
        <a:srgbClr val="800080"/>
      </a:folHlink>
    </a:clrScheme>
    <a:fontScheme name="ユーザー定義 1">
      <a:majorFont>
        <a:latin typeface="Calibri"/>
        <a:ea typeface="メイリオ"/>
        <a:cs typeface=""/>
      </a:majorFont>
      <a:minorFont>
        <a:latin typeface="Calibri"/>
        <a:ea typeface="メイリオ"/>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2700" cap="flat" cmpd="sng" algn="ctr">
          <a:solidFill>
            <a:schemeClr val="tx1">
              <a:lumMod val="75000"/>
              <a:lumOff val="25000"/>
            </a:schemeClr>
          </a:solidFill>
          <a:prstDash val="solid"/>
          <a:round/>
          <a:headEnd type="none" w="med" len="med"/>
          <a:tailEnd type="none" w="med" len="med"/>
        </a:ln>
        <a:effectLst/>
      </a:spPr>
      <a:bodyPr vert="horz" wrap="none" lIns="90000" tIns="46800" rIns="90000" bIns="46800" numCol="1" rtlCol="0"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defRPr>
        </a:defPPr>
      </a:lstStyle>
    </a:spDef>
    <a:lnDef>
      <a:spPr bwMode="auto">
        <a:solidFill>
          <a:srgbClr val="CCFFFF"/>
        </a:solidFill>
        <a:ln w="28575" cap="flat" cmpd="sng" algn="ctr">
          <a:solidFill>
            <a:schemeClr val="tx1">
              <a:lumMod val="75000"/>
              <a:lumOff val="25000"/>
            </a:schemeClr>
          </a:solidFill>
          <a:prstDash val="solid"/>
          <a:round/>
          <a:headEnd type="none" w="med" len="med"/>
          <a:tailEnd type="triangle"/>
        </a:ln>
        <a:effectLst/>
      </a:spPr>
      <a:bodyPr/>
      <a:lstStyle/>
    </a:lnDef>
    <a:txDef>
      <a:spPr bwMode="auto">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spPr>
      <a:bodyPr vert="horz" wrap="square" lIns="91440" tIns="45720" rIns="91440" bIns="45720" numCol="1" rtlCol="0" anchor="t" anchorCtr="0" compatLnSpc="1">
        <a:prstTxWarp prst="textNoShape">
          <a:avLst/>
        </a:prstTxWarp>
        <a:spAutoFit/>
      </a:bodyPr>
      <a:lstStyle>
        <a:defPPr algn="l">
          <a:defRPr kumimoji="1" sz="1800" kern="0" smtClean="0">
            <a:latin typeface="BIZ UDPゴシック" panose="020B0400000000000000" pitchFamily="50" charset="-128"/>
            <a:ea typeface="BIZ UDPゴシック" panose="020B0400000000000000" pitchFamily="50" charset="-128"/>
          </a:defRPr>
        </a:defPPr>
      </a:lstStyle>
    </a:tx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30125</TotalTime>
  <Words>394</Words>
  <Application>Microsoft Office PowerPoint</Application>
  <PresentationFormat>ワイド画面</PresentationFormat>
  <Paragraphs>81</Paragraphs>
  <Slides>2</Slides>
  <Notes>2</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2</vt:i4>
      </vt:variant>
    </vt:vector>
  </HeadingPairs>
  <TitlesOfParts>
    <vt:vector size="9" baseType="lpstr">
      <vt:lpstr>BIZ UDPゴシック</vt:lpstr>
      <vt:lpstr>FOT-UD丸ゴ_ラージ Pr6 M</vt:lpstr>
      <vt:lpstr>Moralerspace Xenon HW</vt:lpstr>
      <vt:lpstr>Arial</vt:lpstr>
      <vt:lpstr>Garamond</vt:lpstr>
      <vt:lpstr>Wingdings</vt:lpstr>
      <vt:lpstr>Edge</vt:lpstr>
      <vt:lpstr>TITLE、FILENAME置換</vt:lpstr>
      <vt:lpstr>TITLE、FILENAME置換 サンプル</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cp:lastModifiedBy/>
  <cp:revision>4059</cp:revision>
  <dcterms:modified xsi:type="dcterms:W3CDTF">2026-06-06T13:17:16Z</dcterms:modified>
</cp:coreProperties>
</file>