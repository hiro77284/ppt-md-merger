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"/>
  </p:notesMasterIdLst>
  <p:sldIdLst>
    <p:sldId id="1786" r:id="rId2"/>
    <p:sldId id="1787" r:id="rId3"/>
    <p:sldId id="1785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00"/>
    <a:srgbClr val="FFFFCC"/>
    <a:srgbClr val="FFCCFF"/>
    <a:srgbClr val="99FFCC"/>
    <a:srgbClr val="FF6347"/>
    <a:srgbClr val="FF9933"/>
    <a:srgbClr val="CC66FF"/>
    <a:srgbClr val="E34234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2857" autoAdjust="0"/>
  </p:normalViewPr>
  <p:slideViewPr>
    <p:cSldViewPr>
      <p:cViewPr varScale="1">
        <p:scale>
          <a:sx n="105" d="100"/>
          <a:sy n="105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分割挿入サンプル１　スライド１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&lt;__TITLE__&gt;</a:t>
            </a:r>
          </a:p>
        </p:txBody>
      </p:sp>
    </p:spTree>
    <p:extLst>
      <p:ext uri="{BB962C8B-B14F-4D97-AF65-F5344CB8AC3E}">
        <p14:creationId xmlns:p14="http://schemas.microsoft.com/office/powerpoint/2010/main" val="345363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分割挿入サンプル１　スライド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&lt;__TITLE__&gt;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B17D74-5277-2820-EACE-A98CA0344DA3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271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分割挿入サンプル１　スライド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&lt;__TITLE__&gt;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A9B1843-818B-70A4-1165-7946BD8F0F2B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29420</TotalTime>
  <Words>51</Words>
  <Application>Microsoft Office PowerPoint</Application>
  <PresentationFormat>ワイド画面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BIZ UDPゴシック</vt:lpstr>
      <vt:lpstr>FOT-UD丸ゴ_ラージ Pr6 M</vt:lpstr>
      <vt:lpstr>Arial</vt:lpstr>
      <vt:lpstr>Garamond</vt:lpstr>
      <vt:lpstr>Wingdings</vt:lpstr>
      <vt:lpstr>Edge</vt:lpstr>
      <vt:lpstr>分割挿入サンプル１　スライド１</vt:lpstr>
      <vt:lpstr>分割挿入サンプル１　スライド2</vt:lpstr>
      <vt:lpstr>分割挿入サンプル１　スライド3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4071</cp:revision>
  <dcterms:modified xsi:type="dcterms:W3CDTF">2026-05-20T09:53:25Z</dcterms:modified>
</cp:coreProperties>
</file>