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1"/>
  </p:notesMasterIdLst>
  <p:sldIdLst>
    <p:sldId id="1785" r:id="rId2"/>
    <p:sldId id="1783" r:id="rId3"/>
    <p:sldId id="1786" r:id="rId4"/>
    <p:sldId id="1787" r:id="rId5"/>
    <p:sldId id="1788" r:id="rId6"/>
    <p:sldId id="1789" r:id="rId7"/>
    <p:sldId id="1790" r:id="rId8"/>
    <p:sldId id="1791" r:id="rId9"/>
    <p:sldId id="1792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CC"/>
    <a:srgbClr val="FFCCFF"/>
    <a:srgbClr val="CCECFF"/>
    <a:srgbClr val="99FFCC"/>
    <a:srgbClr val="FF6347"/>
    <a:srgbClr val="FF9933"/>
    <a:srgbClr val="CC66FF"/>
    <a:srgbClr val="E34234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58981" autoAdjust="0"/>
  </p:normalViewPr>
  <p:slideViewPr>
    <p:cSldViewPr>
      <p:cViewPr varScale="1">
        <p:scale>
          <a:sx n="65" d="100"/>
          <a:sy n="65" d="100"/>
        </p:scale>
        <p:origin x="140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extracted/figures/splitted_insertion_guide_slide1_fig.png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extracted/figures/splitted_insertion_guide_keyvisual.png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extracted/splitted_insertion_guide_slide1_md.md</a:t>
            </a:r>
          </a:p>
          <a:p>
            <a:r>
              <a:t>{{#id:section:splitted_insertion_guide:slide1}}</a:t>
            </a:r>
          </a:p>
          <a:p>
            <a:r>
              <a:t>## ファイルを分割して挿入する</a:t>
            </a:r>
          </a:p>
          <a:p/>
          <a:p>
            <a:r>
              <a:t>pptxをマージする際、ファイル全体ではなく一部を選択して結合することができます。たとえば全体で4スライドあってもそのうちの2スライドのみ使う、といったことができます。</a:t>
            </a:r>
          </a:p>
          <a:p/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![](figures/splitted_insertion_guide_slide1_fig.png){ width=95% }</a:t>
            </a:r>
          </a:p>
          <a:p/>
          <a:p>
            <a:r>
              <a:t>![](figures/splitted_insertion_guide_keyvisual.png){ width=60% }</a:t>
            </a:r>
          </a:p>
          <a:p/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71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extracted/figures/splitted_insertion_guide_slide2_fig.png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extracted/splitted_insertion_guide_slide2_md.md</a:t>
            </a:r>
          </a:p>
          <a:p>
            <a:r>
              <a:t>{{#id:section:splitted_insertion_guide:slide2}}</a:t>
            </a:r>
          </a:p>
          <a:p>
            <a:r>
              <a:t>## 分割挿入を使いたいのはどんなとき？</a:t>
            </a:r>
          </a:p>
          <a:p/>
          <a:p>
            <a:r>
              <a:t>たとえば、既存の pptx ファイルに手を入れず、コピーも作らずに、</a:t>
            </a:r>
          </a:p>
          <a:p/>
          <a:p>
            <a:r>
              <a:t>- 途中に臨時に別なスライドを差し込みたい</a:t>
            </a:r>
          </a:p>
          <a:p>
            <a:r>
              <a:t>- 中の一部スライドのみ使いたい</a:t>
            </a:r>
          </a:p>
          <a:p/>
          <a:p>
            <a:r>
              <a:t>といった事情があるときは分割挿入機能を使いましょう。</a:t>
            </a:r>
          </a:p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![](figures/splitted_insertion_guide_slide2_fig.png){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271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extracted/figures/splitted_insertion_guide_slide3_fig.png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extracted/splitted_insertion_guide_slide3_md.md</a:t>
            </a:r>
          </a:p>
          <a:p>
            <a:r>
              <a:t>{{#id:section:splitted_insertion_guide:slide3}}</a:t>
            </a:r>
          </a:p>
          <a:p>
            <a:r>
              <a:t>## 結合指示書サンプル</a:t>
            </a:r>
          </a:p>
          <a:p/>
          <a:p>
            <a:r>
              <a:t>分割挿入をするには、operation: insertpptx に slides: パラメータを追加します。 slides を省略すると all 扱いになります。スライド番号は1オリジンです。</a:t>
            </a:r>
          </a:p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![](figures/splitted_insertion_guide_slide3_fig.png){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0979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portrange">
            <a:extLst>
              <a:ext uri="{FF2B5EF4-FFF2-40B4-BE49-F238E27FC236}">
                <a16:creationId xmlns:a16="http://schemas.microsoft.com/office/drawing/2014/main" id="{55A3AA87-6984-3BCC-9E52-AEA441BB0E0D}"/>
              </a:ext>
            </a:extLst>
          </p:cNvPr>
          <p:cNvSpPr/>
          <p:nvPr/>
        </p:nvSpPr>
        <p:spPr bwMode="auto">
          <a:xfrm>
            <a:off x="623391" y="912997"/>
            <a:ext cx="9937105" cy="192864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keyvisual">
            <a:extLst>
              <a:ext uri="{FF2B5EF4-FFF2-40B4-BE49-F238E27FC236}">
                <a16:creationId xmlns:a16="http://schemas.microsoft.com/office/drawing/2014/main" id="{AFBD1941-EE59-E1ED-9B03-2F02201BD7AD}"/>
              </a:ext>
            </a:extLst>
          </p:cNvPr>
          <p:cNvSpPr/>
          <p:nvPr/>
        </p:nvSpPr>
        <p:spPr bwMode="auto">
          <a:xfrm>
            <a:off x="2783632" y="2939312"/>
            <a:ext cx="6417244" cy="369294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ファイルを分割して挿入する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5E8B59-A9AF-B900-C34B-DAF80BDA8C59}"/>
              </a:ext>
            </a:extLst>
          </p:cNvPr>
          <p:cNvSpPr/>
          <p:nvPr/>
        </p:nvSpPr>
        <p:spPr bwMode="auto">
          <a:xfrm>
            <a:off x="3143672" y="3349929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AA7FF8-69F1-5A70-26E2-14AF997617D4}"/>
              </a:ext>
            </a:extLst>
          </p:cNvPr>
          <p:cNvSpPr/>
          <p:nvPr/>
        </p:nvSpPr>
        <p:spPr bwMode="auto">
          <a:xfrm>
            <a:off x="3262135" y="351586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6F9C48-04EF-2DA2-70BA-D93E08B23E67}"/>
              </a:ext>
            </a:extLst>
          </p:cNvPr>
          <p:cNvSpPr/>
          <p:nvPr/>
        </p:nvSpPr>
        <p:spPr bwMode="auto">
          <a:xfrm>
            <a:off x="3262135" y="391691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22D55C-0CBD-0C99-E5D3-D909ADB80C53}"/>
              </a:ext>
            </a:extLst>
          </p:cNvPr>
          <p:cNvSpPr txBox="1"/>
          <p:nvPr/>
        </p:nvSpPr>
        <p:spPr bwMode="auto">
          <a:xfrm>
            <a:off x="3020686" y="2972217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80CE5A-6947-27D7-FD8B-EC11BCAE7C87}"/>
              </a:ext>
            </a:extLst>
          </p:cNvPr>
          <p:cNvSpPr/>
          <p:nvPr/>
        </p:nvSpPr>
        <p:spPr bwMode="auto">
          <a:xfrm>
            <a:off x="7752184" y="3856923"/>
            <a:ext cx="879356" cy="233867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168543A-9EB0-5D12-BA3E-6453BE706655}"/>
              </a:ext>
            </a:extLst>
          </p:cNvPr>
          <p:cNvSpPr txBox="1"/>
          <p:nvPr/>
        </p:nvSpPr>
        <p:spPr bwMode="auto">
          <a:xfrm>
            <a:off x="7182849" y="3348986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3C7A03A-D9B4-ED53-7775-F2CE7974A824}"/>
              </a:ext>
            </a:extLst>
          </p:cNvPr>
          <p:cNvSpPr txBox="1"/>
          <p:nvPr/>
        </p:nvSpPr>
        <p:spPr bwMode="auto">
          <a:xfrm>
            <a:off x="4727848" y="4292064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EFE225C-76DD-F242-461B-1C1509FCAF8E}"/>
              </a:ext>
            </a:extLst>
          </p:cNvPr>
          <p:cNvCxnSpPr/>
          <p:nvPr/>
        </p:nvCxnSpPr>
        <p:spPr bwMode="auto">
          <a:xfrm>
            <a:off x="4341673" y="4771530"/>
            <a:ext cx="2978463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 splitted_insertion_recipe.yaml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１つの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ファイルを複数に分割して挿入する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"operation: insertpptx", "slides"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A929BD-2F4E-6305-C470-00B247FAA3D6}"/>
              </a:ext>
            </a:extLst>
          </p:cNvPr>
          <p:cNvSpPr txBox="1"/>
          <p:nvPr/>
        </p:nvSpPr>
        <p:spPr bwMode="auto">
          <a:xfrm>
            <a:off x="4515955" y="4896171"/>
            <a:ext cx="244181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Ａを分割して挿入、その間にＢを挟む、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pm6_splitted_insertion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9F34D0-BE53-2096-7D40-C2A6C92EE0C1}"/>
              </a:ext>
            </a:extLst>
          </p:cNvPr>
          <p:cNvSpPr/>
          <p:nvPr/>
        </p:nvSpPr>
        <p:spPr bwMode="auto">
          <a:xfrm>
            <a:off x="3262135" y="432415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B06012-D40E-BED9-C23C-639B1C3A043F}"/>
              </a:ext>
            </a:extLst>
          </p:cNvPr>
          <p:cNvSpPr/>
          <p:nvPr/>
        </p:nvSpPr>
        <p:spPr bwMode="auto">
          <a:xfrm>
            <a:off x="3262135" y="472520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C58A447-EE4E-E844-A8FB-062BF52D270E}"/>
              </a:ext>
            </a:extLst>
          </p:cNvPr>
          <p:cNvSpPr/>
          <p:nvPr/>
        </p:nvSpPr>
        <p:spPr bwMode="auto">
          <a:xfrm>
            <a:off x="3143672" y="5815257"/>
            <a:ext cx="879356" cy="67511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31C4528-829E-B3C3-D669-A55CE6A37C1B}"/>
              </a:ext>
            </a:extLst>
          </p:cNvPr>
          <p:cNvSpPr/>
          <p:nvPr/>
        </p:nvSpPr>
        <p:spPr bwMode="auto">
          <a:xfrm>
            <a:off x="3262135" y="5981187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841F1FD-67EC-F7C6-FF2A-C01C4291AB62}"/>
              </a:ext>
            </a:extLst>
          </p:cNvPr>
          <p:cNvSpPr txBox="1"/>
          <p:nvPr/>
        </p:nvSpPr>
        <p:spPr bwMode="auto">
          <a:xfrm>
            <a:off x="3020686" y="5437544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A4659A9-63BF-F494-5885-216672BEA3DB}"/>
              </a:ext>
            </a:extLst>
          </p:cNvPr>
          <p:cNvSpPr/>
          <p:nvPr/>
        </p:nvSpPr>
        <p:spPr bwMode="auto">
          <a:xfrm>
            <a:off x="7875171" y="404472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8EEF36C-CE65-9527-2D7E-5F81636CC003}"/>
              </a:ext>
            </a:extLst>
          </p:cNvPr>
          <p:cNvSpPr/>
          <p:nvPr/>
        </p:nvSpPr>
        <p:spPr bwMode="auto">
          <a:xfrm>
            <a:off x="7875171" y="4443989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4B1847A-EC83-1B37-00FE-5E679E2AC409}"/>
              </a:ext>
            </a:extLst>
          </p:cNvPr>
          <p:cNvSpPr/>
          <p:nvPr/>
        </p:nvSpPr>
        <p:spPr bwMode="auto">
          <a:xfrm>
            <a:off x="7875171" y="524252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B58FB77-41F9-8E58-CABA-6F9E0CCD1B6B}"/>
              </a:ext>
            </a:extLst>
          </p:cNvPr>
          <p:cNvSpPr/>
          <p:nvPr/>
        </p:nvSpPr>
        <p:spPr bwMode="auto">
          <a:xfrm>
            <a:off x="7875171" y="5641793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B074403-5604-5C2A-037F-CCF4F8543DAC}"/>
              </a:ext>
            </a:extLst>
          </p:cNvPr>
          <p:cNvSpPr/>
          <p:nvPr/>
        </p:nvSpPr>
        <p:spPr bwMode="auto">
          <a:xfrm>
            <a:off x="7875171" y="4843257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8EF376-24D3-3B81-47A7-CA9790B4B81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400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ortrange">
            <a:extLst>
              <a:ext uri="{FF2B5EF4-FFF2-40B4-BE49-F238E27FC236}">
                <a16:creationId xmlns:a16="http://schemas.microsoft.com/office/drawing/2014/main" id="{7223E271-2E18-943A-335F-7DC4822B98EC}"/>
              </a:ext>
            </a:extLst>
          </p:cNvPr>
          <p:cNvSpPr/>
          <p:nvPr/>
        </p:nvSpPr>
        <p:spPr bwMode="auto">
          <a:xfrm>
            <a:off x="623391" y="1844824"/>
            <a:ext cx="10657185" cy="42484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分割挿入を使いたいのはどんなとき？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9D7374-7DFD-C84D-7B30-C64ACE343433}"/>
              </a:ext>
            </a:extLst>
          </p:cNvPr>
          <p:cNvSpPr txBox="1"/>
          <p:nvPr/>
        </p:nvSpPr>
        <p:spPr bwMode="auto">
          <a:xfrm>
            <a:off x="1108825" y="1952851"/>
            <a:ext cx="392083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 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ファイルに手を入れず、コピーも作らずに、その中の一部スライドのみ使いたい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3352DD1-6F97-590B-0EC8-4800CE5D3C0E}"/>
              </a:ext>
            </a:extLst>
          </p:cNvPr>
          <p:cNvSpPr txBox="1"/>
          <p:nvPr/>
        </p:nvSpPr>
        <p:spPr bwMode="auto">
          <a:xfrm>
            <a:off x="739026" y="1007124"/>
            <a:ext cx="10541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こんな事情があるときは分割挿入機能を使いましょう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9A5B36-F61E-530B-C643-4ABF16739753}"/>
              </a:ext>
            </a:extLst>
          </p:cNvPr>
          <p:cNvSpPr/>
          <p:nvPr/>
        </p:nvSpPr>
        <p:spPr bwMode="auto">
          <a:xfrm>
            <a:off x="1645268" y="3621926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747382-1106-DBC5-9271-87B803A25BB3}"/>
              </a:ext>
            </a:extLst>
          </p:cNvPr>
          <p:cNvSpPr/>
          <p:nvPr/>
        </p:nvSpPr>
        <p:spPr bwMode="auto">
          <a:xfrm>
            <a:off x="1763731" y="3787857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21B5823-F8D1-ED59-C30B-F3A70E1B859D}"/>
              </a:ext>
            </a:extLst>
          </p:cNvPr>
          <p:cNvSpPr/>
          <p:nvPr/>
        </p:nvSpPr>
        <p:spPr bwMode="auto">
          <a:xfrm>
            <a:off x="1763731" y="4188908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1A08224-9709-4801-107F-12933D50DB42}"/>
              </a:ext>
            </a:extLst>
          </p:cNvPr>
          <p:cNvSpPr txBox="1"/>
          <p:nvPr/>
        </p:nvSpPr>
        <p:spPr bwMode="auto">
          <a:xfrm>
            <a:off x="1522282" y="3244214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407B5E4-EC81-C6C4-64DE-CD7F15CEA6CB}"/>
              </a:ext>
            </a:extLst>
          </p:cNvPr>
          <p:cNvSpPr/>
          <p:nvPr/>
        </p:nvSpPr>
        <p:spPr bwMode="auto">
          <a:xfrm>
            <a:off x="1763731" y="4596148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6DEF174-082E-5C90-13B7-A30DD4C08A6B}"/>
              </a:ext>
            </a:extLst>
          </p:cNvPr>
          <p:cNvSpPr/>
          <p:nvPr/>
        </p:nvSpPr>
        <p:spPr bwMode="auto">
          <a:xfrm>
            <a:off x="1763731" y="4997199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857C8E7-5DB9-5FB3-5D94-FB18CB40F41E}"/>
              </a:ext>
            </a:extLst>
          </p:cNvPr>
          <p:cNvSpPr txBox="1"/>
          <p:nvPr/>
        </p:nvSpPr>
        <p:spPr bwMode="auto">
          <a:xfrm>
            <a:off x="7032104" y="1952851"/>
            <a:ext cx="392083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ファイルに手を入れず、コピーも作らずに、その途中に臨時に別なスライドを差し込みたい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右中かっこ 21">
            <a:extLst>
              <a:ext uri="{FF2B5EF4-FFF2-40B4-BE49-F238E27FC236}">
                <a16:creationId xmlns:a16="http://schemas.microsoft.com/office/drawing/2014/main" id="{B83A524F-1FDF-3997-6C1F-CBFE95507DC6}"/>
              </a:ext>
            </a:extLst>
          </p:cNvPr>
          <p:cNvSpPr/>
          <p:nvPr/>
        </p:nvSpPr>
        <p:spPr bwMode="auto">
          <a:xfrm>
            <a:off x="2460725" y="4175833"/>
            <a:ext cx="408679" cy="761230"/>
          </a:xfrm>
          <a:prstGeom prst="rightBrace">
            <a:avLst>
              <a:gd name="adj1" fmla="val 40821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30234D7-D8B5-A243-9D19-4E556A4DFD85}"/>
              </a:ext>
            </a:extLst>
          </p:cNvPr>
          <p:cNvSpPr txBox="1"/>
          <p:nvPr/>
        </p:nvSpPr>
        <p:spPr bwMode="auto">
          <a:xfrm>
            <a:off x="3085428" y="4149080"/>
            <a:ext cx="174437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A2,A3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使いたい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97C5490-15AC-521E-A56C-180A59FC8865}"/>
              </a:ext>
            </a:extLst>
          </p:cNvPr>
          <p:cNvSpPr/>
          <p:nvPr/>
        </p:nvSpPr>
        <p:spPr bwMode="auto">
          <a:xfrm>
            <a:off x="7256325" y="3993331"/>
            <a:ext cx="879356" cy="197114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96CD18F-5D9A-53E8-FC45-4174901A4E8A}"/>
              </a:ext>
            </a:extLst>
          </p:cNvPr>
          <p:cNvSpPr/>
          <p:nvPr/>
        </p:nvSpPr>
        <p:spPr bwMode="auto">
          <a:xfrm>
            <a:off x="7374788" y="415926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9052C74-A9F7-1A0F-18D6-5D0BBC2FEAE8}"/>
              </a:ext>
            </a:extLst>
          </p:cNvPr>
          <p:cNvSpPr/>
          <p:nvPr/>
        </p:nvSpPr>
        <p:spPr bwMode="auto">
          <a:xfrm>
            <a:off x="7374788" y="4560313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3BB534B-31A3-956C-BAC0-E6BEB13E90E9}"/>
              </a:ext>
            </a:extLst>
          </p:cNvPr>
          <p:cNvSpPr txBox="1"/>
          <p:nvPr/>
        </p:nvSpPr>
        <p:spPr bwMode="auto">
          <a:xfrm>
            <a:off x="7133339" y="3615619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D589314-DC6C-6251-AC98-C40620A88850}"/>
              </a:ext>
            </a:extLst>
          </p:cNvPr>
          <p:cNvSpPr/>
          <p:nvPr/>
        </p:nvSpPr>
        <p:spPr bwMode="auto">
          <a:xfrm>
            <a:off x="7374788" y="504402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C6DF76C-7DED-D07F-B949-A482042D12B9}"/>
              </a:ext>
            </a:extLst>
          </p:cNvPr>
          <p:cNvSpPr/>
          <p:nvPr/>
        </p:nvSpPr>
        <p:spPr bwMode="auto">
          <a:xfrm>
            <a:off x="7374788" y="5445071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4CDBCC0-567D-74A2-310F-B8574D6714E8}"/>
              </a:ext>
            </a:extLst>
          </p:cNvPr>
          <p:cNvSpPr/>
          <p:nvPr/>
        </p:nvSpPr>
        <p:spPr bwMode="auto">
          <a:xfrm>
            <a:off x="9384999" y="4619444"/>
            <a:ext cx="879356" cy="67511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1AAA071-6551-C6A1-953F-1423C20493C4}"/>
              </a:ext>
            </a:extLst>
          </p:cNvPr>
          <p:cNvSpPr/>
          <p:nvPr/>
        </p:nvSpPr>
        <p:spPr bwMode="auto">
          <a:xfrm>
            <a:off x="9503462" y="4785374"/>
            <a:ext cx="642431" cy="30337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A31171-D350-B3F1-6642-1464AAA61766}"/>
              </a:ext>
            </a:extLst>
          </p:cNvPr>
          <p:cNvSpPr txBox="1"/>
          <p:nvPr/>
        </p:nvSpPr>
        <p:spPr bwMode="auto">
          <a:xfrm>
            <a:off x="9262013" y="4241731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8F192B4-BFAB-447D-7436-E22D77B4FE5F}"/>
              </a:ext>
            </a:extLst>
          </p:cNvPr>
          <p:cNvCxnSpPr>
            <a:cxnSpLocks/>
            <a:stCxn id="31" idx="1"/>
          </p:cNvCxnSpPr>
          <p:nvPr/>
        </p:nvCxnSpPr>
        <p:spPr bwMode="auto">
          <a:xfrm flipH="1">
            <a:off x="7752184" y="4937063"/>
            <a:ext cx="1751278" cy="22405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B5ED906-A788-B537-07CB-C3F1D90DE46B}"/>
              </a:ext>
            </a:extLst>
          </p:cNvPr>
          <p:cNvSpPr txBox="1"/>
          <p:nvPr/>
        </p:nvSpPr>
        <p:spPr bwMode="auto">
          <a:xfrm>
            <a:off x="8626607" y="3804935"/>
            <a:ext cx="27188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途中に差し込みたい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2CC5436-AA9D-0B4E-4384-DD7BBD34D82E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221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ortrange">
            <a:extLst>
              <a:ext uri="{FF2B5EF4-FFF2-40B4-BE49-F238E27FC236}">
                <a16:creationId xmlns:a16="http://schemas.microsoft.com/office/drawing/2014/main" id="{73437974-4F0D-4284-ADA9-D66DB2000A61}"/>
              </a:ext>
            </a:extLst>
          </p:cNvPr>
          <p:cNvSpPr/>
          <p:nvPr/>
        </p:nvSpPr>
        <p:spPr bwMode="auto">
          <a:xfrm>
            <a:off x="623391" y="1124744"/>
            <a:ext cx="10729193" cy="54475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240010"/>
            <a:ext cx="10067406" cy="218899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procedure:</a:t>
            </a:r>
          </a:p>
          <a:p>
            <a:r>
              <a:rPr lang="en-US" altLang="ja-JP" sz="1600"/>
              <a:t>  - operation: insertpptx</a:t>
            </a:r>
          </a:p>
          <a:p>
            <a:r>
              <a:rPr lang="en-US" altLang="ja-JP" sz="1600"/>
              <a:t>    pptxfilename: splitted_insertion_guide.pptx</a:t>
            </a:r>
          </a:p>
          <a:p>
            <a:r>
              <a:rPr lang="en-US" altLang="ja-JP" sz="1600"/>
              <a:t>    </a:t>
            </a:r>
            <a:r>
              <a:rPr lang="en-US" altLang="ja-JP" sz="1600">
                <a:solidFill>
                  <a:srgbClr val="FF0000"/>
                </a:solidFill>
              </a:rPr>
              <a:t>slides: 1-2</a:t>
            </a:r>
          </a:p>
          <a:p>
            <a:endParaRPr lang="en-US" altLang="ja-JP" sz="1600"/>
          </a:p>
          <a:p>
            <a:r>
              <a:rPr lang="en-US" altLang="ja-JP" sz="1600"/>
              <a:t>  - operation: insertpptx</a:t>
            </a:r>
          </a:p>
          <a:p>
            <a:r>
              <a:rPr lang="en-US" altLang="ja-JP" sz="1600"/>
              <a:t>    pptxfilename: splitted_insertion_guide.pptx</a:t>
            </a:r>
          </a:p>
          <a:p>
            <a:r>
              <a:rPr lang="en-US" altLang="ja-JP" sz="1600"/>
              <a:t>    </a:t>
            </a:r>
            <a:r>
              <a:rPr lang="en-US" altLang="ja-JP" sz="1600">
                <a:solidFill>
                  <a:srgbClr val="FF0000"/>
                </a:solidFill>
              </a:rPr>
              <a:t>slides: 3,4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05B7A23-F61B-F203-AE22-573E3D2A2931}"/>
              </a:ext>
            </a:extLst>
          </p:cNvPr>
          <p:cNvCxnSpPr>
            <a:cxnSpLocks/>
          </p:cNvCxnSpPr>
          <p:nvPr/>
        </p:nvCxnSpPr>
        <p:spPr bwMode="auto">
          <a:xfrm flipH="1">
            <a:off x="2567608" y="2200672"/>
            <a:ext cx="381004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1F8D47-3F8E-C9C5-EAB9-38673A30248E}"/>
              </a:ext>
            </a:extLst>
          </p:cNvPr>
          <p:cNvSpPr txBox="1"/>
          <p:nvPr/>
        </p:nvSpPr>
        <p:spPr bwMode="auto">
          <a:xfrm>
            <a:off x="6377648" y="1822251"/>
            <a:ext cx="37444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に、パラメタ </a:t>
            </a:r>
            <a:r>
              <a:rPr kumimoji="1" lang="en-US" altLang="ja-JP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slides 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を追加して選択範囲を指定する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F333FF-8569-7313-6E87-163AA58E1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3573016"/>
            <a:ext cx="7410440" cy="288420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CEB89F-5E6B-B21C-0BEF-EE2DC620CFAA}"/>
              </a:ext>
            </a:extLst>
          </p:cNvPr>
          <p:cNvSpPr txBox="1"/>
          <p:nvPr/>
        </p:nvSpPr>
        <p:spPr bwMode="auto">
          <a:xfrm>
            <a:off x="1127448" y="4665178"/>
            <a:ext cx="1668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範囲指定書式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444073-CB54-389D-2D9A-7490F9E1E707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611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分割挿入サンプル１　スライド１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198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分割挿入サンプル１　スライド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B17D74-5277-2820-EACE-A98CA0344DA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969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532CC7-8870-14F4-E138-2C3BC510AC5A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splitted_insertion_sample2.pptx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スライド１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781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スライド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FA6B3A-ADCF-3968-14BF-C619822E3CBA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splitted_insertion_sample2.pptx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919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分割挿入サンプル１　スライド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分割挿入サンプル１　スライド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A9B1843-818B-70A4-1165-7946BD8F0F2B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090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分割挿入サンプル</a:t>
            </a:r>
            <a:r>
              <a:rPr kumimoji="1" lang="en-US" altLang="ja-JP"/>
              <a:t>2</a:t>
            </a:r>
            <a:r>
              <a:rPr kumimoji="1" lang="ja-JP" altLang="en-US"/>
              <a:t>　スライド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684CC-D1A9-0A0B-6E39-0081FA2BF766}"/>
              </a:ext>
            </a:extLst>
          </p:cNvPr>
          <p:cNvSpPr txBox="1"/>
          <p:nvPr/>
        </p:nvSpPr>
        <p:spPr bwMode="auto">
          <a:xfrm>
            <a:off x="1775520" y="2848449"/>
            <a:ext cx="8928992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分割挿入サンプル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スライド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07CC3F-99D9-C8A1-D761-3CD2B62FCAD8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splitted_insertion_sample2.pptx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24109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29837</TotalTime>
  <Words>908</Words>
  <Application>Microsoft Office PowerPoint</Application>
  <PresentationFormat>ワイド画面</PresentationFormat>
  <Paragraphs>193</Paragraphs>
  <Slides>9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FOT-UD丸ゴ_ラージ Pr6 M</vt:lpstr>
      <vt:lpstr>Arial</vt:lpstr>
      <vt:lpstr>Garamond</vt:lpstr>
      <vt:lpstr>Wingdings</vt:lpstr>
      <vt:lpstr>Edge</vt:lpstr>
      <vt:lpstr>ファイルを分割して挿入する</vt:lpstr>
      <vt:lpstr>分割挿入を使いたいのはどんなとき？</vt:lpstr>
      <vt:lpstr>結合指示書サンプル</vt:lpstr>
      <vt:lpstr>分割挿入サンプル１　スライド１</vt:lpstr>
      <vt:lpstr>分割挿入サンプル１　スライド2</vt:lpstr>
      <vt:lpstr>分割挿入サンプル2　スライド１</vt:lpstr>
      <vt:lpstr>分割挿入サンプル2　スライド2</vt:lpstr>
      <vt:lpstr>分割挿入サンプル１　スライド3</vt:lpstr>
      <vt:lpstr>分割挿入サンプル2　スライド3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4077</cp:revision>
  <dcterms:modified xsi:type="dcterms:W3CDTF">2026-06-06T13:14:51Z</dcterms:modified>
</cp:coreProperties>
</file>