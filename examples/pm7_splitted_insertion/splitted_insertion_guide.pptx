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firstSlideNum="0" showSpecialPlsOnTitleSld="0" saveSubsetFonts="1">
  <p:sldMasterIdLst>
    <p:sldMasterId id="2147483660" r:id="rId1"/>
  </p:sldMasterIdLst>
  <p:notesMasterIdLst>
    <p:notesMasterId r:id="rId5"/>
  </p:notesMasterIdLst>
  <p:sldIdLst>
    <p:sldId id="1785" r:id="rId2"/>
    <p:sldId id="1783" r:id="rId3"/>
    <p:sldId id="1786" r:id="rId4"/>
  </p:sldIdLst>
  <p:sldSz cx="12192000" cy="6858000"/>
  <p:notesSz cx="6858000" cy="9144000"/>
  <p:defaultTextStyle>
    <a:defPPr>
      <a:defRPr lang="en-US"/>
    </a:defPPr>
    <a:lvl1pPr algn="l" rtl="0" eaLnBrk="0" fontAlgn="base" hangingPunct="0">
      <a:spcBef>
        <a:spcPct val="0"/>
      </a:spcBef>
      <a:spcAft>
        <a:spcPct val="0"/>
      </a:spcAft>
      <a:defRPr kumimoji="1" sz="2000" b="1" kern="1200">
        <a:solidFill>
          <a:schemeClr val="tx1"/>
        </a:solidFill>
        <a:latin typeface="Arial" panose="020B0604020202020204" pitchFamily="34" charset="0"/>
        <a:ea typeface="ＭＳ Ｐゴシック" panose="020B0600070205080204" pitchFamily="50" charset="-128"/>
        <a:cs typeface="+mn-cs"/>
      </a:defRPr>
    </a:lvl1pPr>
    <a:lvl2pPr marL="457200" algn="l" rtl="0" eaLnBrk="0" fontAlgn="base" hangingPunct="0">
      <a:spcBef>
        <a:spcPct val="0"/>
      </a:spcBef>
      <a:spcAft>
        <a:spcPct val="0"/>
      </a:spcAft>
      <a:defRPr kumimoji="1" sz="2000" b="1" kern="1200">
        <a:solidFill>
          <a:schemeClr val="tx1"/>
        </a:solidFill>
        <a:latin typeface="Arial" panose="020B0604020202020204" pitchFamily="34" charset="0"/>
        <a:ea typeface="ＭＳ Ｐゴシック" panose="020B0600070205080204" pitchFamily="50" charset="-128"/>
        <a:cs typeface="+mn-cs"/>
      </a:defRPr>
    </a:lvl2pPr>
    <a:lvl3pPr marL="914400" algn="l" rtl="0" eaLnBrk="0" fontAlgn="base" hangingPunct="0">
      <a:spcBef>
        <a:spcPct val="0"/>
      </a:spcBef>
      <a:spcAft>
        <a:spcPct val="0"/>
      </a:spcAft>
      <a:defRPr kumimoji="1" sz="2000" b="1" kern="1200">
        <a:solidFill>
          <a:schemeClr val="tx1"/>
        </a:solidFill>
        <a:latin typeface="Arial" panose="020B0604020202020204" pitchFamily="34" charset="0"/>
        <a:ea typeface="ＭＳ Ｐゴシック" panose="020B0600070205080204" pitchFamily="50" charset="-128"/>
        <a:cs typeface="+mn-cs"/>
      </a:defRPr>
    </a:lvl3pPr>
    <a:lvl4pPr marL="1371600" algn="l" rtl="0" eaLnBrk="0" fontAlgn="base" hangingPunct="0">
      <a:spcBef>
        <a:spcPct val="0"/>
      </a:spcBef>
      <a:spcAft>
        <a:spcPct val="0"/>
      </a:spcAft>
      <a:defRPr kumimoji="1" sz="2000" b="1" kern="1200">
        <a:solidFill>
          <a:schemeClr val="tx1"/>
        </a:solidFill>
        <a:latin typeface="Arial" panose="020B0604020202020204" pitchFamily="34" charset="0"/>
        <a:ea typeface="ＭＳ Ｐゴシック" panose="020B0600070205080204" pitchFamily="50" charset="-128"/>
        <a:cs typeface="+mn-cs"/>
      </a:defRPr>
    </a:lvl4pPr>
    <a:lvl5pPr marL="1828800" algn="l" rtl="0" eaLnBrk="0" fontAlgn="base" hangingPunct="0">
      <a:spcBef>
        <a:spcPct val="0"/>
      </a:spcBef>
      <a:spcAft>
        <a:spcPct val="0"/>
      </a:spcAft>
      <a:defRPr kumimoji="1" sz="2000" b="1" kern="1200">
        <a:solidFill>
          <a:schemeClr val="tx1"/>
        </a:solidFill>
        <a:latin typeface="Arial" panose="020B0604020202020204" pitchFamily="34" charset="0"/>
        <a:ea typeface="ＭＳ Ｐゴシック" panose="020B0600070205080204" pitchFamily="50" charset="-128"/>
        <a:cs typeface="+mn-cs"/>
      </a:defRPr>
    </a:lvl5pPr>
    <a:lvl6pPr marL="2286000" algn="l" defTabSz="914400" rtl="0" eaLnBrk="1" latinLnBrk="0" hangingPunct="1">
      <a:defRPr kumimoji="1" sz="2000" b="1" kern="1200">
        <a:solidFill>
          <a:schemeClr val="tx1"/>
        </a:solidFill>
        <a:latin typeface="Arial" panose="020B0604020202020204" pitchFamily="34" charset="0"/>
        <a:ea typeface="ＭＳ Ｐゴシック" panose="020B0600070205080204" pitchFamily="50" charset="-128"/>
        <a:cs typeface="+mn-cs"/>
      </a:defRPr>
    </a:lvl6pPr>
    <a:lvl7pPr marL="2743200" algn="l" defTabSz="914400" rtl="0" eaLnBrk="1" latinLnBrk="0" hangingPunct="1">
      <a:defRPr kumimoji="1" sz="2000" b="1" kern="1200">
        <a:solidFill>
          <a:schemeClr val="tx1"/>
        </a:solidFill>
        <a:latin typeface="Arial" panose="020B0604020202020204" pitchFamily="34" charset="0"/>
        <a:ea typeface="ＭＳ Ｐゴシック" panose="020B0600070205080204" pitchFamily="50" charset="-128"/>
        <a:cs typeface="+mn-cs"/>
      </a:defRPr>
    </a:lvl7pPr>
    <a:lvl8pPr marL="3200400" algn="l" defTabSz="914400" rtl="0" eaLnBrk="1" latinLnBrk="0" hangingPunct="1">
      <a:defRPr kumimoji="1" sz="2000" b="1" kern="1200">
        <a:solidFill>
          <a:schemeClr val="tx1"/>
        </a:solidFill>
        <a:latin typeface="Arial" panose="020B0604020202020204" pitchFamily="34" charset="0"/>
        <a:ea typeface="ＭＳ Ｐゴシック" panose="020B0600070205080204" pitchFamily="50" charset="-128"/>
        <a:cs typeface="+mn-cs"/>
      </a:defRPr>
    </a:lvl8pPr>
    <a:lvl9pPr marL="3657600" algn="l" defTabSz="914400" rtl="0" eaLnBrk="1" latinLnBrk="0" hangingPunct="1">
      <a:defRPr kumimoji="1" sz="2000" b="1" kern="1200">
        <a:solidFill>
          <a:schemeClr val="tx1"/>
        </a:solidFill>
        <a:latin typeface="Arial" panose="020B0604020202020204" pitchFamily="34" charset="0"/>
        <a:ea typeface="ＭＳ Ｐゴシック" panose="020B0600070205080204" pitchFamily="50" charset="-128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384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 useTimings="0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FFFF00"/>
    <a:srgbClr val="FFFFCC"/>
    <a:srgbClr val="FFCCFF"/>
    <a:srgbClr val="CCECFF"/>
    <a:srgbClr val="99FFCC"/>
    <a:srgbClr val="FF6347"/>
    <a:srgbClr val="FF9933"/>
    <a:srgbClr val="CC66FF"/>
    <a:srgbClr val="E34234"/>
    <a:srgbClr val="292929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中間スタイル 2 - アクセント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5940675A-B579-460E-94D1-54222C63F5DA}" styleName="スタイルなし、表のグリッド線あり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</a:tblStyle>
  <a:tblStyle styleId="{616DA210-FB5B-4158-B5E0-FEB733F419BA}" styleName="スタイル (淡色) 3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tx1">
              <a:alpha val="20000"/>
            </a:schemeClr>
          </a:solidFill>
        </a:fill>
      </a:tcStyle>
    </a:band1H>
    <a:band1V>
      <a:tcStyle>
        <a:tcBdr/>
        <a:fill>
          <a:solidFill>
            <a:schemeClr val="tx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tx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tx1"/>
              </a:solidFill>
            </a:ln>
          </a:bottom>
        </a:tcBdr>
        <a:fill>
          <a:noFill/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9294" autoAdjust="0"/>
    <p:restoredTop sz="58981" autoAdjust="0"/>
  </p:normalViewPr>
  <p:slideViewPr>
    <p:cSldViewPr>
      <p:cViewPr varScale="1">
        <p:scale>
          <a:sx n="81" d="100"/>
          <a:sy n="81" d="100"/>
        </p:scale>
        <p:origin x="1596" y="96"/>
      </p:cViewPr>
      <p:guideLst>
        <p:guide orient="horz" pos="2160"/>
        <p:guide pos="384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00" d="100"/>
        <a:sy n="100" d="100"/>
      </p:scale>
      <p:origin x="0" y="0"/>
    </p:cViewPr>
  </p:notesTextViewPr>
  <p:sorterViewPr>
    <p:cViewPr>
      <p:scale>
        <a:sx n="100" d="100"/>
        <a:sy n="100" d="100"/>
      </p:scale>
      <p:origin x="0" y="-19404"/>
    </p:cViewPr>
  </p:sorter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viewProps" Target="view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presProps" Target="presProps.xml"/><Relationship Id="rId5" Type="http://schemas.openxmlformats.org/officeDocument/2006/relationships/notesMaster" Target="notesMasters/notesMaster1.xml"/><Relationship Id="rId4" Type="http://schemas.openxmlformats.org/officeDocument/2006/relationships/slide" Target="slides/slide3.xml"/><Relationship Id="rId9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ヘッダー プレースホルダー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kumimoji="1" lang="ja-JP" altLang="en-US"/>
          </a:p>
        </p:txBody>
      </p:sp>
      <p:sp>
        <p:nvSpPr>
          <p:cNvPr id="3" name="日付プレースホルダー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294670BC-B8C6-44A7-84E1-23632D8FD86F}" type="datetimeFigureOut">
              <a:rPr kumimoji="1" lang="ja-JP" altLang="en-US" smtClean="0"/>
              <a:t>2026/5/24</a:t>
            </a:fld>
            <a:endParaRPr kumimoji="1" lang="ja-JP" altLang="en-US"/>
          </a:p>
        </p:txBody>
      </p:sp>
      <p:sp>
        <p:nvSpPr>
          <p:cNvPr id="4" name="スライド イメージ プレースホルダー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ja-JP" altLang="en-US"/>
          </a:p>
        </p:txBody>
      </p:sp>
      <p:sp>
        <p:nvSpPr>
          <p:cNvPr id="5" name="ノート プレースホルダー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6" name="フッター プレースホルダー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kumimoji="1" lang="ja-JP" altLang="en-US"/>
          </a:p>
        </p:txBody>
      </p:sp>
      <p:sp>
        <p:nvSpPr>
          <p:cNvPr id="7" name="スライド番号プレースホルダー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A10FDB7-3E02-4363-90B3-590B3C26A88D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06735396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kumimoji="1" sz="1200" kern="1200">
        <a:solidFill>
          <a:schemeClr val="tx1"/>
        </a:solidFill>
        <a:latin typeface="BIZ UDPゴシック" panose="020B0400000000000000" pitchFamily="50" charset="-128"/>
        <a:ea typeface="BIZ UDPゴシック" panose="020B0400000000000000" pitchFamily="50" charset="-128"/>
        <a:cs typeface="+mn-cs"/>
      </a:defRPr>
    </a:lvl1pPr>
    <a:lvl2pPr marL="457200" algn="l" defTabSz="914400" rtl="0" eaLnBrk="1" latinLnBrk="0" hangingPunct="1">
      <a:defRPr kumimoji="1" sz="1200" kern="1200">
        <a:solidFill>
          <a:schemeClr val="tx1"/>
        </a:solidFill>
        <a:latin typeface="BIZ UDPゴシック" panose="020B0400000000000000" pitchFamily="50" charset="-128"/>
        <a:ea typeface="BIZ UDPゴシック" panose="020B0400000000000000" pitchFamily="50" charset="-128"/>
        <a:cs typeface="+mn-cs"/>
      </a:defRPr>
    </a:lvl2pPr>
    <a:lvl3pPr marL="914400" algn="l" defTabSz="914400" rtl="0" eaLnBrk="1" latinLnBrk="0" hangingPunct="1">
      <a:defRPr kumimoji="1" sz="1200" kern="1200">
        <a:solidFill>
          <a:schemeClr val="tx1"/>
        </a:solidFill>
        <a:latin typeface="BIZ UDPゴシック" panose="020B0400000000000000" pitchFamily="50" charset="-128"/>
        <a:ea typeface="BIZ UDPゴシック" panose="020B0400000000000000" pitchFamily="50" charset="-128"/>
        <a:cs typeface="+mn-cs"/>
      </a:defRPr>
    </a:lvl3pPr>
    <a:lvl4pPr marL="1371600" algn="l" defTabSz="914400" rtl="0" eaLnBrk="1" latinLnBrk="0" hangingPunct="1">
      <a:defRPr kumimoji="1" sz="1200" kern="1200">
        <a:solidFill>
          <a:schemeClr val="tx1"/>
        </a:solidFill>
        <a:latin typeface="BIZ UDPゴシック" panose="020B0400000000000000" pitchFamily="50" charset="-128"/>
        <a:ea typeface="BIZ UDPゴシック" panose="020B0400000000000000" pitchFamily="50" charset="-128"/>
        <a:cs typeface="+mn-cs"/>
      </a:defRPr>
    </a:lvl4pPr>
    <a:lvl5pPr marL="1828800" algn="l" defTabSz="914400" rtl="0" eaLnBrk="1" latinLnBrk="0" hangingPunct="1">
      <a:defRPr kumimoji="1" sz="1200" kern="1200">
        <a:solidFill>
          <a:schemeClr val="tx1"/>
        </a:solidFill>
        <a:latin typeface="BIZ UDPゴシック" panose="020B0400000000000000" pitchFamily="50" charset="-128"/>
        <a:ea typeface="BIZ UDPゴシック" panose="020B0400000000000000" pitchFamily="50" charset="-128"/>
        <a:cs typeface="+mn-cs"/>
      </a:defRPr>
    </a:lvl5pPr>
    <a:lvl6pPr marL="22860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スライド イメージ プレースホルダー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ノート プレースホルダー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NOTE_CONTENT_FORMAT: 1.0</a:t>
            </a:r>
          </a:p>
          <a:p>
            <a:endParaRPr/>
          </a:p>
          <a:p>
            <a:r>
              <a:t>===BLOCK===</a:t>
            </a:r>
          </a:p>
          <a:p>
            <a:r>
              <a:t>{{BLOCK:IMAGE}}</a:t>
            </a:r>
          </a:p>
          <a:p>
            <a:endParaRPr/>
          </a:p>
          <a:p>
            <a:r>
              <a:t>export-image-mode: slide_with_rectpct</a:t>
            </a:r>
          </a:p>
          <a:p>
            <a:r>
              <a:t>export-image-target: exportrange</a:t>
            </a:r>
          </a:p>
          <a:p>
            <a:r>
              <a:t>export-image: extracted/figures/&lt;__BASEFILENAME__&gt;_slide&lt;__SLIDENUM__&gt;_fig.png</a:t>
            </a:r>
          </a:p>
          <a:p>
            <a:endParaRPr/>
          </a:p>
          <a:p>
            <a:r>
              <a:rPr lang="en-US"/>
              <a:t>===BLOCK===</a:t>
            </a:r>
          </a:p>
          <a:p>
            <a:r>
              <a:rPr lang="en-US"/>
              <a:t>{{BLOCK:IMAGE}}</a:t>
            </a:r>
          </a:p>
          <a:p>
            <a:endParaRPr lang="en-US"/>
          </a:p>
          <a:p>
            <a:r>
              <a:rPr lang="en-US"/>
              <a:t>export-image-mode: slide_with_rectpct</a:t>
            </a:r>
          </a:p>
          <a:p>
            <a:r>
              <a:rPr lang="en-US"/>
              <a:t>export-image-target: keyvisual</a:t>
            </a:r>
          </a:p>
          <a:p>
            <a:r>
              <a:rPr lang="en-US"/>
              <a:t>export-image: extracted/figures/&lt;__BASEFILENAME__&gt;_keyvisual.png</a:t>
            </a:r>
          </a:p>
          <a:p>
            <a:endParaRPr lang="en-US"/>
          </a:p>
          <a:p>
            <a:r>
              <a:t>===BLOCK===</a:t>
            </a:r>
          </a:p>
          <a:p>
            <a:r>
              <a:t>{{BLOCK:MD:LONG}}</a:t>
            </a:r>
          </a:p>
          <a:p>
            <a:endParaRPr/>
          </a:p>
          <a:p>
            <a:r>
              <a:t>export-note: extracted/&lt;__BASEFILENAME__&gt;_slide&lt;__SLIDENUM__&gt;_md.md</a:t>
            </a:r>
          </a:p>
          <a:p>
            <a:r>
              <a:t>{{#id:section:&lt;__BASEFILENAME__&gt;:slide&lt;__SLIDENUM__&gt;}}</a:t>
            </a:r>
          </a:p>
          <a:p>
            <a:r>
              <a:t>## &lt;__TITLE__&gt;</a:t>
            </a:r>
          </a:p>
          <a:p>
            <a:endParaRPr/>
          </a:p>
          <a:p>
            <a:r>
              <a:t>pptxをマージする際、ファイル全体ではなく一部を選択して結合することができます。たとえば全体で4スライドあってもそのうちの2スライドのみ使う、といったことができます。</a:t>
            </a:r>
          </a:p>
          <a:p>
            <a:endParaRPr/>
          </a:p>
          <a:p>
            <a:endParaRPr/>
          </a:p>
          <a:p>
            <a:r>
              <a:t>```{=latex}</a:t>
            </a:r>
          </a:p>
          <a:p>
            <a:r>
              <a:t>\par\vspace{1\baselineskip}</a:t>
            </a:r>
          </a:p>
          <a:p>
            <a:r>
              <a:t>\begin{center}</a:t>
            </a:r>
          </a:p>
          <a:p>
            <a:r>
              <a:t>```</a:t>
            </a:r>
          </a:p>
          <a:p>
            <a:endParaRPr/>
          </a:p>
          <a:p>
            <a:r>
              <a:t>![](figures/&lt;__BASEFILENAME__&gt;_slide&lt;__SLIDENUM__&gt;_fig.png){ width=95% }</a:t>
            </a:r>
            <a:endParaRPr lang="en-US"/>
          </a:p>
          <a:p>
            <a:endParaRPr lang="en-US"/>
          </a:p>
          <a:p>
            <a:r>
              <a:rPr lang="en-US"/>
              <a:t>![](figures/&lt;__BASEFILENAME__&gt;_keyvisual.png){ width=60% }</a:t>
            </a:r>
          </a:p>
          <a:p>
            <a:endParaRPr/>
          </a:p>
          <a:p>
            <a:endParaRPr/>
          </a:p>
          <a:p>
            <a:r>
              <a:t>```{=latex}</a:t>
            </a:r>
          </a:p>
          <a:p>
            <a:r>
              <a:t>\end{center}</a:t>
            </a:r>
          </a:p>
          <a:p>
            <a:r>
              <a:t>\par\vspace{1\baselineskip}</a:t>
            </a:r>
          </a:p>
          <a:p>
            <a:r>
              <a:t>```</a:t>
            </a:r>
            <a:endParaRPr lang="en-US"/>
          </a:p>
          <a:p>
            <a:endParaRPr/>
          </a:p>
        </p:txBody>
      </p:sp>
      <p:sp>
        <p:nvSpPr>
          <p:cNvPr id="4" name="スライド番号プレースホルダー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A10FDB7-3E02-4363-90B3-590B3C26A88D}" type="slidenum">
              <a:rPr kumimoji="1" lang="ja-JP" altLang="en-US" smtClean="0"/>
              <a:t>0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595426663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5E689E0-5E9B-472B-B7BD-AE64F38D6EA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スライド イメージ プレースホルダー 1">
            <a:extLst>
              <a:ext uri="{FF2B5EF4-FFF2-40B4-BE49-F238E27FC236}">
                <a16:creationId xmlns:a16="http://schemas.microsoft.com/office/drawing/2014/main" id="{26738CB1-D726-F896-0A9D-2C54040B705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ノート プレースホルダー 2">
            <a:extLst>
              <a:ext uri="{FF2B5EF4-FFF2-40B4-BE49-F238E27FC236}">
                <a16:creationId xmlns:a16="http://schemas.microsoft.com/office/drawing/2014/main" id="{7E1986DB-D5D8-73F3-72B8-6E68FB13E07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NOTE_CONTENT_FORMAT: 1.0</a:t>
            </a:r>
          </a:p>
          <a:p>
            <a:endParaRPr/>
          </a:p>
          <a:p>
            <a:r>
              <a:t>===BLOCK===</a:t>
            </a:r>
          </a:p>
          <a:p>
            <a:r>
              <a:t>{{BLOCK:IMAGE}}</a:t>
            </a:r>
          </a:p>
          <a:p>
            <a:endParaRPr/>
          </a:p>
          <a:p>
            <a:r>
              <a:t>export-image-mode: slide_with_rectpct</a:t>
            </a:r>
          </a:p>
          <a:p>
            <a:r>
              <a:t>export-image-target: exportrange</a:t>
            </a:r>
          </a:p>
          <a:p>
            <a:r>
              <a:t>export-image: extracted/figures/&lt;__BASEFILENAME__&gt;_slide&lt;__SLIDENUM__&gt;_fig.png</a:t>
            </a:r>
          </a:p>
          <a:p>
            <a:endParaRPr/>
          </a:p>
          <a:p>
            <a:r>
              <a:t>===BLOCK===</a:t>
            </a:r>
          </a:p>
          <a:p>
            <a:r>
              <a:t>{{BLOCK:MD:LONG}}</a:t>
            </a:r>
          </a:p>
          <a:p>
            <a:endParaRPr/>
          </a:p>
          <a:p>
            <a:r>
              <a:t>export-note: extracted/&lt;__BASEFILENAME__&gt;_slide&lt;__SLIDENUM__&gt;_md.md</a:t>
            </a:r>
          </a:p>
          <a:p>
            <a:r>
              <a:t>{{#id:section:&lt;__BASEFILENAME__&gt;:slide&lt;__SLIDENUM__&gt;}}</a:t>
            </a:r>
          </a:p>
          <a:p>
            <a:r>
              <a:t>## &lt;__TITLE__&gt;</a:t>
            </a:r>
          </a:p>
          <a:p>
            <a:endParaRPr/>
          </a:p>
          <a:p>
            <a:r>
              <a:t>たとえば、既存の pptx ファイルに手を入れず、コピーも作らずに、</a:t>
            </a:r>
          </a:p>
          <a:p>
            <a:endParaRPr/>
          </a:p>
          <a:p>
            <a:r>
              <a:t>- 途中に臨時に別なスライドを差し込みたい</a:t>
            </a:r>
          </a:p>
          <a:p>
            <a:r>
              <a:t>- 中の一部スライドのみ使いたい</a:t>
            </a:r>
          </a:p>
          <a:p>
            <a:endParaRPr/>
          </a:p>
          <a:p>
            <a:r>
              <a:t>といった事情があるときは分割挿入機能を使いましょう。</a:t>
            </a:r>
          </a:p>
          <a:p>
            <a:endParaRPr/>
          </a:p>
          <a:p>
            <a:r>
              <a:t>```{=latex}</a:t>
            </a:r>
          </a:p>
          <a:p>
            <a:r>
              <a:t>\par\vspace{1\baselineskip}</a:t>
            </a:r>
          </a:p>
          <a:p>
            <a:r>
              <a:t>\begin{center}</a:t>
            </a:r>
          </a:p>
          <a:p>
            <a:r>
              <a:t>```</a:t>
            </a:r>
          </a:p>
          <a:p>
            <a:endParaRPr/>
          </a:p>
          <a:p>
            <a:r>
              <a:t>![](figures/&lt;__BASEFILENAME__&gt;_slide&lt;__SLIDENUM__&gt;_fig.png){ width=95% }</a:t>
            </a:r>
          </a:p>
          <a:p>
            <a:endParaRPr/>
          </a:p>
          <a:p>
            <a:r>
              <a:t>```{=latex}</a:t>
            </a:r>
          </a:p>
          <a:p>
            <a:r>
              <a:t>\end{center}</a:t>
            </a:r>
          </a:p>
          <a:p>
            <a:r>
              <a:t>\par\vspace{1\baselineskip}</a:t>
            </a:r>
          </a:p>
          <a:p>
            <a:r>
              <a:t>```</a:t>
            </a:r>
            <a:endParaRPr lang="en-US"/>
          </a:p>
          <a:p>
            <a:endParaRPr/>
          </a:p>
        </p:txBody>
      </p:sp>
      <p:sp>
        <p:nvSpPr>
          <p:cNvPr id="4" name="スライド番号プレースホルダー 3">
            <a:extLst>
              <a:ext uri="{FF2B5EF4-FFF2-40B4-BE49-F238E27FC236}">
                <a16:creationId xmlns:a16="http://schemas.microsoft.com/office/drawing/2014/main" id="{8195BA2A-49CF-5F98-CF1C-E12A268E7321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A10FDB7-3E02-4363-90B3-590B3C26A88D}" type="slidenum">
              <a:rPr kumimoji="1" lang="ja-JP" altLang="en-US" smtClean="0"/>
              <a:t>1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161000102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5E689E0-5E9B-472B-B7BD-AE64F38D6EA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スライド イメージ プレースホルダー 1">
            <a:extLst>
              <a:ext uri="{FF2B5EF4-FFF2-40B4-BE49-F238E27FC236}">
                <a16:creationId xmlns:a16="http://schemas.microsoft.com/office/drawing/2014/main" id="{26738CB1-D726-F896-0A9D-2C54040B705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ノート プレースホルダー 2">
            <a:extLst>
              <a:ext uri="{FF2B5EF4-FFF2-40B4-BE49-F238E27FC236}">
                <a16:creationId xmlns:a16="http://schemas.microsoft.com/office/drawing/2014/main" id="{7E1986DB-D5D8-73F3-72B8-6E68FB13E07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NOTE_CONTENT_FORMAT: 1.0</a:t>
            </a:r>
          </a:p>
          <a:p>
            <a:endParaRPr/>
          </a:p>
          <a:p>
            <a:r>
              <a:t>===BLOCK===</a:t>
            </a:r>
          </a:p>
          <a:p>
            <a:r>
              <a:t>{{BLOCK:IMAGE}}</a:t>
            </a:r>
          </a:p>
          <a:p>
            <a:endParaRPr/>
          </a:p>
          <a:p>
            <a:r>
              <a:t>export-image-mode: slide_with_rectpct</a:t>
            </a:r>
          </a:p>
          <a:p>
            <a:r>
              <a:t>export-image-target: exportrange</a:t>
            </a:r>
          </a:p>
          <a:p>
            <a:r>
              <a:t>export-image: extracted/figures/&lt;__BASEFILENAME__&gt;_slide&lt;__SLIDENUM__&gt;_fig.png</a:t>
            </a:r>
          </a:p>
          <a:p>
            <a:endParaRPr/>
          </a:p>
          <a:p>
            <a:r>
              <a:t>===BLOCK===</a:t>
            </a:r>
          </a:p>
          <a:p>
            <a:r>
              <a:t>{{BLOCK:MD:LONG}}</a:t>
            </a:r>
          </a:p>
          <a:p>
            <a:endParaRPr/>
          </a:p>
          <a:p>
            <a:r>
              <a:t>export-note: extracted/&lt;__BASEFILENAME__&gt;_slide&lt;__SLIDENUM__&gt;_md.md</a:t>
            </a:r>
          </a:p>
          <a:p>
            <a:r>
              <a:t>{{#id:section:&lt;__BASEFILENAME__&gt;:slide&lt;__SLIDENUM__&gt;}}</a:t>
            </a:r>
          </a:p>
          <a:p>
            <a:r>
              <a:t>## &lt;__TITLE__&gt;</a:t>
            </a:r>
          </a:p>
          <a:p>
            <a:endParaRPr/>
          </a:p>
          <a:p>
            <a:r>
              <a:t>分割挿入をするには、operation: insertpptx に slides: パラメータを追加します。 slides を省略すると all 扱いになります。スライド番号は1オリジンです。</a:t>
            </a:r>
          </a:p>
          <a:p>
            <a:endParaRPr/>
          </a:p>
          <a:p>
            <a:r>
              <a:t>```{=latex}</a:t>
            </a:r>
          </a:p>
          <a:p>
            <a:r>
              <a:t>\par\vspace{1\baselineskip}</a:t>
            </a:r>
          </a:p>
          <a:p>
            <a:r>
              <a:t>\begin{center}</a:t>
            </a:r>
          </a:p>
          <a:p>
            <a:r>
              <a:t>```</a:t>
            </a:r>
          </a:p>
          <a:p>
            <a:endParaRPr/>
          </a:p>
          <a:p>
            <a:r>
              <a:t>![](figures/&lt;__BASEFILENAME__&gt;_slide&lt;__SLIDENUM__&gt;_fig.png){ width=95% }</a:t>
            </a:r>
          </a:p>
          <a:p>
            <a:endParaRPr/>
          </a:p>
          <a:p>
            <a:r>
              <a:t>```{=latex}</a:t>
            </a:r>
          </a:p>
          <a:p>
            <a:r>
              <a:t>\end{center}</a:t>
            </a:r>
          </a:p>
          <a:p>
            <a:r>
              <a:t>\par\vspace{1\baselineskip}</a:t>
            </a:r>
          </a:p>
          <a:p>
            <a:r>
              <a:t>```</a:t>
            </a:r>
            <a:endParaRPr lang="en-US"/>
          </a:p>
          <a:p>
            <a:endParaRPr/>
          </a:p>
        </p:txBody>
      </p:sp>
      <p:sp>
        <p:nvSpPr>
          <p:cNvPr id="4" name="スライド番号プレースホルダー 3">
            <a:extLst>
              <a:ext uri="{FF2B5EF4-FFF2-40B4-BE49-F238E27FC236}">
                <a16:creationId xmlns:a16="http://schemas.microsoft.com/office/drawing/2014/main" id="{8195BA2A-49CF-5F98-CF1C-E12A268E7321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A10FDB7-3E02-4363-90B3-590B3C26A88D}" type="slidenum">
              <a:rPr kumimoji="1" lang="ja-JP" altLang="en-US" smtClean="0"/>
              <a:t>2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931775345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>
  <p:cSld name="タイトル スライド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42" name="Rectangle 2"/>
          <p:cNvSpPr>
            <a:spLocks noGrp="1" noChangeArrowheads="1"/>
          </p:cNvSpPr>
          <p:nvPr>
            <p:ph type="ctrTitle"/>
          </p:nvPr>
        </p:nvSpPr>
        <p:spPr>
          <a:xfrm>
            <a:off x="1007436" y="1524000"/>
            <a:ext cx="10164233" cy="1752600"/>
          </a:xfrm>
        </p:spPr>
        <p:txBody>
          <a:bodyPr/>
          <a:lstStyle>
            <a:lvl1pPr>
              <a:defRPr sz="4200">
                <a:solidFill>
                  <a:schemeClr val="tx2"/>
                </a:solidFill>
                <a:latin typeface="BIZ UDPゴシック" panose="020B0400000000000000" pitchFamily="50" charset="-128"/>
                <a:ea typeface="BIZ UDPゴシック" panose="020B0400000000000000" pitchFamily="50" charset="-128"/>
              </a:defRPr>
            </a:lvl1pPr>
          </a:lstStyle>
          <a:p>
            <a:r>
              <a:rPr lang="ja-JP" altLang="en-US" dirty="0"/>
              <a:t>マスター タイトルの書式設定</a:t>
            </a:r>
            <a:endParaRPr lang="en-US" altLang="ja-JP" dirty="0"/>
          </a:p>
        </p:txBody>
      </p:sp>
      <p:sp>
        <p:nvSpPr>
          <p:cNvPr id="10243" name="Rectangle 3"/>
          <p:cNvSpPr>
            <a:spLocks noGrp="1" noChangeArrowheads="1"/>
          </p:cNvSpPr>
          <p:nvPr>
            <p:ph type="subTitle" idx="1"/>
          </p:nvPr>
        </p:nvSpPr>
        <p:spPr>
          <a:xfrm>
            <a:off x="3407834" y="3962400"/>
            <a:ext cx="7971367" cy="1752600"/>
          </a:xfrm>
          <a:prstGeom prst="rect">
            <a:avLst/>
          </a:prstGeom>
        </p:spPr>
        <p:txBody>
          <a:bodyPr/>
          <a:lstStyle>
            <a:lvl1pPr marL="0" indent="0">
              <a:buFont typeface="Wingdings" pitchFamily="2" charset="2"/>
              <a:buNone/>
              <a:defRPr sz="2800">
                <a:latin typeface="BIZ UDPゴシック" panose="020B0400000000000000" pitchFamily="50" charset="-128"/>
                <a:ea typeface="BIZ UDPゴシック" panose="020B0400000000000000" pitchFamily="50" charset="-128"/>
              </a:defRPr>
            </a:lvl1pPr>
          </a:lstStyle>
          <a:p>
            <a:r>
              <a:rPr lang="ja-JP" altLang="en-US" dirty="0"/>
              <a:t>マスター サブタイトルの書式設定</a:t>
            </a:r>
            <a:endParaRPr lang="en-US" altLang="ja-JP" dirty="0"/>
          </a:p>
        </p:txBody>
      </p:sp>
      <p:sp>
        <p:nvSpPr>
          <p:cNvPr id="4" name="四角形: 角を丸くする 3">
            <a:extLst>
              <a:ext uri="{FF2B5EF4-FFF2-40B4-BE49-F238E27FC236}">
                <a16:creationId xmlns:a16="http://schemas.microsoft.com/office/drawing/2014/main" id="{8254D289-857E-022B-E722-6C7257F338BE}"/>
              </a:ext>
            </a:extLst>
          </p:cNvPr>
          <p:cNvSpPr/>
          <p:nvPr userDrawn="1"/>
        </p:nvSpPr>
        <p:spPr bwMode="auto">
          <a:xfrm>
            <a:off x="3312000" y="3666171"/>
            <a:ext cx="8328616" cy="91135"/>
          </a:xfrm>
          <a:prstGeom prst="roundRect">
            <a:avLst>
              <a:gd name="adj" fmla="val 49227"/>
            </a:avLst>
          </a:prstGeom>
          <a:solidFill>
            <a:srgbClr val="339966"/>
          </a:solidFill>
          <a:ln w="12700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none" lIns="90000" tIns="46800" rIns="90000" bIns="4680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1" lang="ja-JP" altLang="en-US" sz="2000" b="1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BIZ UDPゴシック" panose="020B0400000000000000" pitchFamily="50" charset="-128"/>
              <a:ea typeface="BIZ UDPゴシック" panose="020B0400000000000000" pitchFamily="50" charset="-128"/>
            </a:endParaRPr>
          </a:p>
        </p:txBody>
      </p:sp>
    </p:spTree>
    <p:extLst>
      <p:ext uri="{BB962C8B-B14F-4D97-AF65-F5344CB8AC3E}">
        <p14:creationId xmlns:p14="http://schemas.microsoft.com/office/powerpoint/2010/main" val="1203523424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タイトルと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 5"/>
          <p:cNvSpPr>
            <a:spLocks noGrp="1" noChangeArrowheads="1"/>
          </p:cNvSpPr>
          <p:nvPr>
            <p:ph type="ftr" sz="quarter" idx="11"/>
          </p:nvPr>
        </p:nvSpPr>
        <p:spPr>
          <a:xfrm>
            <a:off x="17348" y="6640021"/>
            <a:ext cx="5048251" cy="208483"/>
          </a:xfrm>
          <a:prstGeom prst="rect">
            <a:avLst/>
          </a:prstGeom>
        </p:spPr>
        <p:txBody>
          <a:bodyPr/>
          <a:lstStyle>
            <a:lvl1pPr>
              <a:defRPr sz="900">
                <a:latin typeface="BIZ UDPゴシック" panose="020B0400000000000000" pitchFamily="50" charset="-128"/>
                <a:ea typeface="BIZ UDPゴシック" panose="020B0400000000000000" pitchFamily="50" charset="-128"/>
              </a:defRPr>
            </a:lvl1pPr>
          </a:lstStyle>
          <a:p>
            <a:r>
              <a:rPr lang="en-US" altLang="ja-JP"/>
              <a:t>Copyright 2026 </a:t>
            </a:r>
            <a:r>
              <a:rPr lang="ja-JP" altLang="en-US"/>
              <a:t>アイデアクラフト </a:t>
            </a:r>
            <a:r>
              <a:rPr lang="en-US" altLang="ja-JP"/>
              <a:t>Kaimai Mizuhiro</a:t>
            </a:r>
            <a:endParaRPr lang="ja-JP" altLang="en-US" dirty="0"/>
          </a:p>
        </p:txBody>
      </p:sp>
      <p:sp>
        <p:nvSpPr>
          <p:cNvPr id="2" name="タイトル 1"/>
          <p:cNvSpPr>
            <a:spLocks noGrp="1"/>
          </p:cNvSpPr>
          <p:nvPr>
            <p:ph type="title"/>
          </p:nvPr>
        </p:nvSpPr>
        <p:spPr>
          <a:xfrm>
            <a:off x="898656" y="260648"/>
            <a:ext cx="10957984" cy="648072"/>
          </a:xfrm>
        </p:spPr>
        <p:txBody>
          <a:bodyPr/>
          <a:lstStyle>
            <a:lvl1pPr>
              <a:defRPr sz="2800" b="1">
                <a:latin typeface="BIZ UDPゴシック" panose="020B0400000000000000" pitchFamily="50" charset="-128"/>
                <a:ea typeface="BIZ UDPゴシック" panose="020B0400000000000000" pitchFamily="50" charset="-128"/>
              </a:defRPr>
            </a:lvl1pPr>
          </a:lstStyle>
          <a:p>
            <a:r>
              <a:rPr lang="ja-JP" altLang="en-US" dirty="0"/>
              <a:t>マスター タイトルの書式設定</a:t>
            </a:r>
          </a:p>
        </p:txBody>
      </p:sp>
      <p:sp>
        <p:nvSpPr>
          <p:cNvPr id="3" name="コンテンツ プレースホルダ 2"/>
          <p:cNvSpPr>
            <a:spLocks noGrp="1"/>
          </p:cNvSpPr>
          <p:nvPr>
            <p:ph idx="1"/>
          </p:nvPr>
        </p:nvSpPr>
        <p:spPr>
          <a:xfrm>
            <a:off x="609600" y="980728"/>
            <a:ext cx="10972800" cy="5256584"/>
          </a:xfrm>
          <a:prstGeom prst="rect">
            <a:avLst/>
          </a:prstGeom>
        </p:spPr>
        <p:txBody>
          <a:bodyPr/>
          <a:lstStyle>
            <a:lvl1pPr marL="342900" indent="-342900">
              <a:lnSpc>
                <a:spcPct val="150000"/>
              </a:lnSpc>
              <a:buClr>
                <a:schemeClr val="tx1">
                  <a:lumMod val="75000"/>
                  <a:lumOff val="25000"/>
                </a:schemeClr>
              </a:buClr>
              <a:buSzPct val="100000"/>
              <a:buFont typeface="Wingdings" panose="05000000000000000000" pitchFamily="2" charset="2"/>
              <a:buChar char="n"/>
              <a:defRPr>
                <a:latin typeface="BIZ UDPゴシック" panose="020B0400000000000000" pitchFamily="50" charset="-128"/>
                <a:ea typeface="BIZ UDPゴシック" panose="020B0400000000000000" pitchFamily="50" charset="-128"/>
              </a:defRPr>
            </a:lvl1pPr>
            <a:lvl2pPr marL="669925" indent="-325438">
              <a:lnSpc>
                <a:spcPct val="150000"/>
              </a:lnSpc>
              <a:buClr>
                <a:schemeClr val="tx1">
                  <a:lumMod val="75000"/>
                  <a:lumOff val="25000"/>
                </a:schemeClr>
              </a:buClr>
              <a:buSzPct val="100000"/>
              <a:buFont typeface="Wingdings" panose="05000000000000000000" pitchFamily="2" charset="2"/>
              <a:buChar char="n"/>
              <a:defRPr>
                <a:latin typeface="BIZ UDPゴシック" panose="020B0400000000000000" pitchFamily="50" charset="-128"/>
                <a:ea typeface="BIZ UDPゴシック" panose="020B0400000000000000" pitchFamily="50" charset="-128"/>
              </a:defRPr>
            </a:lvl2pPr>
            <a:lvl3pPr marL="1022350" indent="-350838">
              <a:lnSpc>
                <a:spcPct val="150000"/>
              </a:lnSpc>
              <a:buClr>
                <a:schemeClr val="tx1">
                  <a:lumMod val="75000"/>
                  <a:lumOff val="25000"/>
                </a:schemeClr>
              </a:buClr>
              <a:buSzPct val="100000"/>
              <a:buFont typeface="Wingdings" panose="05000000000000000000" pitchFamily="2" charset="2"/>
              <a:buChar char="n"/>
              <a:defRPr>
                <a:latin typeface="BIZ UDPゴシック" panose="020B0400000000000000" pitchFamily="50" charset="-128"/>
                <a:ea typeface="BIZ UDPゴシック" panose="020B0400000000000000" pitchFamily="50" charset="-128"/>
              </a:defRPr>
            </a:lvl3pPr>
            <a:lvl4pPr marL="1339850" indent="-315913">
              <a:lnSpc>
                <a:spcPct val="150000"/>
              </a:lnSpc>
              <a:buClr>
                <a:schemeClr val="tx1">
                  <a:lumMod val="75000"/>
                  <a:lumOff val="25000"/>
                </a:schemeClr>
              </a:buClr>
              <a:buSzPct val="100000"/>
              <a:buFont typeface="Wingdings" panose="05000000000000000000" pitchFamily="2" charset="2"/>
              <a:buChar char="n"/>
              <a:defRPr>
                <a:latin typeface="BIZ UDPゴシック" panose="020B0400000000000000" pitchFamily="50" charset="-128"/>
                <a:ea typeface="BIZ UDPゴシック" panose="020B0400000000000000" pitchFamily="50" charset="-128"/>
              </a:defRPr>
            </a:lvl4pPr>
            <a:lvl5pPr marL="1681163" indent="-339725">
              <a:lnSpc>
                <a:spcPct val="150000"/>
              </a:lnSpc>
              <a:buClr>
                <a:schemeClr val="tx1">
                  <a:lumMod val="75000"/>
                  <a:lumOff val="25000"/>
                </a:schemeClr>
              </a:buClr>
              <a:buSzPct val="100000"/>
              <a:buFont typeface="Wingdings" panose="05000000000000000000" pitchFamily="2" charset="2"/>
              <a:buChar char="n"/>
              <a:defRPr>
                <a:latin typeface="BIZ UDPゴシック" panose="020B0400000000000000" pitchFamily="50" charset="-128"/>
                <a:ea typeface="BIZ UDPゴシック" panose="020B0400000000000000" pitchFamily="50" charset="-128"/>
              </a:defRPr>
            </a:lvl5pPr>
          </a:lstStyle>
          <a:p>
            <a:pPr lvl="0"/>
            <a:r>
              <a:rPr lang="ja-JP" altLang="en-US" dirty="0"/>
              <a:t>マスター テキストの書式設定</a:t>
            </a:r>
          </a:p>
          <a:p>
            <a:pPr lvl="1"/>
            <a:r>
              <a:rPr lang="ja-JP" altLang="en-US" dirty="0"/>
              <a:t>第 </a:t>
            </a:r>
            <a:r>
              <a:rPr lang="en-US" altLang="ja-JP" dirty="0"/>
              <a:t>2 </a:t>
            </a:r>
            <a:r>
              <a:rPr lang="ja-JP" altLang="en-US" dirty="0"/>
              <a:t>レベル</a:t>
            </a:r>
          </a:p>
          <a:p>
            <a:pPr lvl="2"/>
            <a:r>
              <a:rPr lang="ja-JP" altLang="en-US" dirty="0"/>
              <a:t>第 </a:t>
            </a:r>
            <a:r>
              <a:rPr lang="en-US" altLang="ja-JP" dirty="0"/>
              <a:t>3 </a:t>
            </a:r>
            <a:r>
              <a:rPr lang="ja-JP" altLang="en-US" dirty="0"/>
              <a:t>レベル</a:t>
            </a:r>
          </a:p>
          <a:p>
            <a:pPr lvl="3"/>
            <a:r>
              <a:rPr lang="ja-JP" altLang="en-US" dirty="0"/>
              <a:t>第 </a:t>
            </a:r>
            <a:r>
              <a:rPr lang="en-US" altLang="ja-JP" dirty="0"/>
              <a:t>4 </a:t>
            </a:r>
            <a:r>
              <a:rPr lang="ja-JP" altLang="en-US" dirty="0"/>
              <a:t>レベル</a:t>
            </a:r>
          </a:p>
          <a:p>
            <a:pPr lvl="4"/>
            <a:r>
              <a:rPr lang="ja-JP" altLang="en-US" dirty="0"/>
              <a:t>第 </a:t>
            </a:r>
            <a:r>
              <a:rPr lang="en-US" altLang="ja-JP" dirty="0"/>
              <a:t>5 </a:t>
            </a:r>
            <a:r>
              <a:rPr lang="ja-JP" altLang="en-US" dirty="0"/>
              <a:t>レベル</a:t>
            </a:r>
          </a:p>
        </p:txBody>
      </p:sp>
      <p:cxnSp>
        <p:nvCxnSpPr>
          <p:cNvPr id="7" name="直線コネクタ 6">
            <a:extLst>
              <a:ext uri="{FF2B5EF4-FFF2-40B4-BE49-F238E27FC236}">
                <a16:creationId xmlns:a16="http://schemas.microsoft.com/office/drawing/2014/main" id="{F7DC264F-9A8B-8BC9-4FFA-4238A27ED534}"/>
              </a:ext>
            </a:extLst>
          </p:cNvPr>
          <p:cNvCxnSpPr>
            <a:cxnSpLocks/>
          </p:cNvCxnSpPr>
          <p:nvPr userDrawn="1"/>
        </p:nvCxnSpPr>
        <p:spPr bwMode="auto">
          <a:xfrm>
            <a:off x="554182" y="953621"/>
            <a:ext cx="11083636" cy="0"/>
          </a:xfrm>
          <a:prstGeom prst="line">
            <a:avLst/>
          </a:prstGeom>
          <a:solidFill>
            <a:srgbClr val="CCFFFF"/>
          </a:solidFill>
          <a:ln w="28575" cap="flat" cmpd="sng" algn="ctr">
            <a:solidFill>
              <a:srgbClr val="00CC66"/>
            </a:solidFill>
            <a:prstDash val="solid"/>
            <a:round/>
            <a:headEnd type="none" w="med" len="med"/>
            <a:tailEnd type="none" w="med" len="med"/>
          </a:ln>
          <a:effectLst/>
        </p:spPr>
      </p:cxnSp>
      <p:sp>
        <p:nvSpPr>
          <p:cNvPr id="8" name="Rectangle 6">
            <a:extLst>
              <a:ext uri="{FF2B5EF4-FFF2-40B4-BE49-F238E27FC236}">
                <a16:creationId xmlns:a16="http://schemas.microsoft.com/office/drawing/2014/main" id="{6BB55BAD-460C-3254-9DE7-B95DC62378A8}"/>
              </a:ext>
            </a:extLst>
          </p:cNvPr>
          <p:cNvSpPr>
            <a:spLocks noGrp="1" noChangeArrowheads="1"/>
          </p:cNvSpPr>
          <p:nvPr>
            <p:ph type="sldNum" sz="quarter" idx="12"/>
          </p:nvPr>
        </p:nvSpPr>
        <p:spPr>
          <a:xfrm>
            <a:off x="10704511" y="6381328"/>
            <a:ext cx="1500651" cy="457200"/>
          </a:xfrm>
          <a:prstGeom prst="rect">
            <a:avLst/>
          </a:prstGeom>
        </p:spPr>
        <p:txBody>
          <a:bodyPr/>
          <a:lstStyle>
            <a:lvl1pPr algn="r">
              <a:defRPr>
                <a:latin typeface="BIZ UDPゴシック" panose="020B0400000000000000" pitchFamily="50" charset="-128"/>
                <a:ea typeface="BIZ UDPゴシック" panose="020B0400000000000000" pitchFamily="50" charset="-128"/>
              </a:defRPr>
            </a:lvl1pPr>
          </a:lstStyle>
          <a:p>
            <a:fld id="{D2D8002D-B5B0-4BAC-B1F6-782DDCCE6D9C}" type="slidenum">
              <a:rPr lang="ja-JP" altLang="en-US" smtClean="0"/>
              <a:pPr/>
              <a:t>‹#›</a:t>
            </a:fld>
            <a:endParaRPr lang="ja-JP" altLang="en-US"/>
          </a:p>
        </p:txBody>
      </p:sp>
    </p:spTree>
    <p:extLst>
      <p:ext uri="{BB962C8B-B14F-4D97-AF65-F5344CB8AC3E}">
        <p14:creationId xmlns:p14="http://schemas.microsoft.com/office/powerpoint/2010/main" val="3357564286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1_VTWB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7" name="直線コネクタ 6">
            <a:extLst>
              <a:ext uri="{FF2B5EF4-FFF2-40B4-BE49-F238E27FC236}">
                <a16:creationId xmlns:a16="http://schemas.microsoft.com/office/drawing/2014/main" id="{F7DC264F-9A8B-8BC9-4FFA-4238A27ED534}"/>
              </a:ext>
            </a:extLst>
          </p:cNvPr>
          <p:cNvCxnSpPr>
            <a:cxnSpLocks/>
          </p:cNvCxnSpPr>
          <p:nvPr/>
        </p:nvCxnSpPr>
        <p:spPr bwMode="auto">
          <a:xfrm>
            <a:off x="301057" y="833306"/>
            <a:ext cx="11616074" cy="0"/>
          </a:xfrm>
          <a:prstGeom prst="line">
            <a:avLst/>
          </a:prstGeom>
          <a:solidFill>
            <a:srgbClr val="CCFFFF"/>
          </a:solidFill>
          <a:ln w="28575" cap="flat" cmpd="sng" algn="ctr">
            <a:solidFill>
              <a:srgbClr val="00CC66"/>
            </a:solidFill>
            <a:prstDash val="solid"/>
            <a:round/>
            <a:headEnd type="none" w="med" len="med"/>
            <a:tailEnd type="none" w="med" len="med"/>
          </a:ln>
          <a:effectLst/>
        </p:spPr>
      </p:cxnSp>
      <p:sp>
        <p:nvSpPr>
          <p:cNvPr id="4" name="タイトル 1">
            <a:extLst>
              <a:ext uri="{FF2B5EF4-FFF2-40B4-BE49-F238E27FC236}">
                <a16:creationId xmlns:a16="http://schemas.microsoft.com/office/drawing/2014/main" id="{5ED325D3-3CCE-5405-EA2A-09E70E70C4E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98656" y="260648"/>
            <a:ext cx="10957984" cy="501352"/>
          </a:xfrm>
        </p:spPr>
        <p:txBody>
          <a:bodyPr/>
          <a:lstStyle>
            <a:lvl1pPr>
              <a:defRPr>
                <a:latin typeface="BIZ UDPゴシック" panose="020B0400000000000000" pitchFamily="50" charset="-128"/>
                <a:ea typeface="BIZ UDPゴシック" panose="020B0400000000000000" pitchFamily="50" charset="-128"/>
              </a:defRPr>
            </a:lvl1pPr>
          </a:lstStyle>
          <a:p>
            <a:r>
              <a:rPr lang="ja-JP" altLang="en-US"/>
              <a:t>マスター タイトルの書式設定</a:t>
            </a:r>
            <a:endParaRPr lang="ja-JP" altLang="en-US" dirty="0"/>
          </a:p>
        </p:txBody>
      </p:sp>
      <p:sp>
        <p:nvSpPr>
          <p:cNvPr id="3" name="Rectangle 5">
            <a:extLst>
              <a:ext uri="{FF2B5EF4-FFF2-40B4-BE49-F238E27FC236}">
                <a16:creationId xmlns:a16="http://schemas.microsoft.com/office/drawing/2014/main" id="{62F59FD7-9291-23C8-03A9-329B4C15CFF6}"/>
              </a:ext>
            </a:extLst>
          </p:cNvPr>
          <p:cNvSpPr>
            <a:spLocks noGrp="1" noChangeArrowheads="1"/>
          </p:cNvSpPr>
          <p:nvPr>
            <p:ph type="ftr" sz="quarter" idx="11"/>
          </p:nvPr>
        </p:nvSpPr>
        <p:spPr>
          <a:xfrm>
            <a:off x="17348" y="6640021"/>
            <a:ext cx="5048251" cy="208483"/>
          </a:xfrm>
          <a:prstGeom prst="rect">
            <a:avLst/>
          </a:prstGeom>
        </p:spPr>
        <p:txBody>
          <a:bodyPr/>
          <a:lstStyle>
            <a:lvl1pPr>
              <a:defRPr sz="900">
                <a:latin typeface="BIZ UDPゴシック" panose="020B0400000000000000" pitchFamily="50" charset="-128"/>
                <a:ea typeface="BIZ UDPゴシック" panose="020B0400000000000000" pitchFamily="50" charset="-128"/>
              </a:defRPr>
            </a:lvl1pPr>
          </a:lstStyle>
          <a:p>
            <a:r>
              <a:rPr lang="en-US" altLang="ja-JP"/>
              <a:t>Copyright 2026 </a:t>
            </a:r>
            <a:r>
              <a:rPr lang="ja-JP" altLang="en-US"/>
              <a:t>アイデアクラフト </a:t>
            </a:r>
            <a:r>
              <a:rPr lang="en-US" altLang="ja-JP"/>
              <a:t>Kaimai Mizuhiro</a:t>
            </a:r>
            <a:endParaRPr lang="ja-JP" altLang="en-US" dirty="0"/>
          </a:p>
        </p:txBody>
      </p:sp>
    </p:spTree>
    <p:extLst>
      <p:ext uri="{BB962C8B-B14F-4D97-AF65-F5344CB8AC3E}">
        <p14:creationId xmlns:p14="http://schemas.microsoft.com/office/powerpoint/2010/main" val="2191782030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タイトルのみ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>
                <a:latin typeface="BIZ UDPゴシック" panose="020B0400000000000000" pitchFamily="50" charset="-128"/>
                <a:ea typeface="BIZ UDPゴシック" panose="020B0400000000000000" pitchFamily="50" charset="-128"/>
              </a:defRPr>
            </a:lvl1pPr>
          </a:lstStyle>
          <a:p>
            <a:r>
              <a:rPr lang="ja-JP" altLang="en-US" dirty="0"/>
              <a:t>マスター タイトルの書式設定</a:t>
            </a:r>
          </a:p>
        </p:txBody>
      </p:sp>
      <p:cxnSp>
        <p:nvCxnSpPr>
          <p:cNvPr id="5" name="直線コネクタ 4">
            <a:extLst>
              <a:ext uri="{FF2B5EF4-FFF2-40B4-BE49-F238E27FC236}">
                <a16:creationId xmlns:a16="http://schemas.microsoft.com/office/drawing/2014/main" id="{0DDA252F-B76B-2A98-8A15-68FEF4A206CF}"/>
              </a:ext>
            </a:extLst>
          </p:cNvPr>
          <p:cNvCxnSpPr>
            <a:cxnSpLocks/>
          </p:cNvCxnSpPr>
          <p:nvPr userDrawn="1"/>
        </p:nvCxnSpPr>
        <p:spPr bwMode="auto">
          <a:xfrm>
            <a:off x="554182" y="953621"/>
            <a:ext cx="11083636" cy="0"/>
          </a:xfrm>
          <a:prstGeom prst="line">
            <a:avLst/>
          </a:prstGeom>
          <a:solidFill>
            <a:srgbClr val="CCFFFF"/>
          </a:solidFill>
          <a:ln w="28575" cap="flat" cmpd="sng" algn="ctr">
            <a:solidFill>
              <a:srgbClr val="00CC66"/>
            </a:solidFill>
            <a:prstDash val="solid"/>
            <a:round/>
            <a:headEnd type="none" w="med" len="med"/>
            <a:tailEnd type="none" w="med" len="med"/>
          </a:ln>
          <a:effectLst/>
        </p:spPr>
      </p:cxnSp>
      <p:sp>
        <p:nvSpPr>
          <p:cNvPr id="7" name="Rectangle 5">
            <a:extLst>
              <a:ext uri="{FF2B5EF4-FFF2-40B4-BE49-F238E27FC236}">
                <a16:creationId xmlns:a16="http://schemas.microsoft.com/office/drawing/2014/main" id="{83FEA43B-F379-CB8A-0CC1-34E310D7DF90}"/>
              </a:ext>
            </a:extLst>
          </p:cNvPr>
          <p:cNvSpPr>
            <a:spLocks noGrp="1" noChangeArrowheads="1"/>
          </p:cNvSpPr>
          <p:nvPr>
            <p:ph type="ftr" sz="quarter" idx="11"/>
          </p:nvPr>
        </p:nvSpPr>
        <p:spPr>
          <a:xfrm>
            <a:off x="119336" y="6555804"/>
            <a:ext cx="5048251" cy="252264"/>
          </a:xfrm>
          <a:prstGeom prst="rect">
            <a:avLst/>
          </a:prstGeom>
        </p:spPr>
        <p:txBody>
          <a:bodyPr/>
          <a:lstStyle>
            <a:lvl1pPr>
              <a:defRPr sz="900">
                <a:latin typeface="BIZ UDPゴシック" panose="020B0400000000000000" pitchFamily="50" charset="-128"/>
                <a:ea typeface="BIZ UDPゴシック" panose="020B0400000000000000" pitchFamily="50" charset="-128"/>
              </a:defRPr>
            </a:lvl1pPr>
          </a:lstStyle>
          <a:p>
            <a:r>
              <a:rPr lang="en-US" altLang="ja-JP"/>
              <a:t>Copyright 2026 </a:t>
            </a:r>
            <a:r>
              <a:rPr lang="ja-JP" altLang="en-US"/>
              <a:t>アイデアクラフト </a:t>
            </a:r>
            <a:r>
              <a:rPr lang="en-US" altLang="ja-JP"/>
              <a:t>Kaimai Mizuhiro</a:t>
            </a:r>
            <a:endParaRPr lang="ja-JP" altLang="en-US" dirty="0"/>
          </a:p>
        </p:txBody>
      </p:sp>
      <p:sp>
        <p:nvSpPr>
          <p:cNvPr id="8" name="Rectangle 6">
            <a:extLst>
              <a:ext uri="{FF2B5EF4-FFF2-40B4-BE49-F238E27FC236}">
                <a16:creationId xmlns:a16="http://schemas.microsoft.com/office/drawing/2014/main" id="{27F33519-DE7B-1578-63B1-C7F9384DEEE9}"/>
              </a:ext>
            </a:extLst>
          </p:cNvPr>
          <p:cNvSpPr>
            <a:spLocks noGrp="1" noChangeArrowheads="1"/>
          </p:cNvSpPr>
          <p:nvPr>
            <p:ph type="sldNum" sz="quarter" idx="12"/>
          </p:nvPr>
        </p:nvSpPr>
        <p:spPr>
          <a:xfrm>
            <a:off x="10704511" y="6381328"/>
            <a:ext cx="1500651" cy="457200"/>
          </a:xfrm>
          <a:prstGeom prst="rect">
            <a:avLst/>
          </a:prstGeom>
        </p:spPr>
        <p:txBody>
          <a:bodyPr/>
          <a:lstStyle>
            <a:lvl1pPr algn="r">
              <a:defRPr>
                <a:latin typeface="BIZ UDPゴシック" panose="020B0400000000000000" pitchFamily="50" charset="-128"/>
                <a:ea typeface="BIZ UDPゴシック" panose="020B0400000000000000" pitchFamily="50" charset="-128"/>
              </a:defRPr>
            </a:lvl1pPr>
          </a:lstStyle>
          <a:p>
            <a:fld id="{D2D8002D-B5B0-4BAC-B1F6-782DDCCE6D9C}" type="slidenum">
              <a:rPr lang="ja-JP" altLang="en-US" smtClean="0"/>
              <a:pPr/>
              <a:t>‹#›</a:t>
            </a:fld>
            <a:endParaRPr lang="ja-JP" altLang="en-US"/>
          </a:p>
        </p:txBody>
      </p:sp>
    </p:spTree>
    <p:extLst>
      <p:ext uri="{BB962C8B-B14F-4D97-AF65-F5344CB8AC3E}">
        <p14:creationId xmlns:p14="http://schemas.microsoft.com/office/powerpoint/2010/main" val="250980919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白紙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5">
            <a:extLst>
              <a:ext uri="{FF2B5EF4-FFF2-40B4-BE49-F238E27FC236}">
                <a16:creationId xmlns:a16="http://schemas.microsoft.com/office/drawing/2014/main" id="{CCA1F410-EAC2-3B54-16CE-1F8AD3A29273}"/>
              </a:ext>
            </a:extLst>
          </p:cNvPr>
          <p:cNvSpPr>
            <a:spLocks noGrp="1" noChangeArrowheads="1"/>
          </p:cNvSpPr>
          <p:nvPr>
            <p:ph type="ftr" sz="quarter" idx="11"/>
          </p:nvPr>
        </p:nvSpPr>
        <p:spPr>
          <a:xfrm>
            <a:off x="119336" y="6555804"/>
            <a:ext cx="5048251" cy="252264"/>
          </a:xfrm>
          <a:prstGeom prst="rect">
            <a:avLst/>
          </a:prstGeom>
        </p:spPr>
        <p:txBody>
          <a:bodyPr/>
          <a:lstStyle>
            <a:lvl1pPr>
              <a:defRPr sz="900">
                <a:latin typeface="BIZ UDPゴシック" panose="020B0400000000000000" pitchFamily="50" charset="-128"/>
                <a:ea typeface="BIZ UDPゴシック" panose="020B0400000000000000" pitchFamily="50" charset="-128"/>
              </a:defRPr>
            </a:lvl1pPr>
          </a:lstStyle>
          <a:p>
            <a:r>
              <a:rPr lang="en-US" altLang="ja-JP"/>
              <a:t>Copyright 2026 </a:t>
            </a:r>
            <a:r>
              <a:rPr lang="ja-JP" altLang="en-US"/>
              <a:t>アイデアクラフト </a:t>
            </a:r>
            <a:r>
              <a:rPr lang="en-US" altLang="ja-JP"/>
              <a:t>Kaimai Mizuhiro</a:t>
            </a:r>
            <a:endParaRPr lang="ja-JP" altLang="en-US" dirty="0"/>
          </a:p>
        </p:txBody>
      </p:sp>
      <p:sp>
        <p:nvSpPr>
          <p:cNvPr id="6" name="Rectangle 6">
            <a:extLst>
              <a:ext uri="{FF2B5EF4-FFF2-40B4-BE49-F238E27FC236}">
                <a16:creationId xmlns:a16="http://schemas.microsoft.com/office/drawing/2014/main" id="{79E8B39C-04D2-1AF7-9927-F5F6D4CA6FEA}"/>
              </a:ext>
            </a:extLst>
          </p:cNvPr>
          <p:cNvSpPr>
            <a:spLocks noGrp="1" noChangeArrowheads="1"/>
          </p:cNvSpPr>
          <p:nvPr>
            <p:ph type="sldNum" sz="quarter" idx="12"/>
          </p:nvPr>
        </p:nvSpPr>
        <p:spPr>
          <a:xfrm>
            <a:off x="10704511" y="6381328"/>
            <a:ext cx="1500651" cy="457200"/>
          </a:xfrm>
          <a:prstGeom prst="rect">
            <a:avLst/>
          </a:prstGeom>
        </p:spPr>
        <p:txBody>
          <a:bodyPr/>
          <a:lstStyle>
            <a:lvl1pPr algn="r">
              <a:defRPr>
                <a:latin typeface="BIZ UDPゴシック" panose="020B0400000000000000" pitchFamily="50" charset="-128"/>
                <a:ea typeface="BIZ UDPゴシック" panose="020B0400000000000000" pitchFamily="50" charset="-128"/>
              </a:defRPr>
            </a:lvl1pPr>
          </a:lstStyle>
          <a:p>
            <a:fld id="{D2D8002D-B5B0-4BAC-B1F6-782DDCCE6D9C}" type="slidenum">
              <a:rPr lang="ja-JP" altLang="en-US" smtClean="0"/>
              <a:pPr/>
              <a:t>‹#›</a:t>
            </a:fld>
            <a:endParaRPr lang="ja-JP" altLang="en-US"/>
          </a:p>
        </p:txBody>
      </p:sp>
    </p:spTree>
    <p:extLst>
      <p:ext uri="{BB962C8B-B14F-4D97-AF65-F5344CB8AC3E}">
        <p14:creationId xmlns:p14="http://schemas.microsoft.com/office/powerpoint/2010/main" val="3908343738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コンテンツ プレースホルダ 1"/>
          <p:cNvSpPr>
            <a:spLocks noGrp="1"/>
          </p:cNvSpPr>
          <p:nvPr>
            <p:ph/>
          </p:nvPr>
        </p:nvSpPr>
        <p:spPr>
          <a:xfrm>
            <a:off x="609600" y="277813"/>
            <a:ext cx="10972800" cy="5853112"/>
          </a:xfrm>
          <a:prstGeom prst="rect">
            <a:avLst/>
          </a:prstGeom>
        </p:spPr>
        <p:txBody>
          <a:bodyPr/>
          <a:lstStyle>
            <a:lvl1pPr>
              <a:defRPr>
                <a:latin typeface="BIZ UDPゴシック" panose="020B0400000000000000" pitchFamily="50" charset="-128"/>
                <a:ea typeface="BIZ UDPゴシック" panose="020B0400000000000000" pitchFamily="50" charset="-128"/>
              </a:defRPr>
            </a:lvl1pPr>
            <a:lvl2pPr>
              <a:defRPr>
                <a:latin typeface="BIZ UDPゴシック" panose="020B0400000000000000" pitchFamily="50" charset="-128"/>
                <a:ea typeface="BIZ UDPゴシック" panose="020B0400000000000000" pitchFamily="50" charset="-128"/>
              </a:defRPr>
            </a:lvl2pPr>
            <a:lvl3pPr>
              <a:defRPr>
                <a:latin typeface="BIZ UDPゴシック" panose="020B0400000000000000" pitchFamily="50" charset="-128"/>
                <a:ea typeface="BIZ UDPゴシック" panose="020B0400000000000000" pitchFamily="50" charset="-128"/>
              </a:defRPr>
            </a:lvl3pPr>
            <a:lvl4pPr>
              <a:defRPr>
                <a:latin typeface="BIZ UDPゴシック" panose="020B0400000000000000" pitchFamily="50" charset="-128"/>
                <a:ea typeface="BIZ UDPゴシック" panose="020B0400000000000000" pitchFamily="50" charset="-128"/>
              </a:defRPr>
            </a:lvl4pPr>
            <a:lvl5pPr>
              <a:defRPr>
                <a:latin typeface="BIZ UDPゴシック" panose="020B0400000000000000" pitchFamily="50" charset="-128"/>
                <a:ea typeface="BIZ UDPゴシック" panose="020B0400000000000000" pitchFamily="50" charset="-128"/>
              </a:defRPr>
            </a:lvl5pPr>
          </a:lstStyle>
          <a:p>
            <a:pPr lvl="0"/>
            <a:r>
              <a:rPr lang="ja-JP" altLang="en-US" dirty="0"/>
              <a:t>マスター テキストの書式設定</a:t>
            </a:r>
          </a:p>
          <a:p>
            <a:pPr lvl="1"/>
            <a:r>
              <a:rPr lang="ja-JP" altLang="en-US" dirty="0"/>
              <a:t>第 </a:t>
            </a:r>
            <a:r>
              <a:rPr lang="en-US" altLang="ja-JP" dirty="0"/>
              <a:t>2 </a:t>
            </a:r>
            <a:r>
              <a:rPr lang="ja-JP" altLang="en-US" dirty="0"/>
              <a:t>レベル</a:t>
            </a:r>
          </a:p>
          <a:p>
            <a:pPr lvl="2"/>
            <a:r>
              <a:rPr lang="ja-JP" altLang="en-US" dirty="0"/>
              <a:t>第 </a:t>
            </a:r>
            <a:r>
              <a:rPr lang="en-US" altLang="ja-JP" dirty="0"/>
              <a:t>3 </a:t>
            </a:r>
            <a:r>
              <a:rPr lang="ja-JP" altLang="en-US" dirty="0"/>
              <a:t>レベル</a:t>
            </a:r>
          </a:p>
          <a:p>
            <a:pPr lvl="3"/>
            <a:r>
              <a:rPr lang="ja-JP" altLang="en-US" dirty="0"/>
              <a:t>第 </a:t>
            </a:r>
            <a:r>
              <a:rPr lang="en-US" altLang="ja-JP" dirty="0"/>
              <a:t>4 </a:t>
            </a:r>
            <a:r>
              <a:rPr lang="ja-JP" altLang="en-US" dirty="0"/>
              <a:t>レベル</a:t>
            </a:r>
          </a:p>
          <a:p>
            <a:pPr lvl="4"/>
            <a:r>
              <a:rPr lang="ja-JP" altLang="en-US" dirty="0"/>
              <a:t>第 </a:t>
            </a:r>
            <a:r>
              <a:rPr lang="en-US" altLang="ja-JP" dirty="0"/>
              <a:t>5 </a:t>
            </a:r>
            <a:r>
              <a:rPr lang="ja-JP" altLang="en-US" dirty="0"/>
              <a:t>レベル</a:t>
            </a:r>
          </a:p>
        </p:txBody>
      </p:sp>
      <p:sp>
        <p:nvSpPr>
          <p:cNvPr id="6" name="Rectangle 6">
            <a:extLst>
              <a:ext uri="{FF2B5EF4-FFF2-40B4-BE49-F238E27FC236}">
                <a16:creationId xmlns:a16="http://schemas.microsoft.com/office/drawing/2014/main" id="{101701D8-2655-4364-A1CC-F63E88A9B833}"/>
              </a:ext>
            </a:extLst>
          </p:cNvPr>
          <p:cNvSpPr>
            <a:spLocks noGrp="1" noChangeArrowheads="1"/>
          </p:cNvSpPr>
          <p:nvPr>
            <p:ph type="sldNum" sz="quarter" idx="12"/>
          </p:nvPr>
        </p:nvSpPr>
        <p:spPr>
          <a:xfrm>
            <a:off x="10704511" y="6381328"/>
            <a:ext cx="1500651" cy="457200"/>
          </a:xfrm>
          <a:prstGeom prst="rect">
            <a:avLst/>
          </a:prstGeom>
        </p:spPr>
        <p:txBody>
          <a:bodyPr/>
          <a:lstStyle>
            <a:lvl1pPr algn="r">
              <a:defRPr>
                <a:latin typeface="BIZ UDPゴシック" panose="020B0400000000000000" pitchFamily="50" charset="-128"/>
                <a:ea typeface="BIZ UDPゴシック" panose="020B0400000000000000" pitchFamily="50" charset="-128"/>
              </a:defRPr>
            </a:lvl1pPr>
          </a:lstStyle>
          <a:p>
            <a:fld id="{D2D8002D-B5B0-4BAC-B1F6-782DDCCE6D9C}" type="slidenum">
              <a:rPr lang="ja-JP" altLang="en-US" smtClean="0"/>
              <a:pPr/>
              <a:t>‹#›</a:t>
            </a:fld>
            <a:endParaRPr lang="ja-JP" altLang="en-US"/>
          </a:p>
        </p:txBody>
      </p:sp>
      <p:sp>
        <p:nvSpPr>
          <p:cNvPr id="5" name="Rectangle 5">
            <a:extLst>
              <a:ext uri="{FF2B5EF4-FFF2-40B4-BE49-F238E27FC236}">
                <a16:creationId xmlns:a16="http://schemas.microsoft.com/office/drawing/2014/main" id="{DAFE0410-6CDA-6DC1-4B56-83230C710187}"/>
              </a:ext>
            </a:extLst>
          </p:cNvPr>
          <p:cNvSpPr>
            <a:spLocks noGrp="1" noChangeArrowheads="1"/>
          </p:cNvSpPr>
          <p:nvPr>
            <p:ph type="ftr" sz="quarter" idx="11"/>
          </p:nvPr>
        </p:nvSpPr>
        <p:spPr>
          <a:xfrm>
            <a:off x="119336" y="6555804"/>
            <a:ext cx="5048251" cy="252264"/>
          </a:xfrm>
          <a:prstGeom prst="rect">
            <a:avLst/>
          </a:prstGeom>
        </p:spPr>
        <p:txBody>
          <a:bodyPr/>
          <a:lstStyle>
            <a:lvl1pPr>
              <a:defRPr sz="900">
                <a:latin typeface="BIZ UDPゴシック" panose="020B0400000000000000" pitchFamily="50" charset="-128"/>
                <a:ea typeface="BIZ UDPゴシック" panose="020B0400000000000000" pitchFamily="50" charset="-128"/>
              </a:defRPr>
            </a:lvl1pPr>
          </a:lstStyle>
          <a:p>
            <a:r>
              <a:rPr lang="en-US" altLang="ja-JP"/>
              <a:t>Copyright 2026 </a:t>
            </a:r>
            <a:r>
              <a:rPr lang="ja-JP" altLang="en-US"/>
              <a:t>アイデアクラフト </a:t>
            </a:r>
            <a:r>
              <a:rPr lang="en-US" altLang="ja-JP"/>
              <a:t>Kaimai Mizuhiro</a:t>
            </a:r>
            <a:endParaRPr lang="ja-JP" altLang="en-US" dirty="0"/>
          </a:p>
        </p:txBody>
      </p:sp>
    </p:spTree>
    <p:extLst>
      <p:ext uri="{BB962C8B-B14F-4D97-AF65-F5344CB8AC3E}">
        <p14:creationId xmlns:p14="http://schemas.microsoft.com/office/powerpoint/2010/main" val="1795469193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7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5" Type="http://schemas.openxmlformats.org/officeDocument/2006/relationships/slideLayout" Target="../slideLayouts/slideLayout5.xml"/><Relationship Id="rId4" Type="http://schemas.openxmlformats.org/officeDocument/2006/relationships/slideLayout" Target="../slideLayouts/slideLayout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6" name="Rectangle 2"/>
          <p:cNvSpPr>
            <a:spLocks noGrp="1" noChangeArrowheads="1"/>
          </p:cNvSpPr>
          <p:nvPr>
            <p:ph type="title"/>
          </p:nvPr>
        </p:nvSpPr>
        <p:spPr bwMode="auto">
          <a:xfrm>
            <a:off x="898656" y="260648"/>
            <a:ext cx="10957984" cy="50135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lvl="0"/>
            <a:r>
              <a:rPr lang="en-US" altLang="ja-JP" dirty="0" err="1"/>
              <a:t>マスタ</a:t>
            </a:r>
            <a:r>
              <a:rPr lang="en-US" altLang="ja-JP" dirty="0"/>
              <a:t> </a:t>
            </a:r>
            <a:r>
              <a:rPr lang="en-US" altLang="ja-JP" dirty="0" err="1"/>
              <a:t>タイトルの書式設定</a:t>
            </a:r>
            <a:endParaRPr lang="en-US" altLang="ja-JP" dirty="0"/>
          </a:p>
        </p:txBody>
      </p:sp>
      <p:sp>
        <p:nvSpPr>
          <p:cNvPr id="2" name="Rectangle 6">
            <a:extLst>
              <a:ext uri="{FF2B5EF4-FFF2-40B4-BE49-F238E27FC236}">
                <a16:creationId xmlns:a16="http://schemas.microsoft.com/office/drawing/2014/main" id="{91A1ECCD-F85D-D247-549B-2E41B84C18AE}"/>
              </a:ext>
            </a:extLst>
          </p:cNvPr>
          <p:cNvSpPr>
            <a:spLocks noGrp="1" noChangeArrowheads="1"/>
          </p:cNvSpPr>
          <p:nvPr>
            <p:ph type="sldNum" sz="quarter" idx="4"/>
          </p:nvPr>
        </p:nvSpPr>
        <p:spPr>
          <a:xfrm>
            <a:off x="10704511" y="6381328"/>
            <a:ext cx="1500651" cy="457200"/>
          </a:xfrm>
          <a:prstGeom prst="rect">
            <a:avLst/>
          </a:prstGeom>
        </p:spPr>
        <p:txBody>
          <a:bodyPr/>
          <a:lstStyle>
            <a:lvl1pPr algn="r">
              <a:defRPr>
                <a:latin typeface="BIZ UDPゴシック" panose="020B0400000000000000" pitchFamily="50" charset="-128"/>
                <a:ea typeface="BIZ UDPゴシック" panose="020B0400000000000000" pitchFamily="50" charset="-128"/>
              </a:defRPr>
            </a:lvl1pPr>
          </a:lstStyle>
          <a:p>
            <a:fld id="{D2D8002D-B5B0-4BAC-B1F6-782DDCCE6D9C}" type="slidenum">
              <a:rPr lang="ja-JP" altLang="en-US" smtClean="0"/>
              <a:pPr/>
              <a:t>‹#›</a:t>
            </a:fld>
            <a:endParaRPr lang="ja-JP" altLang="en-US"/>
          </a:p>
        </p:txBody>
      </p:sp>
    </p:spTree>
    <p:extLst>
      <p:ext uri="{BB962C8B-B14F-4D97-AF65-F5344CB8AC3E}">
        <p14:creationId xmlns:p14="http://schemas.microsoft.com/office/powerpoint/2010/main" val="1155326947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8" r:id="rId3"/>
    <p:sldLayoutId id="2147483664" r:id="rId4"/>
    <p:sldLayoutId id="2147483666" r:id="rId5"/>
    <p:sldLayoutId id="2147483667" r:id="rId6"/>
  </p:sldLayoutIdLst>
  <p:hf sldNum="0" hdr="0" dt="0"/>
  <p:txStyles>
    <p:titleStyle>
      <a:lvl1pPr algn="l" rtl="0" eaLnBrk="1" fontAlgn="base" hangingPunct="1">
        <a:spcBef>
          <a:spcPct val="0"/>
        </a:spcBef>
        <a:spcAft>
          <a:spcPct val="0"/>
        </a:spcAft>
        <a:defRPr kumimoji="1" sz="2800" b="1">
          <a:solidFill>
            <a:schemeClr val="tx2"/>
          </a:solidFill>
          <a:latin typeface="BIZ UDPゴシック" panose="020B0400000000000000" pitchFamily="50" charset="-128"/>
          <a:ea typeface="BIZ UDPゴシック" panose="020B0400000000000000" pitchFamily="50" charset="-128"/>
          <a:cs typeface="+mj-cs"/>
        </a:defRPr>
      </a:lvl1pPr>
      <a:lvl2pPr algn="l" rtl="0" eaLnBrk="1" fontAlgn="base" hangingPunct="1">
        <a:spcBef>
          <a:spcPct val="0"/>
        </a:spcBef>
        <a:spcAft>
          <a:spcPct val="0"/>
        </a:spcAft>
        <a:defRPr kumimoji="1" sz="3400">
          <a:solidFill>
            <a:schemeClr val="tx2"/>
          </a:solidFill>
          <a:latin typeface="Garamond" pitchFamily="18" charset="0"/>
          <a:ea typeface="ＭＳ Ｐゴシック" pitchFamily="50" charset="-128"/>
        </a:defRPr>
      </a:lvl2pPr>
      <a:lvl3pPr algn="l" rtl="0" eaLnBrk="1" fontAlgn="base" hangingPunct="1">
        <a:spcBef>
          <a:spcPct val="0"/>
        </a:spcBef>
        <a:spcAft>
          <a:spcPct val="0"/>
        </a:spcAft>
        <a:defRPr kumimoji="1" sz="3400">
          <a:solidFill>
            <a:schemeClr val="tx2"/>
          </a:solidFill>
          <a:latin typeface="Garamond" pitchFamily="18" charset="0"/>
          <a:ea typeface="ＭＳ Ｐゴシック" pitchFamily="50" charset="-128"/>
        </a:defRPr>
      </a:lvl3pPr>
      <a:lvl4pPr algn="l" rtl="0" eaLnBrk="1" fontAlgn="base" hangingPunct="1">
        <a:spcBef>
          <a:spcPct val="0"/>
        </a:spcBef>
        <a:spcAft>
          <a:spcPct val="0"/>
        </a:spcAft>
        <a:defRPr kumimoji="1" sz="3400">
          <a:solidFill>
            <a:schemeClr val="tx2"/>
          </a:solidFill>
          <a:latin typeface="Garamond" pitchFamily="18" charset="0"/>
          <a:ea typeface="ＭＳ Ｐゴシック" pitchFamily="50" charset="-128"/>
        </a:defRPr>
      </a:lvl4pPr>
      <a:lvl5pPr algn="l" rtl="0" eaLnBrk="1" fontAlgn="base" hangingPunct="1">
        <a:spcBef>
          <a:spcPct val="0"/>
        </a:spcBef>
        <a:spcAft>
          <a:spcPct val="0"/>
        </a:spcAft>
        <a:defRPr kumimoji="1" sz="3400">
          <a:solidFill>
            <a:schemeClr val="tx2"/>
          </a:solidFill>
          <a:latin typeface="Garamond" pitchFamily="18" charset="0"/>
          <a:ea typeface="ＭＳ Ｐゴシック" pitchFamily="50" charset="-128"/>
        </a:defRPr>
      </a:lvl5pPr>
      <a:lvl6pPr marL="457200" algn="l" rtl="0" eaLnBrk="1" fontAlgn="base" hangingPunct="1">
        <a:spcBef>
          <a:spcPct val="0"/>
        </a:spcBef>
        <a:spcAft>
          <a:spcPct val="0"/>
        </a:spcAft>
        <a:defRPr kumimoji="1" sz="3400">
          <a:solidFill>
            <a:schemeClr val="tx2"/>
          </a:solidFill>
          <a:latin typeface="Garamond" pitchFamily="18" charset="0"/>
          <a:ea typeface="ＭＳ Ｐゴシック" pitchFamily="50" charset="-128"/>
        </a:defRPr>
      </a:lvl6pPr>
      <a:lvl7pPr marL="914400" algn="l" rtl="0" eaLnBrk="1" fontAlgn="base" hangingPunct="1">
        <a:spcBef>
          <a:spcPct val="0"/>
        </a:spcBef>
        <a:spcAft>
          <a:spcPct val="0"/>
        </a:spcAft>
        <a:defRPr kumimoji="1" sz="3400">
          <a:solidFill>
            <a:schemeClr val="tx2"/>
          </a:solidFill>
          <a:latin typeface="Garamond" pitchFamily="18" charset="0"/>
          <a:ea typeface="ＭＳ Ｐゴシック" pitchFamily="50" charset="-128"/>
        </a:defRPr>
      </a:lvl7pPr>
      <a:lvl8pPr marL="1371600" algn="l" rtl="0" eaLnBrk="1" fontAlgn="base" hangingPunct="1">
        <a:spcBef>
          <a:spcPct val="0"/>
        </a:spcBef>
        <a:spcAft>
          <a:spcPct val="0"/>
        </a:spcAft>
        <a:defRPr kumimoji="1" sz="3400">
          <a:solidFill>
            <a:schemeClr val="tx2"/>
          </a:solidFill>
          <a:latin typeface="Garamond" pitchFamily="18" charset="0"/>
          <a:ea typeface="ＭＳ Ｐゴシック" pitchFamily="50" charset="-128"/>
        </a:defRPr>
      </a:lvl8pPr>
      <a:lvl9pPr marL="1828800" algn="l" rtl="0" eaLnBrk="1" fontAlgn="base" hangingPunct="1">
        <a:spcBef>
          <a:spcPct val="0"/>
        </a:spcBef>
        <a:spcAft>
          <a:spcPct val="0"/>
        </a:spcAft>
        <a:defRPr kumimoji="1" sz="3400">
          <a:solidFill>
            <a:schemeClr val="tx2"/>
          </a:solidFill>
          <a:latin typeface="Garamond" pitchFamily="18" charset="0"/>
          <a:ea typeface="ＭＳ Ｐゴシック" pitchFamily="50" charset="-128"/>
        </a:defRPr>
      </a:lvl9pPr>
    </p:titleStyle>
    <p:bodyStyle>
      <a:lvl1pPr marL="342900" indent="-342900" algn="l" rtl="0" eaLnBrk="1" fontAlgn="base" hangingPunct="1">
        <a:lnSpc>
          <a:spcPct val="150000"/>
        </a:lnSpc>
        <a:spcBef>
          <a:spcPct val="20000"/>
        </a:spcBef>
        <a:spcAft>
          <a:spcPct val="0"/>
        </a:spcAft>
        <a:buClr>
          <a:schemeClr val="tx1">
            <a:lumMod val="75000"/>
            <a:lumOff val="25000"/>
          </a:schemeClr>
        </a:buClr>
        <a:buSzPct val="65000"/>
        <a:buFont typeface="Wingdings" panose="05000000000000000000" pitchFamily="2" charset="2"/>
        <a:buChar char="n"/>
        <a:defRPr kumimoji="1" sz="2000" b="1">
          <a:solidFill>
            <a:schemeClr val="tx1"/>
          </a:solidFill>
          <a:latin typeface="FOT-UD丸ゴ_ラージ Pr6 M" panose="02020400000000000000" pitchFamily="18" charset="-128"/>
          <a:ea typeface="FOT-UD丸ゴ_ラージ Pr6 M" panose="02020400000000000000" pitchFamily="18" charset="-128"/>
          <a:cs typeface="+mn-cs"/>
        </a:defRPr>
      </a:lvl1pPr>
      <a:lvl2pPr marL="669925" indent="-325438" algn="l" rtl="0" eaLnBrk="1" fontAlgn="base" hangingPunct="1">
        <a:lnSpc>
          <a:spcPct val="150000"/>
        </a:lnSpc>
        <a:spcBef>
          <a:spcPct val="20000"/>
        </a:spcBef>
        <a:spcAft>
          <a:spcPct val="0"/>
        </a:spcAft>
        <a:buClr>
          <a:schemeClr val="tx1">
            <a:lumMod val="75000"/>
            <a:lumOff val="25000"/>
          </a:schemeClr>
        </a:buClr>
        <a:buSzPct val="60000"/>
        <a:buFont typeface="Wingdings" panose="05000000000000000000" pitchFamily="2" charset="2"/>
        <a:buChar char="n"/>
        <a:defRPr kumimoji="1" sz="1800" b="1">
          <a:solidFill>
            <a:schemeClr val="tx1"/>
          </a:solidFill>
          <a:latin typeface="FOT-UD丸ゴ_ラージ Pr6 M" panose="02020400000000000000" pitchFamily="18" charset="-128"/>
          <a:ea typeface="FOT-UD丸ゴ_ラージ Pr6 M" panose="02020400000000000000" pitchFamily="18" charset="-128"/>
        </a:defRPr>
      </a:lvl2pPr>
      <a:lvl3pPr marL="1022350" indent="-350838" algn="l" rtl="0" eaLnBrk="1" fontAlgn="base" hangingPunct="1">
        <a:lnSpc>
          <a:spcPct val="150000"/>
        </a:lnSpc>
        <a:spcBef>
          <a:spcPct val="20000"/>
        </a:spcBef>
        <a:spcAft>
          <a:spcPct val="0"/>
        </a:spcAft>
        <a:buClr>
          <a:schemeClr val="tx1">
            <a:lumMod val="75000"/>
            <a:lumOff val="25000"/>
          </a:schemeClr>
        </a:buClr>
        <a:buSzPct val="65000"/>
        <a:buFont typeface="Wingdings" panose="05000000000000000000" pitchFamily="2" charset="2"/>
        <a:buChar char="n"/>
        <a:defRPr kumimoji="1" sz="1600" b="1">
          <a:solidFill>
            <a:schemeClr val="tx1"/>
          </a:solidFill>
          <a:latin typeface="FOT-UD丸ゴ_ラージ Pr6 M" panose="02020400000000000000" pitchFamily="18" charset="-128"/>
          <a:ea typeface="FOT-UD丸ゴ_ラージ Pr6 M" panose="02020400000000000000" pitchFamily="18" charset="-128"/>
        </a:defRPr>
      </a:lvl3pPr>
      <a:lvl4pPr marL="1339850" indent="-315913" algn="l" rtl="0" eaLnBrk="1" fontAlgn="base" hangingPunct="1">
        <a:lnSpc>
          <a:spcPct val="150000"/>
        </a:lnSpc>
        <a:spcBef>
          <a:spcPct val="20000"/>
        </a:spcBef>
        <a:spcAft>
          <a:spcPct val="0"/>
        </a:spcAft>
        <a:buClr>
          <a:schemeClr val="tx1">
            <a:lumMod val="75000"/>
            <a:lumOff val="25000"/>
          </a:schemeClr>
        </a:buClr>
        <a:buSzPct val="70000"/>
        <a:buFont typeface="Wingdings" panose="05000000000000000000" pitchFamily="2" charset="2"/>
        <a:buChar char="n"/>
        <a:defRPr kumimoji="1" sz="1400" b="1">
          <a:solidFill>
            <a:schemeClr val="tx1"/>
          </a:solidFill>
          <a:latin typeface="FOT-UD丸ゴ_ラージ Pr6 M" panose="02020400000000000000" pitchFamily="18" charset="-128"/>
          <a:ea typeface="FOT-UD丸ゴ_ラージ Pr6 M" panose="02020400000000000000" pitchFamily="18" charset="-128"/>
        </a:defRPr>
      </a:lvl4pPr>
      <a:lvl5pPr marL="1681163" indent="-339725" algn="l" rtl="0" eaLnBrk="1" fontAlgn="base" hangingPunct="1">
        <a:lnSpc>
          <a:spcPct val="150000"/>
        </a:lnSpc>
        <a:spcBef>
          <a:spcPct val="20000"/>
        </a:spcBef>
        <a:spcAft>
          <a:spcPct val="0"/>
        </a:spcAft>
        <a:buClr>
          <a:schemeClr val="tx1">
            <a:lumMod val="75000"/>
            <a:lumOff val="25000"/>
          </a:schemeClr>
        </a:buClr>
        <a:buSzPct val="75000"/>
        <a:buFont typeface="Wingdings" panose="05000000000000000000" pitchFamily="2" charset="2"/>
        <a:buChar char="n"/>
        <a:defRPr kumimoji="1" sz="1200" b="1">
          <a:solidFill>
            <a:schemeClr val="tx1"/>
          </a:solidFill>
          <a:latin typeface="FOT-UD丸ゴ_ラージ Pr6 M" panose="02020400000000000000" pitchFamily="18" charset="-128"/>
          <a:ea typeface="FOT-UD丸ゴ_ラージ Pr6 M" panose="02020400000000000000" pitchFamily="18" charset="-128"/>
        </a:defRPr>
      </a:lvl5pPr>
      <a:lvl6pPr marL="2138363" indent="-339725" algn="l" rtl="0" eaLnBrk="1" fontAlgn="base" hangingPunct="1">
        <a:spcBef>
          <a:spcPct val="20000"/>
        </a:spcBef>
        <a:spcAft>
          <a:spcPct val="0"/>
        </a:spcAft>
        <a:buClr>
          <a:srgbClr val="0000CC"/>
        </a:buClr>
        <a:buSzPct val="75000"/>
        <a:buFont typeface="Wingdings" pitchFamily="2" charset="2"/>
        <a:buChar char="§"/>
        <a:defRPr kumimoji="1" sz="2000">
          <a:solidFill>
            <a:schemeClr val="tx1"/>
          </a:solidFill>
          <a:latin typeface="+mn-lt"/>
          <a:ea typeface="+mn-ea"/>
        </a:defRPr>
      </a:lvl6pPr>
      <a:lvl7pPr marL="2595563" indent="-339725" algn="l" rtl="0" eaLnBrk="1" fontAlgn="base" hangingPunct="1">
        <a:spcBef>
          <a:spcPct val="20000"/>
        </a:spcBef>
        <a:spcAft>
          <a:spcPct val="0"/>
        </a:spcAft>
        <a:buClr>
          <a:srgbClr val="0000CC"/>
        </a:buClr>
        <a:buSzPct val="75000"/>
        <a:buFont typeface="Wingdings" pitchFamily="2" charset="2"/>
        <a:buChar char="§"/>
        <a:defRPr kumimoji="1" sz="2000">
          <a:solidFill>
            <a:schemeClr val="tx1"/>
          </a:solidFill>
          <a:latin typeface="+mn-lt"/>
          <a:ea typeface="+mn-ea"/>
        </a:defRPr>
      </a:lvl7pPr>
      <a:lvl8pPr marL="3052763" indent="-339725" algn="l" rtl="0" eaLnBrk="1" fontAlgn="base" hangingPunct="1">
        <a:spcBef>
          <a:spcPct val="20000"/>
        </a:spcBef>
        <a:spcAft>
          <a:spcPct val="0"/>
        </a:spcAft>
        <a:buClr>
          <a:srgbClr val="0000CC"/>
        </a:buClr>
        <a:buSzPct val="75000"/>
        <a:buFont typeface="Wingdings" pitchFamily="2" charset="2"/>
        <a:buChar char="§"/>
        <a:defRPr kumimoji="1" sz="2000">
          <a:solidFill>
            <a:schemeClr val="tx1"/>
          </a:solidFill>
          <a:latin typeface="+mn-lt"/>
          <a:ea typeface="+mn-ea"/>
        </a:defRPr>
      </a:lvl8pPr>
      <a:lvl9pPr marL="3509963" indent="-339725" algn="l" rtl="0" eaLnBrk="1" fontAlgn="base" hangingPunct="1">
        <a:spcBef>
          <a:spcPct val="20000"/>
        </a:spcBef>
        <a:spcAft>
          <a:spcPct val="0"/>
        </a:spcAft>
        <a:buClr>
          <a:srgbClr val="0000CC"/>
        </a:buClr>
        <a:buSzPct val="75000"/>
        <a:buFont typeface="Wingdings" pitchFamily="2" charset="2"/>
        <a:buChar char="§"/>
        <a:defRPr kumimoji="1" sz="2000">
          <a:solidFill>
            <a:schemeClr val="tx1"/>
          </a:solidFill>
          <a:latin typeface="+mn-lt"/>
          <a:ea typeface="+mn-ea"/>
        </a:defRPr>
      </a:lvl9pPr>
    </p:bodyStyle>
    <p:otherStyle>
      <a:defPPr>
        <a:defRPr lang="ja-JP"/>
      </a:defPPr>
      <a:lvl1pPr marL="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3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3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exportrange">
            <a:extLst>
              <a:ext uri="{FF2B5EF4-FFF2-40B4-BE49-F238E27FC236}">
                <a16:creationId xmlns:a16="http://schemas.microsoft.com/office/drawing/2014/main" id="{55A3AA87-6984-3BCC-9E52-AEA441BB0E0D}"/>
              </a:ext>
            </a:extLst>
          </p:cNvPr>
          <p:cNvSpPr/>
          <p:nvPr/>
        </p:nvSpPr>
        <p:spPr bwMode="auto">
          <a:xfrm>
            <a:off x="623391" y="912997"/>
            <a:ext cx="9937105" cy="1928641"/>
          </a:xfrm>
          <a:prstGeom prst="rect">
            <a:avLst/>
          </a:prstGeom>
          <a:solidFill>
            <a:schemeClr val="bg1"/>
          </a:solidFill>
          <a:ln w="12700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none" lIns="90000" tIns="46800" rIns="90000" bIns="4680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1" lang="ja-JP" altLang="en-US" sz="2000" b="1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BIZ UDPゴシック" panose="020B0400000000000000" pitchFamily="50" charset="-128"/>
              <a:ea typeface="BIZ UDPゴシック" panose="020B0400000000000000" pitchFamily="50" charset="-128"/>
            </a:endParaRPr>
          </a:p>
        </p:txBody>
      </p:sp>
      <p:sp>
        <p:nvSpPr>
          <p:cNvPr id="9" name="keyvisual">
            <a:extLst>
              <a:ext uri="{FF2B5EF4-FFF2-40B4-BE49-F238E27FC236}">
                <a16:creationId xmlns:a16="http://schemas.microsoft.com/office/drawing/2014/main" id="{AFBD1941-EE59-E1ED-9B03-2F02201BD7AD}"/>
              </a:ext>
            </a:extLst>
          </p:cNvPr>
          <p:cNvSpPr/>
          <p:nvPr/>
        </p:nvSpPr>
        <p:spPr bwMode="auto">
          <a:xfrm>
            <a:off x="2783632" y="2939312"/>
            <a:ext cx="6417244" cy="3692948"/>
          </a:xfrm>
          <a:prstGeom prst="rect">
            <a:avLst/>
          </a:prstGeom>
          <a:solidFill>
            <a:schemeClr val="bg1"/>
          </a:solidFill>
          <a:ln w="12700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none" lIns="90000" tIns="46800" rIns="90000" bIns="4680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1" lang="ja-JP" altLang="en-US" sz="2000" b="1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BIZ UDPゴシック" panose="020B0400000000000000" pitchFamily="50" charset="-128"/>
              <a:ea typeface="BIZ UDPゴシック" panose="020B0400000000000000" pitchFamily="50" charset="-128"/>
            </a:endParaRPr>
          </a:p>
        </p:txBody>
      </p:sp>
      <p:sp>
        <p:nvSpPr>
          <p:cNvPr id="2" name="タイトル 1">
            <a:extLst>
              <a:ext uri="{FF2B5EF4-FFF2-40B4-BE49-F238E27FC236}">
                <a16:creationId xmlns:a16="http://schemas.microsoft.com/office/drawing/2014/main" id="{DF2C10AA-AFC9-04E7-6FD9-0422F716289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ファイルを分割して挿入する</a:t>
            </a:r>
          </a:p>
        </p:txBody>
      </p:sp>
      <p:sp>
        <p:nvSpPr>
          <p:cNvPr id="3" name="フッター プレースホルダー 2">
            <a:extLst>
              <a:ext uri="{FF2B5EF4-FFF2-40B4-BE49-F238E27FC236}">
                <a16:creationId xmlns:a16="http://schemas.microsoft.com/office/drawing/2014/main" id="{9D9D1AEB-A653-E353-2924-C4320726663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altLang="ja-JP"/>
              <a:t>Copyright 2026 </a:t>
            </a:r>
            <a:r>
              <a:rPr lang="ja-JP" altLang="en-US"/>
              <a:t>アイデアクラフト </a:t>
            </a:r>
            <a:r>
              <a:rPr lang="en-US" altLang="ja-JP"/>
              <a:t>Kaimai Mizuhiro</a:t>
            </a:r>
            <a:endParaRPr lang="ja-JP" altLang="en-US" dirty="0"/>
          </a:p>
        </p:txBody>
      </p:sp>
      <p:sp>
        <p:nvSpPr>
          <p:cNvPr id="4" name="正方形/長方形 3">
            <a:extLst>
              <a:ext uri="{FF2B5EF4-FFF2-40B4-BE49-F238E27FC236}">
                <a16:creationId xmlns:a16="http://schemas.microsoft.com/office/drawing/2014/main" id="{E25E8B59-A9AF-B900-C34B-DAF80BDA8C59}"/>
              </a:ext>
            </a:extLst>
          </p:cNvPr>
          <p:cNvSpPr/>
          <p:nvPr/>
        </p:nvSpPr>
        <p:spPr bwMode="auto">
          <a:xfrm>
            <a:off x="3143672" y="3349929"/>
            <a:ext cx="879356" cy="1796705"/>
          </a:xfrm>
          <a:prstGeom prst="rect">
            <a:avLst/>
          </a:prstGeom>
          <a:solidFill>
            <a:schemeClr val="bg1"/>
          </a:solidFill>
          <a:ln w="12700" cap="flat" cmpd="sng" algn="ctr">
            <a:solidFill>
              <a:schemeClr val="tx1">
                <a:lumMod val="75000"/>
                <a:lumOff val="2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none" lIns="90000" tIns="46800" rIns="90000" bIns="4680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1" lang="ja-JP" altLang="en-US" sz="2000" b="1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BIZ UDPゴシック" panose="020B0400000000000000" pitchFamily="50" charset="-128"/>
              <a:ea typeface="BIZ UDPゴシック" panose="020B0400000000000000" pitchFamily="50" charset="-128"/>
            </a:endParaRPr>
          </a:p>
        </p:txBody>
      </p:sp>
      <p:sp>
        <p:nvSpPr>
          <p:cNvPr id="5" name="正方形/長方形 4">
            <a:extLst>
              <a:ext uri="{FF2B5EF4-FFF2-40B4-BE49-F238E27FC236}">
                <a16:creationId xmlns:a16="http://schemas.microsoft.com/office/drawing/2014/main" id="{4AAA7FF8-69F1-5A70-26E2-14AF997617D4}"/>
              </a:ext>
            </a:extLst>
          </p:cNvPr>
          <p:cNvSpPr/>
          <p:nvPr/>
        </p:nvSpPr>
        <p:spPr bwMode="auto">
          <a:xfrm>
            <a:off x="3262135" y="3515860"/>
            <a:ext cx="642431" cy="303377"/>
          </a:xfrm>
          <a:prstGeom prst="rect">
            <a:avLst/>
          </a:prstGeom>
          <a:solidFill>
            <a:srgbClr val="FFFF00"/>
          </a:solidFill>
          <a:ln w="12700" cap="flat" cmpd="sng" algn="ctr">
            <a:solidFill>
              <a:schemeClr val="tx1">
                <a:lumMod val="75000"/>
                <a:lumOff val="2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none" lIns="90000" tIns="46800" rIns="90000" bIns="4680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1" lang="en-US" altLang="ja-JP" b="1" i="0" u="none" strike="noStrike" cap="none" normalizeH="0" baseline="0">
                <a:ln>
                  <a:noFill/>
                </a:ln>
                <a:effectLst/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A1</a:t>
            </a:r>
            <a:endParaRPr kumimoji="1" lang="ja-JP" altLang="en-US" b="1" i="0" u="none" strike="noStrike" cap="none" normalizeH="0" baseline="0" dirty="0">
              <a:ln>
                <a:noFill/>
              </a:ln>
              <a:effectLst/>
              <a:latin typeface="BIZ UDPゴシック" panose="020B0400000000000000" pitchFamily="50" charset="-128"/>
              <a:ea typeface="BIZ UDPゴシック" panose="020B0400000000000000" pitchFamily="50" charset="-128"/>
            </a:endParaRPr>
          </a:p>
        </p:txBody>
      </p:sp>
      <p:sp>
        <p:nvSpPr>
          <p:cNvPr id="6" name="正方形/長方形 5">
            <a:extLst>
              <a:ext uri="{FF2B5EF4-FFF2-40B4-BE49-F238E27FC236}">
                <a16:creationId xmlns:a16="http://schemas.microsoft.com/office/drawing/2014/main" id="{356F9C48-04EF-2DA2-70BA-D93E08B23E67}"/>
              </a:ext>
            </a:extLst>
          </p:cNvPr>
          <p:cNvSpPr/>
          <p:nvPr/>
        </p:nvSpPr>
        <p:spPr bwMode="auto">
          <a:xfrm>
            <a:off x="3262135" y="3916911"/>
            <a:ext cx="642431" cy="303377"/>
          </a:xfrm>
          <a:prstGeom prst="rect">
            <a:avLst/>
          </a:prstGeom>
          <a:solidFill>
            <a:srgbClr val="FFFF00"/>
          </a:solidFill>
          <a:ln w="12700" cap="flat" cmpd="sng" algn="ctr">
            <a:solidFill>
              <a:schemeClr val="tx1">
                <a:lumMod val="75000"/>
                <a:lumOff val="2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none" lIns="90000" tIns="46800" rIns="90000" bIns="4680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1" lang="en-US" altLang="ja-JP" b="1" i="0" u="none" strike="noStrike" cap="none" normalizeH="0" baseline="0">
                <a:ln>
                  <a:noFill/>
                </a:ln>
                <a:effectLst/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A2</a:t>
            </a:r>
            <a:endParaRPr kumimoji="1" lang="ja-JP" altLang="en-US" b="1" i="0" u="none" strike="noStrike" cap="none" normalizeH="0" baseline="0" dirty="0">
              <a:ln>
                <a:noFill/>
              </a:ln>
              <a:effectLst/>
              <a:latin typeface="BIZ UDPゴシック" panose="020B0400000000000000" pitchFamily="50" charset="-128"/>
              <a:ea typeface="BIZ UDPゴシック" panose="020B0400000000000000" pitchFamily="50" charset="-128"/>
            </a:endParaRPr>
          </a:p>
        </p:txBody>
      </p:sp>
      <p:sp>
        <p:nvSpPr>
          <p:cNvPr id="10" name="テキスト ボックス 9">
            <a:extLst>
              <a:ext uri="{FF2B5EF4-FFF2-40B4-BE49-F238E27FC236}">
                <a16:creationId xmlns:a16="http://schemas.microsoft.com/office/drawing/2014/main" id="{C622D55C-0CBD-0C99-E5D3-D909ADB80C53}"/>
              </a:ext>
            </a:extLst>
          </p:cNvPr>
          <p:cNvSpPr txBox="1"/>
          <p:nvPr/>
        </p:nvSpPr>
        <p:spPr bwMode="auto">
          <a:xfrm>
            <a:off x="3020686" y="2972217"/>
            <a:ext cx="1125329" cy="36933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  <a:spAutoFit/>
          </a:bodyPr>
          <a:lstStyle/>
          <a:p>
            <a:pPr algn="ctr"/>
            <a:r>
              <a:rPr kumimoji="1" lang="en-US" altLang="ja-JP" sz="1800" kern="0"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A.pptx</a:t>
            </a:r>
            <a:endParaRPr kumimoji="1" lang="ja-JP" altLang="en-US" sz="1800" kern="0">
              <a:latin typeface="BIZ UDPゴシック" panose="020B0400000000000000" pitchFamily="50" charset="-128"/>
              <a:ea typeface="BIZ UDPゴシック" panose="020B0400000000000000" pitchFamily="50" charset="-128"/>
            </a:endParaRPr>
          </a:p>
        </p:txBody>
      </p:sp>
      <p:sp>
        <p:nvSpPr>
          <p:cNvPr id="22" name="正方形/長方形 21">
            <a:extLst>
              <a:ext uri="{FF2B5EF4-FFF2-40B4-BE49-F238E27FC236}">
                <a16:creationId xmlns:a16="http://schemas.microsoft.com/office/drawing/2014/main" id="{9F80CE5A-6947-27D7-FD8B-EC11BCAE7C87}"/>
              </a:ext>
            </a:extLst>
          </p:cNvPr>
          <p:cNvSpPr/>
          <p:nvPr/>
        </p:nvSpPr>
        <p:spPr bwMode="auto">
          <a:xfrm>
            <a:off x="7752184" y="3856923"/>
            <a:ext cx="879356" cy="2338671"/>
          </a:xfrm>
          <a:prstGeom prst="rect">
            <a:avLst/>
          </a:prstGeom>
          <a:solidFill>
            <a:schemeClr val="bg1"/>
          </a:solidFill>
          <a:ln w="12700" cap="flat" cmpd="sng" algn="ctr">
            <a:solidFill>
              <a:schemeClr val="tx1">
                <a:lumMod val="75000"/>
                <a:lumOff val="2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none" lIns="90000" tIns="46800" rIns="90000" bIns="4680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1" lang="ja-JP" altLang="en-US" sz="2000" b="1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BIZ UDPゴシック" panose="020B0400000000000000" pitchFamily="50" charset="-128"/>
              <a:ea typeface="BIZ UDPゴシック" panose="020B0400000000000000" pitchFamily="50" charset="-128"/>
            </a:endParaRPr>
          </a:p>
        </p:txBody>
      </p:sp>
      <p:sp>
        <p:nvSpPr>
          <p:cNvPr id="28" name="テキスト ボックス 27">
            <a:extLst>
              <a:ext uri="{FF2B5EF4-FFF2-40B4-BE49-F238E27FC236}">
                <a16:creationId xmlns:a16="http://schemas.microsoft.com/office/drawing/2014/main" id="{B168543A-9EB0-5D12-BA3E-6453BE706655}"/>
              </a:ext>
            </a:extLst>
          </p:cNvPr>
          <p:cNvSpPr txBox="1"/>
          <p:nvPr/>
        </p:nvSpPr>
        <p:spPr bwMode="auto">
          <a:xfrm>
            <a:off x="7182849" y="3348986"/>
            <a:ext cx="2018026" cy="36933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  <a:spAutoFit/>
          </a:bodyPr>
          <a:lstStyle/>
          <a:p>
            <a:pPr algn="ctr"/>
            <a:r>
              <a:rPr kumimoji="1" lang="en-US" altLang="ja-JP" sz="1800" kern="0"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merged.pptx</a:t>
            </a:r>
            <a:endParaRPr kumimoji="1" lang="ja-JP" altLang="en-US" sz="1800" kern="0">
              <a:latin typeface="BIZ UDPゴシック" panose="020B0400000000000000" pitchFamily="50" charset="-128"/>
              <a:ea typeface="BIZ UDPゴシック" panose="020B0400000000000000" pitchFamily="50" charset="-128"/>
            </a:endParaRPr>
          </a:p>
        </p:txBody>
      </p:sp>
      <p:sp>
        <p:nvSpPr>
          <p:cNvPr id="29" name="テキスト ボックス 28">
            <a:extLst>
              <a:ext uri="{FF2B5EF4-FFF2-40B4-BE49-F238E27FC236}">
                <a16:creationId xmlns:a16="http://schemas.microsoft.com/office/drawing/2014/main" id="{03C7A03A-D9B4-ED53-7775-F2CE7974A824}"/>
              </a:ext>
            </a:extLst>
          </p:cNvPr>
          <p:cNvSpPr txBox="1"/>
          <p:nvPr/>
        </p:nvSpPr>
        <p:spPr bwMode="auto">
          <a:xfrm>
            <a:off x="4727848" y="4292064"/>
            <a:ext cx="2018026" cy="40011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  <a:spAutoFit/>
          </a:bodyPr>
          <a:lstStyle/>
          <a:p>
            <a:pPr algn="ctr"/>
            <a:r>
              <a:rPr kumimoji="1" lang="en-US" altLang="ja-JP" kern="0"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pptmerge</a:t>
            </a:r>
            <a:endParaRPr kumimoji="1" lang="ja-JP" altLang="en-US" kern="0">
              <a:latin typeface="BIZ UDPゴシック" panose="020B0400000000000000" pitchFamily="50" charset="-128"/>
              <a:ea typeface="BIZ UDPゴシック" panose="020B0400000000000000" pitchFamily="50" charset="-128"/>
            </a:endParaRPr>
          </a:p>
        </p:txBody>
      </p:sp>
      <p:cxnSp>
        <p:nvCxnSpPr>
          <p:cNvPr id="31" name="直線矢印コネクタ 30">
            <a:extLst>
              <a:ext uri="{FF2B5EF4-FFF2-40B4-BE49-F238E27FC236}">
                <a16:creationId xmlns:a16="http://schemas.microsoft.com/office/drawing/2014/main" id="{7EFE225C-76DD-F242-461B-1C1509FCAF8E}"/>
              </a:ext>
            </a:extLst>
          </p:cNvPr>
          <p:cNvCxnSpPr/>
          <p:nvPr/>
        </p:nvCxnSpPr>
        <p:spPr bwMode="auto">
          <a:xfrm>
            <a:off x="4341673" y="4771530"/>
            <a:ext cx="2978463" cy="0"/>
          </a:xfrm>
          <a:prstGeom prst="straightConnector1">
            <a:avLst/>
          </a:prstGeom>
          <a:solidFill>
            <a:srgbClr val="CCFFFF"/>
          </a:solidFill>
          <a:ln w="28575" cap="flat" cmpd="sng" algn="ctr">
            <a:solidFill>
              <a:schemeClr val="tx1">
                <a:lumMod val="75000"/>
                <a:lumOff val="25000"/>
              </a:schemeClr>
            </a:solidFill>
            <a:prstDash val="solid"/>
            <a:round/>
            <a:headEnd type="none" w="med" len="med"/>
            <a:tailEnd type="triangle"/>
          </a:ln>
          <a:effectLst/>
        </p:spPr>
      </p:cxnSp>
      <p:sp>
        <p:nvSpPr>
          <p:cNvPr id="33" name="テキスト ボックス 32">
            <a:extLst>
              <a:ext uri="{FF2B5EF4-FFF2-40B4-BE49-F238E27FC236}">
                <a16:creationId xmlns:a16="http://schemas.microsoft.com/office/drawing/2014/main" id="{4A9E561F-3202-EC6B-A845-34025BBBBFCE}"/>
              </a:ext>
            </a:extLst>
          </p:cNvPr>
          <p:cNvSpPr txBox="1"/>
          <p:nvPr/>
        </p:nvSpPr>
        <p:spPr bwMode="auto">
          <a:xfrm>
            <a:off x="2686070" y="1916832"/>
            <a:ext cx="8306475" cy="338554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  <a:spAutoFit/>
          </a:bodyPr>
          <a:lstStyle>
            <a:defPPr>
              <a:defRPr lang="en-US"/>
            </a:defPPr>
            <a:lvl1pPr>
              <a:defRPr sz="1600" kern="0">
                <a:latin typeface="BIZ UDPゴシック" panose="020B0400000000000000" pitchFamily="50" charset="-128"/>
                <a:ea typeface="BIZ UDPゴシック" panose="020B0400000000000000" pitchFamily="50" charset="-128"/>
              </a:defRPr>
            </a:lvl1pPr>
          </a:lstStyle>
          <a:p>
            <a:r>
              <a:rPr lang="en-US" altLang="ja-JP"/>
              <a:t>pptmdmerge   pptmerge   splitted_insertion_recipe.yaml  --force</a:t>
            </a:r>
          </a:p>
        </p:txBody>
      </p:sp>
      <p:sp>
        <p:nvSpPr>
          <p:cNvPr id="34" name="テキスト ボックス 33">
            <a:extLst>
              <a:ext uri="{FF2B5EF4-FFF2-40B4-BE49-F238E27FC236}">
                <a16:creationId xmlns:a16="http://schemas.microsoft.com/office/drawing/2014/main" id="{EE0158F8-3118-DE46-AA56-1D8CABAF59F4}"/>
              </a:ext>
            </a:extLst>
          </p:cNvPr>
          <p:cNvSpPr txBox="1"/>
          <p:nvPr/>
        </p:nvSpPr>
        <p:spPr bwMode="auto">
          <a:xfrm>
            <a:off x="739026" y="1916832"/>
            <a:ext cx="1828582" cy="338554"/>
          </a:xfrm>
          <a:prstGeom prst="rect">
            <a:avLst/>
          </a:prstGeom>
          <a:solidFill>
            <a:schemeClr val="tx1">
              <a:lumMod val="75000"/>
              <a:lumOff val="25000"/>
            </a:schemeClr>
          </a:solidFill>
          <a:ln>
            <a:noFill/>
          </a:ln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  <a:spAutoFit/>
          </a:bodyPr>
          <a:lstStyle/>
          <a:p>
            <a:pPr algn="ctr"/>
            <a:r>
              <a:rPr lang="ja-JP" altLang="en-US" sz="1600" kern="0">
                <a:solidFill>
                  <a:schemeClr val="bg1"/>
                </a:solidFill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起動コマンド例</a:t>
            </a:r>
            <a:endParaRPr kumimoji="1" lang="en-US" altLang="ja-JP" sz="1600" kern="0">
              <a:solidFill>
                <a:schemeClr val="bg1"/>
              </a:solidFill>
              <a:latin typeface="BIZ UDPゴシック" panose="020B0400000000000000" pitchFamily="50" charset="-128"/>
              <a:ea typeface="BIZ UDPゴシック" panose="020B0400000000000000" pitchFamily="50" charset="-128"/>
            </a:endParaRPr>
          </a:p>
        </p:txBody>
      </p:sp>
      <p:sp>
        <p:nvSpPr>
          <p:cNvPr id="35" name="テキスト ボックス 34">
            <a:extLst>
              <a:ext uri="{FF2B5EF4-FFF2-40B4-BE49-F238E27FC236}">
                <a16:creationId xmlns:a16="http://schemas.microsoft.com/office/drawing/2014/main" id="{AE12C02D-E7B8-7F68-10F1-94D7D353FDA0}"/>
              </a:ext>
            </a:extLst>
          </p:cNvPr>
          <p:cNvSpPr txBox="1"/>
          <p:nvPr/>
        </p:nvSpPr>
        <p:spPr bwMode="auto">
          <a:xfrm>
            <a:off x="2686070" y="1042744"/>
            <a:ext cx="1753746" cy="338554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  <a:spAutoFit/>
          </a:bodyPr>
          <a:lstStyle/>
          <a:p>
            <a:r>
              <a:rPr kumimoji="1" lang="en-US" altLang="ja-JP" sz="1600" kern="0"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pptmerge</a:t>
            </a:r>
          </a:p>
        </p:txBody>
      </p:sp>
      <p:sp>
        <p:nvSpPr>
          <p:cNvPr id="36" name="テキスト ボックス 35">
            <a:extLst>
              <a:ext uri="{FF2B5EF4-FFF2-40B4-BE49-F238E27FC236}">
                <a16:creationId xmlns:a16="http://schemas.microsoft.com/office/drawing/2014/main" id="{7FE60B26-1C28-91A1-533D-80CB752E0150}"/>
              </a:ext>
            </a:extLst>
          </p:cNvPr>
          <p:cNvSpPr txBox="1"/>
          <p:nvPr/>
        </p:nvSpPr>
        <p:spPr bwMode="auto">
          <a:xfrm>
            <a:off x="739026" y="1042744"/>
            <a:ext cx="1828582" cy="338554"/>
          </a:xfrm>
          <a:prstGeom prst="rect">
            <a:avLst/>
          </a:prstGeom>
          <a:solidFill>
            <a:schemeClr val="tx1">
              <a:lumMod val="75000"/>
              <a:lumOff val="25000"/>
            </a:schemeClr>
          </a:solidFill>
          <a:ln>
            <a:noFill/>
          </a:ln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  <a:spAutoFit/>
          </a:bodyPr>
          <a:lstStyle/>
          <a:p>
            <a:pPr algn="ctr"/>
            <a:r>
              <a:rPr lang="ja-JP" altLang="en-US" sz="1600" kern="0">
                <a:solidFill>
                  <a:schemeClr val="bg1"/>
                </a:solidFill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サブコマンド名</a:t>
            </a:r>
            <a:endParaRPr kumimoji="1" lang="en-US" altLang="ja-JP" sz="1600" kern="0">
              <a:solidFill>
                <a:schemeClr val="bg1"/>
              </a:solidFill>
              <a:latin typeface="BIZ UDPゴシック" panose="020B0400000000000000" pitchFamily="50" charset="-128"/>
              <a:ea typeface="BIZ UDPゴシック" panose="020B0400000000000000" pitchFamily="50" charset="-128"/>
            </a:endParaRPr>
          </a:p>
        </p:txBody>
      </p:sp>
      <p:sp>
        <p:nvSpPr>
          <p:cNvPr id="37" name="テキスト ボックス 36">
            <a:extLst>
              <a:ext uri="{FF2B5EF4-FFF2-40B4-BE49-F238E27FC236}">
                <a16:creationId xmlns:a16="http://schemas.microsoft.com/office/drawing/2014/main" id="{B27F4962-5E63-7FA3-1DEE-0DC3FD751080}"/>
              </a:ext>
            </a:extLst>
          </p:cNvPr>
          <p:cNvSpPr txBox="1"/>
          <p:nvPr/>
        </p:nvSpPr>
        <p:spPr bwMode="auto">
          <a:xfrm>
            <a:off x="739026" y="1484784"/>
            <a:ext cx="1828582" cy="338554"/>
          </a:xfrm>
          <a:prstGeom prst="rect">
            <a:avLst/>
          </a:prstGeom>
          <a:solidFill>
            <a:schemeClr val="tx1">
              <a:lumMod val="75000"/>
              <a:lumOff val="25000"/>
            </a:schemeClr>
          </a:solidFill>
          <a:ln>
            <a:noFill/>
          </a:ln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  <a:spAutoFit/>
          </a:bodyPr>
          <a:lstStyle/>
          <a:p>
            <a:pPr algn="ctr"/>
            <a:r>
              <a:rPr lang="ja-JP" altLang="en-US" sz="1600" kern="0">
                <a:solidFill>
                  <a:schemeClr val="bg1"/>
                </a:solidFill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機能概要</a:t>
            </a:r>
            <a:endParaRPr kumimoji="1" lang="en-US" altLang="ja-JP" sz="1600" kern="0">
              <a:solidFill>
                <a:schemeClr val="bg1"/>
              </a:solidFill>
              <a:latin typeface="BIZ UDPゴシック" panose="020B0400000000000000" pitchFamily="50" charset="-128"/>
              <a:ea typeface="BIZ UDPゴシック" panose="020B0400000000000000" pitchFamily="50" charset="-128"/>
            </a:endParaRPr>
          </a:p>
        </p:txBody>
      </p:sp>
      <p:sp>
        <p:nvSpPr>
          <p:cNvPr id="38" name="テキスト ボックス 37">
            <a:extLst>
              <a:ext uri="{FF2B5EF4-FFF2-40B4-BE49-F238E27FC236}">
                <a16:creationId xmlns:a16="http://schemas.microsoft.com/office/drawing/2014/main" id="{0D7BFA0D-1443-45A8-6C2B-3DCA36B4EDFB}"/>
              </a:ext>
            </a:extLst>
          </p:cNvPr>
          <p:cNvSpPr txBox="1"/>
          <p:nvPr/>
        </p:nvSpPr>
        <p:spPr bwMode="auto">
          <a:xfrm>
            <a:off x="2686070" y="1484784"/>
            <a:ext cx="8306474" cy="338554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  <a:spAutoFit/>
          </a:bodyPr>
          <a:lstStyle/>
          <a:p>
            <a:r>
              <a:rPr kumimoji="1" lang="ja-JP" altLang="en-US" sz="1600" kern="0"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１つの </a:t>
            </a:r>
            <a:r>
              <a:rPr kumimoji="1" lang="en-US" altLang="ja-JP" sz="1600" kern="0"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.pptx </a:t>
            </a:r>
            <a:r>
              <a:rPr kumimoji="1" lang="ja-JP" altLang="en-US" sz="1600" kern="0"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ファイルを複数に分割して挿入する</a:t>
            </a:r>
            <a:endParaRPr kumimoji="1" lang="en-US" altLang="ja-JP" sz="1600" kern="0">
              <a:latin typeface="BIZ UDPゴシック" panose="020B0400000000000000" pitchFamily="50" charset="-128"/>
              <a:ea typeface="BIZ UDPゴシック" panose="020B0400000000000000" pitchFamily="50" charset="-128"/>
            </a:endParaRPr>
          </a:p>
        </p:txBody>
      </p:sp>
      <p:sp>
        <p:nvSpPr>
          <p:cNvPr id="40" name="テキスト ボックス 39">
            <a:extLst>
              <a:ext uri="{FF2B5EF4-FFF2-40B4-BE49-F238E27FC236}">
                <a16:creationId xmlns:a16="http://schemas.microsoft.com/office/drawing/2014/main" id="{D945FCB6-CA3A-FC29-44E0-9550E5D3849C}"/>
              </a:ext>
            </a:extLst>
          </p:cNvPr>
          <p:cNvSpPr txBox="1"/>
          <p:nvPr/>
        </p:nvSpPr>
        <p:spPr bwMode="auto">
          <a:xfrm>
            <a:off x="2686070" y="2338265"/>
            <a:ext cx="8306475" cy="338554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  <a:spAutoFit/>
          </a:bodyPr>
          <a:lstStyle>
            <a:defPPr>
              <a:defRPr lang="en-US"/>
            </a:defPPr>
            <a:lvl1pPr>
              <a:defRPr sz="1600" kern="0">
                <a:latin typeface="BIZ UDPゴシック" panose="020B0400000000000000" pitchFamily="50" charset="-128"/>
                <a:ea typeface="BIZ UDPゴシック" panose="020B0400000000000000" pitchFamily="50" charset="-128"/>
              </a:defRPr>
            </a:lvl1pPr>
          </a:lstStyle>
          <a:p>
            <a:r>
              <a:rPr lang="en-US" altLang="ja-JP"/>
              <a:t>"operation: insertpptx", "slides"</a:t>
            </a:r>
          </a:p>
        </p:txBody>
      </p:sp>
      <p:sp>
        <p:nvSpPr>
          <p:cNvPr id="41" name="テキスト ボックス 40">
            <a:extLst>
              <a:ext uri="{FF2B5EF4-FFF2-40B4-BE49-F238E27FC236}">
                <a16:creationId xmlns:a16="http://schemas.microsoft.com/office/drawing/2014/main" id="{D24990FC-3ADD-D38C-1E73-075BCF1E9CDF}"/>
              </a:ext>
            </a:extLst>
          </p:cNvPr>
          <p:cNvSpPr txBox="1"/>
          <p:nvPr/>
        </p:nvSpPr>
        <p:spPr bwMode="auto">
          <a:xfrm>
            <a:off x="739026" y="2338265"/>
            <a:ext cx="1828582" cy="338554"/>
          </a:xfrm>
          <a:prstGeom prst="rect">
            <a:avLst/>
          </a:prstGeom>
          <a:solidFill>
            <a:schemeClr val="tx1">
              <a:lumMod val="75000"/>
              <a:lumOff val="25000"/>
            </a:schemeClr>
          </a:solidFill>
          <a:ln>
            <a:noFill/>
          </a:ln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  <a:spAutoFit/>
          </a:bodyPr>
          <a:lstStyle/>
          <a:p>
            <a:pPr algn="ctr"/>
            <a:r>
              <a:rPr kumimoji="1" lang="ja-JP" altLang="en-US" sz="1600" kern="0">
                <a:solidFill>
                  <a:schemeClr val="bg1"/>
                </a:solidFill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関連キーワード</a:t>
            </a:r>
            <a:endParaRPr kumimoji="1" lang="en-US" altLang="ja-JP" sz="1600" kern="0">
              <a:solidFill>
                <a:schemeClr val="bg1"/>
              </a:solidFill>
              <a:latin typeface="BIZ UDPゴシック" panose="020B0400000000000000" pitchFamily="50" charset="-128"/>
              <a:ea typeface="BIZ UDPゴシック" panose="020B0400000000000000" pitchFamily="50" charset="-128"/>
            </a:endParaRPr>
          </a:p>
        </p:txBody>
      </p:sp>
      <p:sp>
        <p:nvSpPr>
          <p:cNvPr id="12" name="テキスト ボックス 11">
            <a:extLst>
              <a:ext uri="{FF2B5EF4-FFF2-40B4-BE49-F238E27FC236}">
                <a16:creationId xmlns:a16="http://schemas.microsoft.com/office/drawing/2014/main" id="{86A929BD-2F4E-6305-C470-00B247FAA3D6}"/>
              </a:ext>
            </a:extLst>
          </p:cNvPr>
          <p:cNvSpPr txBox="1"/>
          <p:nvPr/>
        </p:nvSpPr>
        <p:spPr bwMode="auto">
          <a:xfrm>
            <a:off x="4515955" y="4896171"/>
            <a:ext cx="2441812" cy="101566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  <a:spAutoFit/>
          </a:bodyPr>
          <a:lstStyle/>
          <a:p>
            <a:pPr algn="ctr"/>
            <a:r>
              <a:rPr kumimoji="1" lang="ja-JP" altLang="en-US" kern="0"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Ａを分割して挿入、その間にＢを挟む、</a:t>
            </a:r>
            <a:endParaRPr kumimoji="1" lang="en-US" altLang="ja-JP" kern="0">
              <a:latin typeface="BIZ UDPゴシック" panose="020B0400000000000000" pitchFamily="50" charset="-128"/>
              <a:ea typeface="BIZ UDPゴシック" panose="020B0400000000000000" pitchFamily="50" charset="-128"/>
            </a:endParaRPr>
          </a:p>
          <a:p>
            <a:pPr algn="ctr"/>
            <a:r>
              <a:rPr kumimoji="1" lang="ja-JP" altLang="en-US" kern="0"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など</a:t>
            </a:r>
          </a:p>
        </p:txBody>
      </p:sp>
      <p:sp>
        <p:nvSpPr>
          <p:cNvPr id="13" name="テキスト ボックス 12">
            <a:extLst>
              <a:ext uri="{FF2B5EF4-FFF2-40B4-BE49-F238E27FC236}">
                <a16:creationId xmlns:a16="http://schemas.microsoft.com/office/drawing/2014/main" id="{F73B6D62-BDC9-6F7C-180D-CB981C27FAC5}"/>
              </a:ext>
            </a:extLst>
          </p:cNvPr>
          <p:cNvSpPr txBox="1"/>
          <p:nvPr/>
        </p:nvSpPr>
        <p:spPr bwMode="auto">
          <a:xfrm>
            <a:off x="5471509" y="1042744"/>
            <a:ext cx="1828582" cy="338554"/>
          </a:xfrm>
          <a:prstGeom prst="rect">
            <a:avLst/>
          </a:prstGeom>
          <a:solidFill>
            <a:schemeClr val="tx1">
              <a:lumMod val="75000"/>
              <a:lumOff val="25000"/>
            </a:schemeClr>
          </a:solidFill>
          <a:ln>
            <a:noFill/>
          </a:ln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  <a:spAutoFit/>
          </a:bodyPr>
          <a:lstStyle/>
          <a:p>
            <a:pPr algn="ctr"/>
            <a:r>
              <a:rPr lang="ja-JP" altLang="en-US" sz="1600" kern="0">
                <a:solidFill>
                  <a:schemeClr val="bg1"/>
                </a:solidFill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サンプルフォルダ</a:t>
            </a:r>
            <a:endParaRPr kumimoji="1" lang="en-US" altLang="ja-JP" sz="1600" kern="0">
              <a:solidFill>
                <a:schemeClr val="bg1"/>
              </a:solidFill>
              <a:latin typeface="BIZ UDPゴシック" panose="020B0400000000000000" pitchFamily="50" charset="-128"/>
              <a:ea typeface="BIZ UDPゴシック" panose="020B0400000000000000" pitchFamily="50" charset="-128"/>
            </a:endParaRPr>
          </a:p>
        </p:txBody>
      </p:sp>
      <p:sp>
        <p:nvSpPr>
          <p:cNvPr id="14" name="テキスト ボックス 13">
            <a:extLst>
              <a:ext uri="{FF2B5EF4-FFF2-40B4-BE49-F238E27FC236}">
                <a16:creationId xmlns:a16="http://schemas.microsoft.com/office/drawing/2014/main" id="{F6602273-ABE3-64F1-05A5-0BAA2D0ED607}"/>
              </a:ext>
            </a:extLst>
          </p:cNvPr>
          <p:cNvSpPr txBox="1"/>
          <p:nvPr/>
        </p:nvSpPr>
        <p:spPr bwMode="auto">
          <a:xfrm>
            <a:off x="7582968" y="1042744"/>
            <a:ext cx="3865206" cy="338554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  <a:spAutoFit/>
          </a:bodyPr>
          <a:lstStyle/>
          <a:p>
            <a:r>
              <a:rPr lang="en-US" altLang="ja-JP" sz="1600" kern="0"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pm6_splitted_insertion</a:t>
            </a:r>
            <a:endParaRPr kumimoji="1" lang="en-US" altLang="ja-JP" sz="1600" kern="0">
              <a:latin typeface="BIZ UDPゴシック" panose="020B0400000000000000" pitchFamily="50" charset="-128"/>
              <a:ea typeface="BIZ UDPゴシック" panose="020B0400000000000000" pitchFamily="50" charset="-128"/>
            </a:endParaRPr>
          </a:p>
        </p:txBody>
      </p:sp>
      <p:sp>
        <p:nvSpPr>
          <p:cNvPr id="15" name="正方形/長方形 14">
            <a:extLst>
              <a:ext uri="{FF2B5EF4-FFF2-40B4-BE49-F238E27FC236}">
                <a16:creationId xmlns:a16="http://schemas.microsoft.com/office/drawing/2014/main" id="{BE9F34D0-BE53-2096-7D40-C2A6C92EE0C1}"/>
              </a:ext>
            </a:extLst>
          </p:cNvPr>
          <p:cNvSpPr/>
          <p:nvPr/>
        </p:nvSpPr>
        <p:spPr bwMode="auto">
          <a:xfrm>
            <a:off x="3262135" y="4324151"/>
            <a:ext cx="642431" cy="303377"/>
          </a:xfrm>
          <a:prstGeom prst="rect">
            <a:avLst/>
          </a:prstGeom>
          <a:solidFill>
            <a:srgbClr val="FFFF00"/>
          </a:solidFill>
          <a:ln w="12700" cap="flat" cmpd="sng" algn="ctr">
            <a:solidFill>
              <a:schemeClr val="tx1">
                <a:lumMod val="75000"/>
                <a:lumOff val="2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none" lIns="90000" tIns="46800" rIns="90000" bIns="4680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1" lang="en-US" altLang="ja-JP" b="1" i="0" u="none" strike="noStrike" cap="none" normalizeH="0" baseline="0">
                <a:ln>
                  <a:noFill/>
                </a:ln>
                <a:effectLst/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A3</a:t>
            </a:r>
            <a:endParaRPr kumimoji="1" lang="ja-JP" altLang="en-US" b="1" i="0" u="none" strike="noStrike" cap="none" normalizeH="0" baseline="0" dirty="0">
              <a:ln>
                <a:noFill/>
              </a:ln>
              <a:effectLst/>
              <a:latin typeface="BIZ UDPゴシック" panose="020B0400000000000000" pitchFamily="50" charset="-128"/>
              <a:ea typeface="BIZ UDPゴシック" panose="020B0400000000000000" pitchFamily="50" charset="-128"/>
            </a:endParaRPr>
          </a:p>
        </p:txBody>
      </p:sp>
      <p:sp>
        <p:nvSpPr>
          <p:cNvPr id="16" name="正方形/長方形 15">
            <a:extLst>
              <a:ext uri="{FF2B5EF4-FFF2-40B4-BE49-F238E27FC236}">
                <a16:creationId xmlns:a16="http://schemas.microsoft.com/office/drawing/2014/main" id="{A7B06012-D40E-BED9-C23C-639B1C3A043F}"/>
              </a:ext>
            </a:extLst>
          </p:cNvPr>
          <p:cNvSpPr/>
          <p:nvPr/>
        </p:nvSpPr>
        <p:spPr bwMode="auto">
          <a:xfrm>
            <a:off x="3262135" y="4725202"/>
            <a:ext cx="642431" cy="303377"/>
          </a:xfrm>
          <a:prstGeom prst="rect">
            <a:avLst/>
          </a:prstGeom>
          <a:solidFill>
            <a:srgbClr val="FFFF00"/>
          </a:solidFill>
          <a:ln w="12700" cap="flat" cmpd="sng" algn="ctr">
            <a:solidFill>
              <a:schemeClr val="tx1">
                <a:lumMod val="75000"/>
                <a:lumOff val="2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none" lIns="90000" tIns="46800" rIns="90000" bIns="4680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1" lang="en-US" altLang="ja-JP" b="1" i="0" u="none" strike="noStrike" cap="none" normalizeH="0" baseline="0">
                <a:ln>
                  <a:noFill/>
                </a:ln>
                <a:effectLst/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A4</a:t>
            </a:r>
            <a:endParaRPr kumimoji="1" lang="ja-JP" altLang="en-US" b="1" i="0" u="none" strike="noStrike" cap="none" normalizeH="0" baseline="0" dirty="0">
              <a:ln>
                <a:noFill/>
              </a:ln>
              <a:effectLst/>
              <a:latin typeface="BIZ UDPゴシック" panose="020B0400000000000000" pitchFamily="50" charset="-128"/>
              <a:ea typeface="BIZ UDPゴシック" panose="020B0400000000000000" pitchFamily="50" charset="-128"/>
            </a:endParaRPr>
          </a:p>
        </p:txBody>
      </p:sp>
      <p:sp>
        <p:nvSpPr>
          <p:cNvPr id="17" name="正方形/長方形 16">
            <a:extLst>
              <a:ext uri="{FF2B5EF4-FFF2-40B4-BE49-F238E27FC236}">
                <a16:creationId xmlns:a16="http://schemas.microsoft.com/office/drawing/2014/main" id="{4C58A447-EE4E-E844-A8FB-062BF52D270E}"/>
              </a:ext>
            </a:extLst>
          </p:cNvPr>
          <p:cNvSpPr/>
          <p:nvPr/>
        </p:nvSpPr>
        <p:spPr bwMode="auto">
          <a:xfrm>
            <a:off x="3143672" y="5815257"/>
            <a:ext cx="879356" cy="675118"/>
          </a:xfrm>
          <a:prstGeom prst="rect">
            <a:avLst/>
          </a:prstGeom>
          <a:solidFill>
            <a:schemeClr val="bg1"/>
          </a:solidFill>
          <a:ln w="12700" cap="flat" cmpd="sng" algn="ctr">
            <a:solidFill>
              <a:schemeClr val="tx1">
                <a:lumMod val="75000"/>
                <a:lumOff val="2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none" lIns="90000" tIns="46800" rIns="90000" bIns="4680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1" lang="ja-JP" altLang="en-US" sz="2000" b="1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BIZ UDPゴシック" panose="020B0400000000000000" pitchFamily="50" charset="-128"/>
              <a:ea typeface="BIZ UDPゴシック" panose="020B0400000000000000" pitchFamily="50" charset="-128"/>
            </a:endParaRPr>
          </a:p>
        </p:txBody>
      </p:sp>
      <p:sp>
        <p:nvSpPr>
          <p:cNvPr id="18" name="正方形/長方形 17">
            <a:extLst>
              <a:ext uri="{FF2B5EF4-FFF2-40B4-BE49-F238E27FC236}">
                <a16:creationId xmlns:a16="http://schemas.microsoft.com/office/drawing/2014/main" id="{531C4528-829E-B3C3-D669-A55CE6A37C1B}"/>
              </a:ext>
            </a:extLst>
          </p:cNvPr>
          <p:cNvSpPr/>
          <p:nvPr/>
        </p:nvSpPr>
        <p:spPr bwMode="auto">
          <a:xfrm>
            <a:off x="3262135" y="5981187"/>
            <a:ext cx="642431" cy="303377"/>
          </a:xfrm>
          <a:prstGeom prst="rect">
            <a:avLst/>
          </a:prstGeom>
          <a:solidFill>
            <a:schemeClr val="accent3">
              <a:lumMod val="75000"/>
            </a:schemeClr>
          </a:solidFill>
          <a:ln w="12700" cap="flat" cmpd="sng" algn="ctr">
            <a:solidFill>
              <a:schemeClr val="tx1">
                <a:lumMod val="75000"/>
                <a:lumOff val="2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none" lIns="90000" tIns="46800" rIns="90000" bIns="46800" numCol="1" rtlCol="0" anchor="ctr" anchorCtr="0" compatLnSpc="1">
            <a:prstTxWarp prst="textNoShape">
              <a:avLst/>
            </a:prstTxWarp>
          </a:bodyPr>
          <a:lstStyle/>
          <a:p>
            <a:pPr algn="ctr" eaLnBrk="1" hangingPunct="1"/>
            <a:r>
              <a:rPr lang="en-US" altLang="ja-JP"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B1</a:t>
            </a:r>
            <a:endParaRPr lang="ja-JP" altLang="en-US" dirty="0">
              <a:latin typeface="BIZ UDPゴシック" panose="020B0400000000000000" pitchFamily="50" charset="-128"/>
              <a:ea typeface="BIZ UDPゴシック" panose="020B0400000000000000" pitchFamily="50" charset="-128"/>
            </a:endParaRPr>
          </a:p>
        </p:txBody>
      </p:sp>
      <p:sp>
        <p:nvSpPr>
          <p:cNvPr id="20" name="テキスト ボックス 19">
            <a:extLst>
              <a:ext uri="{FF2B5EF4-FFF2-40B4-BE49-F238E27FC236}">
                <a16:creationId xmlns:a16="http://schemas.microsoft.com/office/drawing/2014/main" id="{8841F1FD-67EC-F7C6-FF2A-C01C4291AB62}"/>
              </a:ext>
            </a:extLst>
          </p:cNvPr>
          <p:cNvSpPr txBox="1"/>
          <p:nvPr/>
        </p:nvSpPr>
        <p:spPr bwMode="auto">
          <a:xfrm>
            <a:off x="3020686" y="5437544"/>
            <a:ext cx="1125329" cy="36933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  <a:spAutoFit/>
          </a:bodyPr>
          <a:lstStyle/>
          <a:p>
            <a:pPr algn="ctr"/>
            <a:r>
              <a:rPr lang="en-US" altLang="ja-JP" sz="1800" kern="0"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B</a:t>
            </a:r>
            <a:r>
              <a:rPr kumimoji="1" lang="en-US" altLang="ja-JP" sz="1800" kern="0"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.pptx</a:t>
            </a:r>
            <a:endParaRPr kumimoji="1" lang="ja-JP" altLang="en-US" sz="1800" kern="0">
              <a:latin typeface="BIZ UDPゴシック" panose="020B0400000000000000" pitchFamily="50" charset="-128"/>
              <a:ea typeface="BIZ UDPゴシック" panose="020B0400000000000000" pitchFamily="50" charset="-128"/>
            </a:endParaRPr>
          </a:p>
        </p:txBody>
      </p:sp>
      <p:sp>
        <p:nvSpPr>
          <p:cNvPr id="30" name="正方形/長方形 29">
            <a:extLst>
              <a:ext uri="{FF2B5EF4-FFF2-40B4-BE49-F238E27FC236}">
                <a16:creationId xmlns:a16="http://schemas.microsoft.com/office/drawing/2014/main" id="{FA4659A9-63BF-F494-5885-216672BEA3DB}"/>
              </a:ext>
            </a:extLst>
          </p:cNvPr>
          <p:cNvSpPr/>
          <p:nvPr/>
        </p:nvSpPr>
        <p:spPr bwMode="auto">
          <a:xfrm>
            <a:off x="7875171" y="4044721"/>
            <a:ext cx="642431" cy="303377"/>
          </a:xfrm>
          <a:prstGeom prst="rect">
            <a:avLst/>
          </a:prstGeom>
          <a:solidFill>
            <a:srgbClr val="FFFF00"/>
          </a:solidFill>
          <a:ln w="12700" cap="flat" cmpd="sng" algn="ctr">
            <a:solidFill>
              <a:schemeClr val="tx1">
                <a:lumMod val="75000"/>
                <a:lumOff val="2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none" lIns="90000" tIns="46800" rIns="90000" bIns="4680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1" lang="en-US" altLang="ja-JP" b="1" i="0" u="none" strike="noStrike" cap="none" normalizeH="0" baseline="0">
                <a:ln>
                  <a:noFill/>
                </a:ln>
                <a:effectLst/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A1</a:t>
            </a:r>
            <a:endParaRPr kumimoji="1" lang="ja-JP" altLang="en-US" b="1" i="0" u="none" strike="noStrike" cap="none" normalizeH="0" baseline="0" dirty="0">
              <a:ln>
                <a:noFill/>
              </a:ln>
              <a:effectLst/>
              <a:latin typeface="BIZ UDPゴシック" panose="020B0400000000000000" pitchFamily="50" charset="-128"/>
              <a:ea typeface="BIZ UDPゴシック" panose="020B0400000000000000" pitchFamily="50" charset="-128"/>
            </a:endParaRPr>
          </a:p>
        </p:txBody>
      </p:sp>
      <p:sp>
        <p:nvSpPr>
          <p:cNvPr id="32" name="正方形/長方形 31">
            <a:extLst>
              <a:ext uri="{FF2B5EF4-FFF2-40B4-BE49-F238E27FC236}">
                <a16:creationId xmlns:a16="http://schemas.microsoft.com/office/drawing/2014/main" id="{F8EEF36C-CE65-9527-2D7E-5F81636CC003}"/>
              </a:ext>
            </a:extLst>
          </p:cNvPr>
          <p:cNvSpPr/>
          <p:nvPr/>
        </p:nvSpPr>
        <p:spPr bwMode="auto">
          <a:xfrm>
            <a:off x="7875171" y="4443989"/>
            <a:ext cx="642431" cy="303377"/>
          </a:xfrm>
          <a:prstGeom prst="rect">
            <a:avLst/>
          </a:prstGeom>
          <a:solidFill>
            <a:srgbClr val="FFFF00"/>
          </a:solidFill>
          <a:ln w="12700" cap="flat" cmpd="sng" algn="ctr">
            <a:solidFill>
              <a:schemeClr val="tx1">
                <a:lumMod val="75000"/>
                <a:lumOff val="2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none" lIns="90000" tIns="46800" rIns="90000" bIns="4680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1" lang="en-US" altLang="ja-JP" b="1" i="0" u="none" strike="noStrike" cap="none" normalizeH="0" baseline="0">
                <a:ln>
                  <a:noFill/>
                </a:ln>
                <a:effectLst/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A2</a:t>
            </a:r>
            <a:endParaRPr kumimoji="1" lang="ja-JP" altLang="en-US" b="1" i="0" u="none" strike="noStrike" cap="none" normalizeH="0" baseline="0" dirty="0">
              <a:ln>
                <a:noFill/>
              </a:ln>
              <a:effectLst/>
              <a:latin typeface="BIZ UDPゴシック" panose="020B0400000000000000" pitchFamily="50" charset="-128"/>
              <a:ea typeface="BIZ UDPゴシック" panose="020B0400000000000000" pitchFamily="50" charset="-128"/>
            </a:endParaRPr>
          </a:p>
        </p:txBody>
      </p:sp>
      <p:sp>
        <p:nvSpPr>
          <p:cNvPr id="42" name="正方形/長方形 41">
            <a:extLst>
              <a:ext uri="{FF2B5EF4-FFF2-40B4-BE49-F238E27FC236}">
                <a16:creationId xmlns:a16="http://schemas.microsoft.com/office/drawing/2014/main" id="{94B1847A-EC83-1B37-00FE-5E679E2AC409}"/>
              </a:ext>
            </a:extLst>
          </p:cNvPr>
          <p:cNvSpPr/>
          <p:nvPr/>
        </p:nvSpPr>
        <p:spPr bwMode="auto">
          <a:xfrm>
            <a:off x="7875171" y="5242525"/>
            <a:ext cx="642431" cy="303377"/>
          </a:xfrm>
          <a:prstGeom prst="rect">
            <a:avLst/>
          </a:prstGeom>
          <a:solidFill>
            <a:srgbClr val="FFFF00"/>
          </a:solidFill>
          <a:ln w="12700" cap="flat" cmpd="sng" algn="ctr">
            <a:solidFill>
              <a:schemeClr val="tx1">
                <a:lumMod val="75000"/>
                <a:lumOff val="2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none" lIns="90000" tIns="46800" rIns="90000" bIns="4680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1" lang="en-US" altLang="ja-JP" b="1" i="0" u="none" strike="noStrike" cap="none" normalizeH="0" baseline="0">
                <a:ln>
                  <a:noFill/>
                </a:ln>
                <a:effectLst/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A3</a:t>
            </a:r>
            <a:endParaRPr kumimoji="1" lang="ja-JP" altLang="en-US" b="1" i="0" u="none" strike="noStrike" cap="none" normalizeH="0" baseline="0" dirty="0">
              <a:ln>
                <a:noFill/>
              </a:ln>
              <a:effectLst/>
              <a:latin typeface="BIZ UDPゴシック" panose="020B0400000000000000" pitchFamily="50" charset="-128"/>
              <a:ea typeface="BIZ UDPゴシック" panose="020B0400000000000000" pitchFamily="50" charset="-128"/>
            </a:endParaRPr>
          </a:p>
        </p:txBody>
      </p:sp>
      <p:sp>
        <p:nvSpPr>
          <p:cNvPr id="43" name="正方形/長方形 42">
            <a:extLst>
              <a:ext uri="{FF2B5EF4-FFF2-40B4-BE49-F238E27FC236}">
                <a16:creationId xmlns:a16="http://schemas.microsoft.com/office/drawing/2014/main" id="{0B58FB77-41F9-8E58-CABA-6F9E0CCD1B6B}"/>
              </a:ext>
            </a:extLst>
          </p:cNvPr>
          <p:cNvSpPr/>
          <p:nvPr/>
        </p:nvSpPr>
        <p:spPr bwMode="auto">
          <a:xfrm>
            <a:off x="7875171" y="5641793"/>
            <a:ext cx="642431" cy="303377"/>
          </a:xfrm>
          <a:prstGeom prst="rect">
            <a:avLst/>
          </a:prstGeom>
          <a:solidFill>
            <a:srgbClr val="FFFF00"/>
          </a:solidFill>
          <a:ln w="12700" cap="flat" cmpd="sng" algn="ctr">
            <a:solidFill>
              <a:schemeClr val="tx1">
                <a:lumMod val="75000"/>
                <a:lumOff val="2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none" lIns="90000" tIns="46800" rIns="90000" bIns="4680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1" lang="en-US" altLang="ja-JP" b="1" i="0" u="none" strike="noStrike" cap="none" normalizeH="0" baseline="0">
                <a:ln>
                  <a:noFill/>
                </a:ln>
                <a:effectLst/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A4</a:t>
            </a:r>
            <a:endParaRPr kumimoji="1" lang="ja-JP" altLang="en-US" b="1" i="0" u="none" strike="noStrike" cap="none" normalizeH="0" baseline="0" dirty="0">
              <a:ln>
                <a:noFill/>
              </a:ln>
              <a:effectLst/>
              <a:latin typeface="BIZ UDPゴシック" panose="020B0400000000000000" pitchFamily="50" charset="-128"/>
              <a:ea typeface="BIZ UDPゴシック" panose="020B0400000000000000" pitchFamily="50" charset="-128"/>
            </a:endParaRPr>
          </a:p>
        </p:txBody>
      </p:sp>
      <p:sp>
        <p:nvSpPr>
          <p:cNvPr id="44" name="正方形/長方形 43">
            <a:extLst>
              <a:ext uri="{FF2B5EF4-FFF2-40B4-BE49-F238E27FC236}">
                <a16:creationId xmlns:a16="http://schemas.microsoft.com/office/drawing/2014/main" id="{DB074403-5604-5C2A-037F-CCF4F8543DAC}"/>
              </a:ext>
            </a:extLst>
          </p:cNvPr>
          <p:cNvSpPr/>
          <p:nvPr/>
        </p:nvSpPr>
        <p:spPr bwMode="auto">
          <a:xfrm>
            <a:off x="7875171" y="4843257"/>
            <a:ext cx="642431" cy="303377"/>
          </a:xfrm>
          <a:prstGeom prst="rect">
            <a:avLst/>
          </a:prstGeom>
          <a:solidFill>
            <a:schemeClr val="accent3">
              <a:lumMod val="75000"/>
            </a:schemeClr>
          </a:solidFill>
          <a:ln w="12700" cap="flat" cmpd="sng" algn="ctr">
            <a:solidFill>
              <a:schemeClr val="tx1">
                <a:lumMod val="75000"/>
                <a:lumOff val="2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none" lIns="90000" tIns="46800" rIns="90000" bIns="46800" numCol="1" rtlCol="0" anchor="ctr" anchorCtr="0" compatLnSpc="1">
            <a:prstTxWarp prst="textNoShape">
              <a:avLst/>
            </a:prstTxWarp>
          </a:bodyPr>
          <a:lstStyle/>
          <a:p>
            <a:pPr algn="ctr" eaLnBrk="1" hangingPunct="1"/>
            <a:r>
              <a:rPr lang="en-US" altLang="ja-JP"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B1</a:t>
            </a:r>
            <a:endParaRPr lang="ja-JP" altLang="en-US" dirty="0">
              <a:latin typeface="BIZ UDPゴシック" panose="020B0400000000000000" pitchFamily="50" charset="-128"/>
              <a:ea typeface="BIZ UDPゴシック" panose="020B0400000000000000" pitchFamily="50" charset="-128"/>
            </a:endParaRPr>
          </a:p>
        </p:txBody>
      </p:sp>
      <p:sp>
        <p:nvSpPr>
          <p:cNvPr id="7" name="正方形/長方形 6">
            <a:extLst>
              <a:ext uri="{FF2B5EF4-FFF2-40B4-BE49-F238E27FC236}">
                <a16:creationId xmlns:a16="http://schemas.microsoft.com/office/drawing/2014/main" id="{B38EF376-24D3-3B81-47A7-CA9790B4B819}"/>
              </a:ext>
            </a:extLst>
          </p:cNvPr>
          <p:cNvSpPr/>
          <p:nvPr/>
        </p:nvSpPr>
        <p:spPr bwMode="auto">
          <a:xfrm>
            <a:off x="8193680" y="195005"/>
            <a:ext cx="3672408" cy="499264"/>
          </a:xfrm>
          <a:prstGeom prst="rect">
            <a:avLst/>
          </a:prstGeom>
          <a:solidFill>
            <a:srgbClr val="FFFF00"/>
          </a:solidFill>
          <a:ln w="12700" cap="flat" cmpd="sng" algn="ctr">
            <a:solidFill>
              <a:schemeClr val="tx1">
                <a:lumMod val="75000"/>
                <a:lumOff val="2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90000" tIns="46800" rIns="90000" bIns="46800" numCol="1" rtlCol="0" anchor="ctr" anchorCtr="0" compatLnSpc="1">
            <a:prstTxWarp prst="textNoShape">
              <a:avLst/>
            </a:prstTxWarp>
          </a:bodyPr>
          <a:lstStyle/>
          <a:p>
            <a:pPr algn="ctr" eaLnBrk="1" hangingPunct="1"/>
            <a:r>
              <a:rPr lang="fr-FR" altLang="ja-JP" sz="1400"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&lt;__FILENAME__&gt;</a:t>
            </a:r>
            <a:endParaRPr kumimoji="1" lang="ja-JP" altLang="en-US" sz="1400" b="1" i="0" u="none" strike="noStrike" cap="none" normalizeH="0" baseline="0" dirty="0">
              <a:ln>
                <a:noFill/>
              </a:ln>
              <a:effectLst/>
              <a:latin typeface="BIZ UDPゴシック" panose="020B0400000000000000" pitchFamily="50" charset="-128"/>
              <a:ea typeface="BIZ UDPゴシック" panose="020B0400000000000000" pitchFamily="50" charset="-128"/>
            </a:endParaRPr>
          </a:p>
        </p:txBody>
      </p:sp>
    </p:spTree>
    <p:extLst>
      <p:ext uri="{BB962C8B-B14F-4D97-AF65-F5344CB8AC3E}">
        <p14:creationId xmlns:p14="http://schemas.microsoft.com/office/powerpoint/2010/main" val="1165428388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A2B8CEF-EB1F-92D8-20E7-01D60BF2406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exportrange">
            <a:extLst>
              <a:ext uri="{FF2B5EF4-FFF2-40B4-BE49-F238E27FC236}">
                <a16:creationId xmlns:a16="http://schemas.microsoft.com/office/drawing/2014/main" id="{7223E271-2E18-943A-335F-7DC4822B98EC}"/>
              </a:ext>
            </a:extLst>
          </p:cNvPr>
          <p:cNvSpPr/>
          <p:nvPr/>
        </p:nvSpPr>
        <p:spPr bwMode="auto">
          <a:xfrm>
            <a:off x="623391" y="1844824"/>
            <a:ext cx="10657185" cy="4248472"/>
          </a:xfrm>
          <a:prstGeom prst="rect">
            <a:avLst/>
          </a:prstGeom>
          <a:solidFill>
            <a:schemeClr val="bg1"/>
          </a:solidFill>
          <a:ln w="12700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none" lIns="90000" tIns="46800" rIns="90000" bIns="4680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1" lang="ja-JP" altLang="en-US" sz="2000" b="1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BIZ UDPゴシック" panose="020B0400000000000000" pitchFamily="50" charset="-128"/>
              <a:ea typeface="BIZ UDPゴシック" panose="020B0400000000000000" pitchFamily="50" charset="-128"/>
            </a:endParaRPr>
          </a:p>
        </p:txBody>
      </p:sp>
      <p:sp>
        <p:nvSpPr>
          <p:cNvPr id="2" name="タイトル 1">
            <a:extLst>
              <a:ext uri="{FF2B5EF4-FFF2-40B4-BE49-F238E27FC236}">
                <a16:creationId xmlns:a16="http://schemas.microsoft.com/office/drawing/2014/main" id="{2F4A9151-DA4C-B15B-54CA-D35D3D81B77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ja-JP" altLang="en-US"/>
              <a:t>分割挿入を使いたいのはどんなとき？</a:t>
            </a:r>
            <a:endParaRPr kumimoji="1" lang="ja-JP" altLang="en-US"/>
          </a:p>
        </p:txBody>
      </p:sp>
      <p:sp>
        <p:nvSpPr>
          <p:cNvPr id="3" name="フッター プレースホルダー 2">
            <a:extLst>
              <a:ext uri="{FF2B5EF4-FFF2-40B4-BE49-F238E27FC236}">
                <a16:creationId xmlns:a16="http://schemas.microsoft.com/office/drawing/2014/main" id="{B7C458A0-5F70-95B8-9097-58CA8CE1AFE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altLang="ja-JP"/>
              <a:t>Copyright 2026 </a:t>
            </a:r>
            <a:r>
              <a:rPr lang="ja-JP" altLang="en-US"/>
              <a:t>アイデアクラフト 開米瑞浩</a:t>
            </a:r>
            <a:endParaRPr lang="ja-JP" altLang="en-US" dirty="0"/>
          </a:p>
        </p:txBody>
      </p:sp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059D7374-7DFD-C84D-7B30-C64ACE343433}"/>
              </a:ext>
            </a:extLst>
          </p:cNvPr>
          <p:cNvSpPr txBox="1"/>
          <p:nvPr/>
        </p:nvSpPr>
        <p:spPr bwMode="auto">
          <a:xfrm>
            <a:off x="1108825" y="1952851"/>
            <a:ext cx="3920836" cy="101566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  <a:spAutoFit/>
          </a:bodyPr>
          <a:lstStyle/>
          <a:p>
            <a:pPr>
              <a:spcAft>
                <a:spcPts val="1200"/>
              </a:spcAft>
            </a:pPr>
            <a:r>
              <a:rPr kumimoji="1" lang="ja-JP" altLang="en-US" kern="0"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既存の </a:t>
            </a:r>
            <a:r>
              <a:rPr kumimoji="1" lang="en-US" altLang="ja-JP" kern="0"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pptx </a:t>
            </a:r>
            <a:r>
              <a:rPr kumimoji="1" lang="ja-JP" altLang="en-US" kern="0"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ファイルに手を入れず、コピーも作らずに、その中の一部スライドのみ使いたい</a:t>
            </a:r>
            <a:endParaRPr kumimoji="1" lang="en-US" altLang="ja-JP" kern="0">
              <a:latin typeface="BIZ UDPゴシック" panose="020B0400000000000000" pitchFamily="50" charset="-128"/>
              <a:ea typeface="BIZ UDPゴシック" panose="020B0400000000000000" pitchFamily="50" charset="-128"/>
            </a:endParaRPr>
          </a:p>
        </p:txBody>
      </p:sp>
      <p:sp>
        <p:nvSpPr>
          <p:cNvPr id="11" name="テキスト ボックス 10">
            <a:extLst>
              <a:ext uri="{FF2B5EF4-FFF2-40B4-BE49-F238E27FC236}">
                <a16:creationId xmlns:a16="http://schemas.microsoft.com/office/drawing/2014/main" id="{63352DD1-6F97-590B-0EC8-4800CE5D3C0E}"/>
              </a:ext>
            </a:extLst>
          </p:cNvPr>
          <p:cNvSpPr txBox="1"/>
          <p:nvPr/>
        </p:nvSpPr>
        <p:spPr bwMode="auto">
          <a:xfrm>
            <a:off x="739026" y="1007124"/>
            <a:ext cx="10541550" cy="40011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  <a:spAutoFit/>
          </a:bodyPr>
          <a:lstStyle/>
          <a:p>
            <a:r>
              <a:rPr kumimoji="1" lang="ja-JP" altLang="en-US" kern="0"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こんな事情があるときは分割挿入機能を使いましょう</a:t>
            </a:r>
          </a:p>
        </p:txBody>
      </p:sp>
      <p:sp>
        <p:nvSpPr>
          <p:cNvPr id="12" name="正方形/長方形 11">
            <a:extLst>
              <a:ext uri="{FF2B5EF4-FFF2-40B4-BE49-F238E27FC236}">
                <a16:creationId xmlns:a16="http://schemas.microsoft.com/office/drawing/2014/main" id="{159A5B36-F61E-530B-C643-4ABF16739753}"/>
              </a:ext>
            </a:extLst>
          </p:cNvPr>
          <p:cNvSpPr/>
          <p:nvPr/>
        </p:nvSpPr>
        <p:spPr bwMode="auto">
          <a:xfrm>
            <a:off x="1645268" y="3621926"/>
            <a:ext cx="879356" cy="1796705"/>
          </a:xfrm>
          <a:prstGeom prst="rect">
            <a:avLst/>
          </a:prstGeom>
          <a:solidFill>
            <a:schemeClr val="bg1"/>
          </a:solidFill>
          <a:ln w="12700" cap="flat" cmpd="sng" algn="ctr">
            <a:solidFill>
              <a:schemeClr val="tx1">
                <a:lumMod val="75000"/>
                <a:lumOff val="2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none" lIns="90000" tIns="46800" rIns="90000" bIns="4680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1" lang="ja-JP" altLang="en-US" sz="2000" b="1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BIZ UDPゴシック" panose="020B0400000000000000" pitchFamily="50" charset="-128"/>
              <a:ea typeface="BIZ UDPゴシック" panose="020B0400000000000000" pitchFamily="50" charset="-128"/>
            </a:endParaRPr>
          </a:p>
        </p:txBody>
      </p:sp>
      <p:sp>
        <p:nvSpPr>
          <p:cNvPr id="13" name="正方形/長方形 12">
            <a:extLst>
              <a:ext uri="{FF2B5EF4-FFF2-40B4-BE49-F238E27FC236}">
                <a16:creationId xmlns:a16="http://schemas.microsoft.com/office/drawing/2014/main" id="{6B747382-1106-DBC5-9271-87B803A25BB3}"/>
              </a:ext>
            </a:extLst>
          </p:cNvPr>
          <p:cNvSpPr/>
          <p:nvPr/>
        </p:nvSpPr>
        <p:spPr bwMode="auto">
          <a:xfrm>
            <a:off x="1763731" y="3787857"/>
            <a:ext cx="642431" cy="303377"/>
          </a:xfrm>
          <a:prstGeom prst="rect">
            <a:avLst/>
          </a:prstGeom>
          <a:solidFill>
            <a:srgbClr val="FFFF00"/>
          </a:solidFill>
          <a:ln w="12700" cap="flat" cmpd="sng" algn="ctr">
            <a:solidFill>
              <a:schemeClr val="tx1">
                <a:lumMod val="75000"/>
                <a:lumOff val="2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none" lIns="90000" tIns="46800" rIns="90000" bIns="4680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1" lang="en-US" altLang="ja-JP" b="1" i="0" u="none" strike="noStrike" cap="none" normalizeH="0" baseline="0">
                <a:ln>
                  <a:noFill/>
                </a:ln>
                <a:effectLst/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A1</a:t>
            </a:r>
            <a:endParaRPr kumimoji="1" lang="ja-JP" altLang="en-US" b="1" i="0" u="none" strike="noStrike" cap="none" normalizeH="0" baseline="0" dirty="0">
              <a:ln>
                <a:noFill/>
              </a:ln>
              <a:effectLst/>
              <a:latin typeface="BIZ UDPゴシック" panose="020B0400000000000000" pitchFamily="50" charset="-128"/>
              <a:ea typeface="BIZ UDPゴシック" panose="020B0400000000000000" pitchFamily="50" charset="-128"/>
            </a:endParaRPr>
          </a:p>
        </p:txBody>
      </p:sp>
      <p:sp>
        <p:nvSpPr>
          <p:cNvPr id="14" name="正方形/長方形 13">
            <a:extLst>
              <a:ext uri="{FF2B5EF4-FFF2-40B4-BE49-F238E27FC236}">
                <a16:creationId xmlns:a16="http://schemas.microsoft.com/office/drawing/2014/main" id="{921B5823-F8D1-ED59-C30B-F3A70E1B859D}"/>
              </a:ext>
            </a:extLst>
          </p:cNvPr>
          <p:cNvSpPr/>
          <p:nvPr/>
        </p:nvSpPr>
        <p:spPr bwMode="auto">
          <a:xfrm>
            <a:off x="1763731" y="4188908"/>
            <a:ext cx="642431" cy="303377"/>
          </a:xfrm>
          <a:prstGeom prst="rect">
            <a:avLst/>
          </a:prstGeom>
          <a:solidFill>
            <a:srgbClr val="FFFF00"/>
          </a:solidFill>
          <a:ln w="12700" cap="flat" cmpd="sng" algn="ctr">
            <a:solidFill>
              <a:schemeClr val="tx1">
                <a:lumMod val="75000"/>
                <a:lumOff val="2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none" lIns="90000" tIns="46800" rIns="90000" bIns="4680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1" lang="en-US" altLang="ja-JP" b="1" i="0" u="none" strike="noStrike" cap="none" normalizeH="0" baseline="0">
                <a:ln>
                  <a:noFill/>
                </a:ln>
                <a:effectLst/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A2</a:t>
            </a:r>
            <a:endParaRPr kumimoji="1" lang="ja-JP" altLang="en-US" b="1" i="0" u="none" strike="noStrike" cap="none" normalizeH="0" baseline="0" dirty="0">
              <a:ln>
                <a:noFill/>
              </a:ln>
              <a:effectLst/>
              <a:latin typeface="BIZ UDPゴシック" panose="020B0400000000000000" pitchFamily="50" charset="-128"/>
              <a:ea typeface="BIZ UDPゴシック" panose="020B0400000000000000" pitchFamily="50" charset="-128"/>
            </a:endParaRPr>
          </a:p>
        </p:txBody>
      </p:sp>
      <p:sp>
        <p:nvSpPr>
          <p:cNvPr id="15" name="テキスト ボックス 14">
            <a:extLst>
              <a:ext uri="{FF2B5EF4-FFF2-40B4-BE49-F238E27FC236}">
                <a16:creationId xmlns:a16="http://schemas.microsoft.com/office/drawing/2014/main" id="{71A08224-9709-4801-107F-12933D50DB42}"/>
              </a:ext>
            </a:extLst>
          </p:cNvPr>
          <p:cNvSpPr txBox="1"/>
          <p:nvPr/>
        </p:nvSpPr>
        <p:spPr bwMode="auto">
          <a:xfrm>
            <a:off x="1522282" y="3244214"/>
            <a:ext cx="1125329" cy="36933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  <a:spAutoFit/>
          </a:bodyPr>
          <a:lstStyle/>
          <a:p>
            <a:pPr algn="ctr"/>
            <a:r>
              <a:rPr kumimoji="1" lang="en-US" altLang="ja-JP" sz="1800" kern="0"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A.pptx</a:t>
            </a:r>
            <a:endParaRPr kumimoji="1" lang="ja-JP" altLang="en-US" sz="1800" kern="0">
              <a:latin typeface="BIZ UDPゴシック" panose="020B0400000000000000" pitchFamily="50" charset="-128"/>
              <a:ea typeface="BIZ UDPゴシック" panose="020B0400000000000000" pitchFamily="50" charset="-128"/>
            </a:endParaRPr>
          </a:p>
        </p:txBody>
      </p:sp>
      <p:sp>
        <p:nvSpPr>
          <p:cNvPr id="16" name="正方形/長方形 15">
            <a:extLst>
              <a:ext uri="{FF2B5EF4-FFF2-40B4-BE49-F238E27FC236}">
                <a16:creationId xmlns:a16="http://schemas.microsoft.com/office/drawing/2014/main" id="{1407B5E4-EC81-C6C4-64DE-CD7F15CEA6CB}"/>
              </a:ext>
            </a:extLst>
          </p:cNvPr>
          <p:cNvSpPr/>
          <p:nvPr/>
        </p:nvSpPr>
        <p:spPr bwMode="auto">
          <a:xfrm>
            <a:off x="1763731" y="4596148"/>
            <a:ext cx="642431" cy="303377"/>
          </a:xfrm>
          <a:prstGeom prst="rect">
            <a:avLst/>
          </a:prstGeom>
          <a:solidFill>
            <a:srgbClr val="FFFF00"/>
          </a:solidFill>
          <a:ln w="12700" cap="flat" cmpd="sng" algn="ctr">
            <a:solidFill>
              <a:schemeClr val="tx1">
                <a:lumMod val="75000"/>
                <a:lumOff val="2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none" lIns="90000" tIns="46800" rIns="90000" bIns="4680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1" lang="en-US" altLang="ja-JP" b="1" i="0" u="none" strike="noStrike" cap="none" normalizeH="0" baseline="0">
                <a:ln>
                  <a:noFill/>
                </a:ln>
                <a:effectLst/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A3</a:t>
            </a:r>
            <a:endParaRPr kumimoji="1" lang="ja-JP" altLang="en-US" b="1" i="0" u="none" strike="noStrike" cap="none" normalizeH="0" baseline="0" dirty="0">
              <a:ln>
                <a:noFill/>
              </a:ln>
              <a:effectLst/>
              <a:latin typeface="BIZ UDPゴシック" panose="020B0400000000000000" pitchFamily="50" charset="-128"/>
              <a:ea typeface="BIZ UDPゴシック" panose="020B0400000000000000" pitchFamily="50" charset="-128"/>
            </a:endParaRPr>
          </a:p>
        </p:txBody>
      </p:sp>
      <p:sp>
        <p:nvSpPr>
          <p:cNvPr id="17" name="正方形/長方形 16">
            <a:extLst>
              <a:ext uri="{FF2B5EF4-FFF2-40B4-BE49-F238E27FC236}">
                <a16:creationId xmlns:a16="http://schemas.microsoft.com/office/drawing/2014/main" id="{46DEF174-082E-5C90-13B7-A30DD4C08A6B}"/>
              </a:ext>
            </a:extLst>
          </p:cNvPr>
          <p:cNvSpPr/>
          <p:nvPr/>
        </p:nvSpPr>
        <p:spPr bwMode="auto">
          <a:xfrm>
            <a:off x="1763731" y="4997199"/>
            <a:ext cx="642431" cy="303377"/>
          </a:xfrm>
          <a:prstGeom prst="rect">
            <a:avLst/>
          </a:prstGeom>
          <a:solidFill>
            <a:srgbClr val="FFFF00"/>
          </a:solidFill>
          <a:ln w="12700" cap="flat" cmpd="sng" algn="ctr">
            <a:solidFill>
              <a:schemeClr val="tx1">
                <a:lumMod val="75000"/>
                <a:lumOff val="2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none" lIns="90000" tIns="46800" rIns="90000" bIns="4680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1" lang="en-US" altLang="ja-JP" b="1" i="0" u="none" strike="noStrike" cap="none" normalizeH="0" baseline="0">
                <a:ln>
                  <a:noFill/>
                </a:ln>
                <a:effectLst/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A4</a:t>
            </a:r>
            <a:endParaRPr kumimoji="1" lang="ja-JP" altLang="en-US" b="1" i="0" u="none" strike="noStrike" cap="none" normalizeH="0" baseline="0" dirty="0">
              <a:ln>
                <a:noFill/>
              </a:ln>
              <a:effectLst/>
              <a:latin typeface="BIZ UDPゴシック" panose="020B0400000000000000" pitchFamily="50" charset="-128"/>
              <a:ea typeface="BIZ UDPゴシック" panose="020B0400000000000000" pitchFamily="50" charset="-128"/>
            </a:endParaRPr>
          </a:p>
        </p:txBody>
      </p:sp>
      <p:sp>
        <p:nvSpPr>
          <p:cNvPr id="21" name="テキスト ボックス 20">
            <a:extLst>
              <a:ext uri="{FF2B5EF4-FFF2-40B4-BE49-F238E27FC236}">
                <a16:creationId xmlns:a16="http://schemas.microsoft.com/office/drawing/2014/main" id="{3857C8E7-5DB9-5FB3-5D94-FB18CB40F41E}"/>
              </a:ext>
            </a:extLst>
          </p:cNvPr>
          <p:cNvSpPr txBox="1"/>
          <p:nvPr/>
        </p:nvSpPr>
        <p:spPr bwMode="auto">
          <a:xfrm>
            <a:off x="7032104" y="1952851"/>
            <a:ext cx="3920836" cy="1323439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  <a:spAutoFit/>
          </a:bodyPr>
          <a:lstStyle/>
          <a:p>
            <a:pPr>
              <a:spcAft>
                <a:spcPts val="1200"/>
              </a:spcAft>
            </a:pPr>
            <a:r>
              <a:rPr lang="ja-JP" altLang="en-US" kern="0"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既存の </a:t>
            </a:r>
            <a:r>
              <a:rPr lang="en-US" altLang="ja-JP" kern="0"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pptx </a:t>
            </a:r>
            <a:r>
              <a:rPr lang="ja-JP" altLang="en-US" kern="0"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ファイルに手を入れず、コピーも作らずに、その途中に臨時に別なスライドを差し込みたい</a:t>
            </a:r>
            <a:endParaRPr kumimoji="1" lang="ja-JP" altLang="en-US" kern="0">
              <a:latin typeface="BIZ UDPゴシック" panose="020B0400000000000000" pitchFamily="50" charset="-128"/>
              <a:ea typeface="BIZ UDPゴシック" panose="020B0400000000000000" pitchFamily="50" charset="-128"/>
            </a:endParaRPr>
          </a:p>
        </p:txBody>
      </p:sp>
      <p:sp>
        <p:nvSpPr>
          <p:cNvPr id="22" name="右中かっこ 21">
            <a:extLst>
              <a:ext uri="{FF2B5EF4-FFF2-40B4-BE49-F238E27FC236}">
                <a16:creationId xmlns:a16="http://schemas.microsoft.com/office/drawing/2014/main" id="{B83A524F-1FDF-3997-6C1F-CBFE95507DC6}"/>
              </a:ext>
            </a:extLst>
          </p:cNvPr>
          <p:cNvSpPr/>
          <p:nvPr/>
        </p:nvSpPr>
        <p:spPr bwMode="auto">
          <a:xfrm>
            <a:off x="2460725" y="4175833"/>
            <a:ext cx="408679" cy="761230"/>
          </a:xfrm>
          <a:prstGeom prst="rightBrace">
            <a:avLst>
              <a:gd name="adj1" fmla="val 40821"/>
              <a:gd name="adj2" fmla="val 50000"/>
            </a:avLst>
          </a:prstGeom>
          <a:noFill/>
          <a:ln w="28575" cap="flat" cmpd="sng" algn="ctr">
            <a:solidFill>
              <a:schemeClr val="tx1">
                <a:lumMod val="75000"/>
                <a:lumOff val="2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23" name="テキスト ボックス 22">
            <a:extLst>
              <a:ext uri="{FF2B5EF4-FFF2-40B4-BE49-F238E27FC236}">
                <a16:creationId xmlns:a16="http://schemas.microsoft.com/office/drawing/2014/main" id="{730234D7-D8B5-A243-9D19-4E556A4DFD85}"/>
              </a:ext>
            </a:extLst>
          </p:cNvPr>
          <p:cNvSpPr txBox="1"/>
          <p:nvPr/>
        </p:nvSpPr>
        <p:spPr bwMode="auto">
          <a:xfrm>
            <a:off x="3085428" y="4149080"/>
            <a:ext cx="1744378" cy="707886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  <a:spAutoFit/>
          </a:bodyPr>
          <a:lstStyle/>
          <a:p>
            <a:pPr algn="l"/>
            <a:r>
              <a:rPr kumimoji="1" lang="en-US" altLang="ja-JP" kern="0"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A2,A3</a:t>
            </a:r>
            <a:r>
              <a:rPr kumimoji="1" lang="ja-JP" altLang="en-US" kern="0"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だけ</a:t>
            </a:r>
            <a:endParaRPr kumimoji="1" lang="en-US" altLang="ja-JP" kern="0">
              <a:latin typeface="BIZ UDPゴシック" panose="020B0400000000000000" pitchFamily="50" charset="-128"/>
              <a:ea typeface="BIZ UDPゴシック" panose="020B0400000000000000" pitchFamily="50" charset="-128"/>
            </a:endParaRPr>
          </a:p>
          <a:p>
            <a:pPr algn="l"/>
            <a:r>
              <a:rPr kumimoji="1" lang="ja-JP" altLang="en-US" kern="0"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使いたい</a:t>
            </a:r>
          </a:p>
        </p:txBody>
      </p:sp>
      <p:sp>
        <p:nvSpPr>
          <p:cNvPr id="24" name="正方形/長方形 23">
            <a:extLst>
              <a:ext uri="{FF2B5EF4-FFF2-40B4-BE49-F238E27FC236}">
                <a16:creationId xmlns:a16="http://schemas.microsoft.com/office/drawing/2014/main" id="{797C5490-15AC-521E-A56C-180A59FC8865}"/>
              </a:ext>
            </a:extLst>
          </p:cNvPr>
          <p:cNvSpPr/>
          <p:nvPr/>
        </p:nvSpPr>
        <p:spPr bwMode="auto">
          <a:xfrm>
            <a:off x="7256325" y="3993331"/>
            <a:ext cx="879356" cy="1971141"/>
          </a:xfrm>
          <a:prstGeom prst="rect">
            <a:avLst/>
          </a:prstGeom>
          <a:solidFill>
            <a:schemeClr val="bg1"/>
          </a:solidFill>
          <a:ln w="12700" cap="flat" cmpd="sng" algn="ctr">
            <a:solidFill>
              <a:schemeClr val="tx1">
                <a:lumMod val="75000"/>
                <a:lumOff val="2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none" lIns="90000" tIns="46800" rIns="90000" bIns="4680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1" lang="ja-JP" altLang="en-US" sz="2000" b="1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BIZ UDPゴシック" panose="020B0400000000000000" pitchFamily="50" charset="-128"/>
              <a:ea typeface="BIZ UDPゴシック" panose="020B0400000000000000" pitchFamily="50" charset="-128"/>
            </a:endParaRPr>
          </a:p>
        </p:txBody>
      </p:sp>
      <p:sp>
        <p:nvSpPr>
          <p:cNvPr id="25" name="正方形/長方形 24">
            <a:extLst>
              <a:ext uri="{FF2B5EF4-FFF2-40B4-BE49-F238E27FC236}">
                <a16:creationId xmlns:a16="http://schemas.microsoft.com/office/drawing/2014/main" id="{B96CD18F-5D9A-53E8-FC45-4174901A4E8A}"/>
              </a:ext>
            </a:extLst>
          </p:cNvPr>
          <p:cNvSpPr/>
          <p:nvPr/>
        </p:nvSpPr>
        <p:spPr bwMode="auto">
          <a:xfrm>
            <a:off x="7374788" y="4159262"/>
            <a:ext cx="642431" cy="303377"/>
          </a:xfrm>
          <a:prstGeom prst="rect">
            <a:avLst/>
          </a:prstGeom>
          <a:solidFill>
            <a:srgbClr val="FFFF00"/>
          </a:solidFill>
          <a:ln w="12700" cap="flat" cmpd="sng" algn="ctr">
            <a:solidFill>
              <a:schemeClr val="tx1">
                <a:lumMod val="75000"/>
                <a:lumOff val="2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none" lIns="90000" tIns="46800" rIns="90000" bIns="4680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1" lang="en-US" altLang="ja-JP" b="1" i="0" u="none" strike="noStrike" cap="none" normalizeH="0" baseline="0">
                <a:ln>
                  <a:noFill/>
                </a:ln>
                <a:effectLst/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A1</a:t>
            </a:r>
            <a:endParaRPr kumimoji="1" lang="ja-JP" altLang="en-US" b="1" i="0" u="none" strike="noStrike" cap="none" normalizeH="0" baseline="0" dirty="0">
              <a:ln>
                <a:noFill/>
              </a:ln>
              <a:effectLst/>
              <a:latin typeface="BIZ UDPゴシック" panose="020B0400000000000000" pitchFamily="50" charset="-128"/>
              <a:ea typeface="BIZ UDPゴシック" panose="020B0400000000000000" pitchFamily="50" charset="-128"/>
            </a:endParaRPr>
          </a:p>
        </p:txBody>
      </p:sp>
      <p:sp>
        <p:nvSpPr>
          <p:cNvPr id="26" name="正方形/長方形 25">
            <a:extLst>
              <a:ext uri="{FF2B5EF4-FFF2-40B4-BE49-F238E27FC236}">
                <a16:creationId xmlns:a16="http://schemas.microsoft.com/office/drawing/2014/main" id="{49052C74-A9F7-1A0F-18D6-5D0BBC2FEAE8}"/>
              </a:ext>
            </a:extLst>
          </p:cNvPr>
          <p:cNvSpPr/>
          <p:nvPr/>
        </p:nvSpPr>
        <p:spPr bwMode="auto">
          <a:xfrm>
            <a:off x="7374788" y="4560313"/>
            <a:ext cx="642431" cy="303377"/>
          </a:xfrm>
          <a:prstGeom prst="rect">
            <a:avLst/>
          </a:prstGeom>
          <a:solidFill>
            <a:srgbClr val="FFFF00"/>
          </a:solidFill>
          <a:ln w="12700" cap="flat" cmpd="sng" algn="ctr">
            <a:solidFill>
              <a:schemeClr val="tx1">
                <a:lumMod val="75000"/>
                <a:lumOff val="2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none" lIns="90000" tIns="46800" rIns="90000" bIns="4680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1" lang="en-US" altLang="ja-JP" b="1" i="0" u="none" strike="noStrike" cap="none" normalizeH="0" baseline="0">
                <a:ln>
                  <a:noFill/>
                </a:ln>
                <a:effectLst/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A2</a:t>
            </a:r>
            <a:endParaRPr kumimoji="1" lang="ja-JP" altLang="en-US" b="1" i="0" u="none" strike="noStrike" cap="none" normalizeH="0" baseline="0" dirty="0">
              <a:ln>
                <a:noFill/>
              </a:ln>
              <a:effectLst/>
              <a:latin typeface="BIZ UDPゴシック" panose="020B0400000000000000" pitchFamily="50" charset="-128"/>
              <a:ea typeface="BIZ UDPゴシック" panose="020B0400000000000000" pitchFamily="50" charset="-128"/>
            </a:endParaRPr>
          </a:p>
        </p:txBody>
      </p:sp>
      <p:sp>
        <p:nvSpPr>
          <p:cNvPr id="27" name="テキスト ボックス 26">
            <a:extLst>
              <a:ext uri="{FF2B5EF4-FFF2-40B4-BE49-F238E27FC236}">
                <a16:creationId xmlns:a16="http://schemas.microsoft.com/office/drawing/2014/main" id="{E3BB534B-31A3-956C-BAC0-E6BEB13E90E9}"/>
              </a:ext>
            </a:extLst>
          </p:cNvPr>
          <p:cNvSpPr txBox="1"/>
          <p:nvPr/>
        </p:nvSpPr>
        <p:spPr bwMode="auto">
          <a:xfrm>
            <a:off x="7133339" y="3615619"/>
            <a:ext cx="1125329" cy="36933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  <a:spAutoFit/>
          </a:bodyPr>
          <a:lstStyle/>
          <a:p>
            <a:pPr algn="ctr"/>
            <a:r>
              <a:rPr kumimoji="1" lang="en-US" altLang="ja-JP" sz="1800" kern="0"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A.pptx</a:t>
            </a:r>
            <a:endParaRPr kumimoji="1" lang="ja-JP" altLang="en-US" sz="1800" kern="0">
              <a:latin typeface="BIZ UDPゴシック" panose="020B0400000000000000" pitchFamily="50" charset="-128"/>
              <a:ea typeface="BIZ UDPゴシック" panose="020B0400000000000000" pitchFamily="50" charset="-128"/>
            </a:endParaRPr>
          </a:p>
        </p:txBody>
      </p:sp>
      <p:sp>
        <p:nvSpPr>
          <p:cNvPr id="28" name="正方形/長方形 27">
            <a:extLst>
              <a:ext uri="{FF2B5EF4-FFF2-40B4-BE49-F238E27FC236}">
                <a16:creationId xmlns:a16="http://schemas.microsoft.com/office/drawing/2014/main" id="{6D589314-DC6C-6251-AC98-C40620A88850}"/>
              </a:ext>
            </a:extLst>
          </p:cNvPr>
          <p:cNvSpPr/>
          <p:nvPr/>
        </p:nvSpPr>
        <p:spPr bwMode="auto">
          <a:xfrm>
            <a:off x="7374788" y="5044020"/>
            <a:ext cx="642431" cy="303377"/>
          </a:xfrm>
          <a:prstGeom prst="rect">
            <a:avLst/>
          </a:prstGeom>
          <a:solidFill>
            <a:srgbClr val="FFFF00"/>
          </a:solidFill>
          <a:ln w="12700" cap="flat" cmpd="sng" algn="ctr">
            <a:solidFill>
              <a:schemeClr val="tx1">
                <a:lumMod val="75000"/>
                <a:lumOff val="2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none" lIns="90000" tIns="46800" rIns="90000" bIns="4680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1" lang="en-US" altLang="ja-JP" b="1" i="0" u="none" strike="noStrike" cap="none" normalizeH="0" baseline="0">
                <a:ln>
                  <a:noFill/>
                </a:ln>
                <a:effectLst/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A3</a:t>
            </a:r>
            <a:endParaRPr kumimoji="1" lang="ja-JP" altLang="en-US" b="1" i="0" u="none" strike="noStrike" cap="none" normalizeH="0" baseline="0" dirty="0">
              <a:ln>
                <a:noFill/>
              </a:ln>
              <a:effectLst/>
              <a:latin typeface="BIZ UDPゴシック" panose="020B0400000000000000" pitchFamily="50" charset="-128"/>
              <a:ea typeface="BIZ UDPゴシック" panose="020B0400000000000000" pitchFamily="50" charset="-128"/>
            </a:endParaRPr>
          </a:p>
        </p:txBody>
      </p:sp>
      <p:sp>
        <p:nvSpPr>
          <p:cNvPr id="29" name="正方形/長方形 28">
            <a:extLst>
              <a:ext uri="{FF2B5EF4-FFF2-40B4-BE49-F238E27FC236}">
                <a16:creationId xmlns:a16="http://schemas.microsoft.com/office/drawing/2014/main" id="{DC6DF76C-7DED-D07F-B949-A482042D12B9}"/>
              </a:ext>
            </a:extLst>
          </p:cNvPr>
          <p:cNvSpPr/>
          <p:nvPr/>
        </p:nvSpPr>
        <p:spPr bwMode="auto">
          <a:xfrm>
            <a:off x="7374788" y="5445071"/>
            <a:ext cx="642431" cy="303377"/>
          </a:xfrm>
          <a:prstGeom prst="rect">
            <a:avLst/>
          </a:prstGeom>
          <a:solidFill>
            <a:srgbClr val="FFFF00"/>
          </a:solidFill>
          <a:ln w="12700" cap="flat" cmpd="sng" algn="ctr">
            <a:solidFill>
              <a:schemeClr val="tx1">
                <a:lumMod val="75000"/>
                <a:lumOff val="2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none" lIns="90000" tIns="46800" rIns="90000" bIns="4680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1" lang="en-US" altLang="ja-JP" b="1" i="0" u="none" strike="noStrike" cap="none" normalizeH="0" baseline="0">
                <a:ln>
                  <a:noFill/>
                </a:ln>
                <a:effectLst/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A4</a:t>
            </a:r>
            <a:endParaRPr kumimoji="1" lang="ja-JP" altLang="en-US" b="1" i="0" u="none" strike="noStrike" cap="none" normalizeH="0" baseline="0" dirty="0">
              <a:ln>
                <a:noFill/>
              </a:ln>
              <a:effectLst/>
              <a:latin typeface="BIZ UDPゴシック" panose="020B0400000000000000" pitchFamily="50" charset="-128"/>
              <a:ea typeface="BIZ UDPゴシック" panose="020B0400000000000000" pitchFamily="50" charset="-128"/>
            </a:endParaRPr>
          </a:p>
        </p:txBody>
      </p:sp>
      <p:sp>
        <p:nvSpPr>
          <p:cNvPr id="30" name="正方形/長方形 29">
            <a:extLst>
              <a:ext uri="{FF2B5EF4-FFF2-40B4-BE49-F238E27FC236}">
                <a16:creationId xmlns:a16="http://schemas.microsoft.com/office/drawing/2014/main" id="{84CDBCC0-567D-74A2-310F-B8574D6714E8}"/>
              </a:ext>
            </a:extLst>
          </p:cNvPr>
          <p:cNvSpPr/>
          <p:nvPr/>
        </p:nvSpPr>
        <p:spPr bwMode="auto">
          <a:xfrm>
            <a:off x="9384999" y="4619444"/>
            <a:ext cx="879356" cy="675118"/>
          </a:xfrm>
          <a:prstGeom prst="rect">
            <a:avLst/>
          </a:prstGeom>
          <a:solidFill>
            <a:schemeClr val="bg1"/>
          </a:solidFill>
          <a:ln w="12700" cap="flat" cmpd="sng" algn="ctr">
            <a:solidFill>
              <a:schemeClr val="tx1">
                <a:lumMod val="75000"/>
                <a:lumOff val="2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none" lIns="90000" tIns="46800" rIns="90000" bIns="4680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1" lang="ja-JP" altLang="en-US" sz="2000" b="1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BIZ UDPゴシック" panose="020B0400000000000000" pitchFamily="50" charset="-128"/>
              <a:ea typeface="BIZ UDPゴシック" panose="020B0400000000000000" pitchFamily="50" charset="-128"/>
            </a:endParaRPr>
          </a:p>
        </p:txBody>
      </p:sp>
      <p:sp>
        <p:nvSpPr>
          <p:cNvPr id="31" name="正方形/長方形 30">
            <a:extLst>
              <a:ext uri="{FF2B5EF4-FFF2-40B4-BE49-F238E27FC236}">
                <a16:creationId xmlns:a16="http://schemas.microsoft.com/office/drawing/2014/main" id="{51AAA071-6551-C6A1-953F-1423C20493C4}"/>
              </a:ext>
            </a:extLst>
          </p:cNvPr>
          <p:cNvSpPr/>
          <p:nvPr/>
        </p:nvSpPr>
        <p:spPr bwMode="auto">
          <a:xfrm>
            <a:off x="9503462" y="4785374"/>
            <a:ext cx="642431" cy="303377"/>
          </a:xfrm>
          <a:prstGeom prst="rect">
            <a:avLst/>
          </a:prstGeom>
          <a:solidFill>
            <a:schemeClr val="accent3">
              <a:lumMod val="75000"/>
            </a:schemeClr>
          </a:solidFill>
          <a:ln w="12700" cap="flat" cmpd="sng" algn="ctr">
            <a:solidFill>
              <a:schemeClr val="tx1">
                <a:lumMod val="75000"/>
                <a:lumOff val="2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none" lIns="90000" tIns="46800" rIns="90000" bIns="46800" numCol="1" rtlCol="0" anchor="ctr" anchorCtr="0" compatLnSpc="1">
            <a:prstTxWarp prst="textNoShape">
              <a:avLst/>
            </a:prstTxWarp>
          </a:bodyPr>
          <a:lstStyle/>
          <a:p>
            <a:pPr algn="ctr" eaLnBrk="1" hangingPunct="1"/>
            <a:r>
              <a:rPr lang="en-US" altLang="ja-JP"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B1</a:t>
            </a:r>
            <a:endParaRPr lang="ja-JP" altLang="en-US" dirty="0">
              <a:latin typeface="BIZ UDPゴシック" panose="020B0400000000000000" pitchFamily="50" charset="-128"/>
              <a:ea typeface="BIZ UDPゴシック" panose="020B0400000000000000" pitchFamily="50" charset="-128"/>
            </a:endParaRPr>
          </a:p>
        </p:txBody>
      </p:sp>
      <p:sp>
        <p:nvSpPr>
          <p:cNvPr id="32" name="テキスト ボックス 31">
            <a:extLst>
              <a:ext uri="{FF2B5EF4-FFF2-40B4-BE49-F238E27FC236}">
                <a16:creationId xmlns:a16="http://schemas.microsoft.com/office/drawing/2014/main" id="{58A31171-D350-B3F1-6642-1464AAA61766}"/>
              </a:ext>
            </a:extLst>
          </p:cNvPr>
          <p:cNvSpPr txBox="1"/>
          <p:nvPr/>
        </p:nvSpPr>
        <p:spPr bwMode="auto">
          <a:xfrm>
            <a:off x="9262013" y="4241731"/>
            <a:ext cx="1125329" cy="36933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  <a:spAutoFit/>
          </a:bodyPr>
          <a:lstStyle/>
          <a:p>
            <a:pPr algn="ctr"/>
            <a:r>
              <a:rPr lang="en-US" altLang="ja-JP" sz="1800" kern="0"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B</a:t>
            </a:r>
            <a:r>
              <a:rPr kumimoji="1" lang="en-US" altLang="ja-JP" sz="1800" kern="0"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.pptx</a:t>
            </a:r>
            <a:endParaRPr kumimoji="1" lang="ja-JP" altLang="en-US" sz="1800" kern="0">
              <a:latin typeface="BIZ UDPゴシック" panose="020B0400000000000000" pitchFamily="50" charset="-128"/>
              <a:ea typeface="BIZ UDPゴシック" panose="020B0400000000000000" pitchFamily="50" charset="-128"/>
            </a:endParaRPr>
          </a:p>
        </p:txBody>
      </p:sp>
      <p:cxnSp>
        <p:nvCxnSpPr>
          <p:cNvPr id="34" name="直線矢印コネクタ 33">
            <a:extLst>
              <a:ext uri="{FF2B5EF4-FFF2-40B4-BE49-F238E27FC236}">
                <a16:creationId xmlns:a16="http://schemas.microsoft.com/office/drawing/2014/main" id="{08F192B4-BFAB-447D-7436-E22D77B4FE5F}"/>
              </a:ext>
            </a:extLst>
          </p:cNvPr>
          <p:cNvCxnSpPr>
            <a:cxnSpLocks/>
            <a:stCxn id="31" idx="1"/>
          </p:cNvCxnSpPr>
          <p:nvPr/>
        </p:nvCxnSpPr>
        <p:spPr bwMode="auto">
          <a:xfrm flipH="1">
            <a:off x="7752184" y="4937063"/>
            <a:ext cx="1751278" cy="22405"/>
          </a:xfrm>
          <a:prstGeom prst="straightConnector1">
            <a:avLst/>
          </a:prstGeom>
          <a:solidFill>
            <a:srgbClr val="CCFFFF"/>
          </a:solidFill>
          <a:ln w="38100" cap="flat" cmpd="sng" algn="ctr">
            <a:solidFill>
              <a:schemeClr val="accent2"/>
            </a:solidFill>
            <a:prstDash val="solid"/>
            <a:round/>
            <a:headEnd type="none" w="med" len="med"/>
            <a:tailEnd type="triangle"/>
          </a:ln>
          <a:effectLst/>
        </p:spPr>
      </p:cxnSp>
      <p:sp>
        <p:nvSpPr>
          <p:cNvPr id="39" name="テキスト ボックス 38">
            <a:extLst>
              <a:ext uri="{FF2B5EF4-FFF2-40B4-BE49-F238E27FC236}">
                <a16:creationId xmlns:a16="http://schemas.microsoft.com/office/drawing/2014/main" id="{9B5ED906-A788-B537-07CB-C3F1D90DE46B}"/>
              </a:ext>
            </a:extLst>
          </p:cNvPr>
          <p:cNvSpPr txBox="1"/>
          <p:nvPr/>
        </p:nvSpPr>
        <p:spPr bwMode="auto">
          <a:xfrm>
            <a:off x="8626607" y="3804935"/>
            <a:ext cx="2718844" cy="40011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  <a:spAutoFit/>
          </a:bodyPr>
          <a:lstStyle/>
          <a:p>
            <a:pPr algn="l"/>
            <a:r>
              <a:rPr kumimoji="1" lang="ja-JP" altLang="en-US" kern="0"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途中に差し込みたい</a:t>
            </a:r>
          </a:p>
        </p:txBody>
      </p:sp>
      <p:sp>
        <p:nvSpPr>
          <p:cNvPr id="5" name="正方形/長方形 4">
            <a:extLst>
              <a:ext uri="{FF2B5EF4-FFF2-40B4-BE49-F238E27FC236}">
                <a16:creationId xmlns:a16="http://schemas.microsoft.com/office/drawing/2014/main" id="{D2CC5436-AA9D-0B4E-4384-DD7BBD34D82E}"/>
              </a:ext>
            </a:extLst>
          </p:cNvPr>
          <p:cNvSpPr/>
          <p:nvPr/>
        </p:nvSpPr>
        <p:spPr bwMode="auto">
          <a:xfrm>
            <a:off x="9624392" y="195005"/>
            <a:ext cx="2241696" cy="499264"/>
          </a:xfrm>
          <a:prstGeom prst="rect">
            <a:avLst/>
          </a:prstGeom>
          <a:solidFill>
            <a:srgbClr val="FFFF00"/>
          </a:solidFill>
          <a:ln w="12700" cap="flat" cmpd="sng" algn="ctr">
            <a:solidFill>
              <a:schemeClr val="tx1">
                <a:lumMod val="75000"/>
                <a:lumOff val="2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90000" tIns="46800" rIns="90000" bIns="46800" numCol="1" rtlCol="0" anchor="ctr" anchorCtr="0" compatLnSpc="1">
            <a:prstTxWarp prst="textNoShape">
              <a:avLst/>
            </a:prstTxWarp>
          </a:bodyPr>
          <a:lstStyle/>
          <a:p>
            <a:pPr algn="ctr" eaLnBrk="1" hangingPunct="1"/>
            <a:r>
              <a:rPr lang="fr-FR" altLang="ja-JP" sz="1100"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&lt;__FILENAME__&gt;</a:t>
            </a:r>
            <a:endParaRPr kumimoji="1" lang="ja-JP" altLang="en-US" sz="1100" b="1" i="0" u="none" strike="noStrike" cap="none" normalizeH="0" baseline="0" dirty="0">
              <a:ln>
                <a:noFill/>
              </a:ln>
              <a:effectLst/>
              <a:latin typeface="BIZ UDPゴシック" panose="020B0400000000000000" pitchFamily="50" charset="-128"/>
              <a:ea typeface="BIZ UDPゴシック" panose="020B0400000000000000" pitchFamily="50" charset="-128"/>
            </a:endParaRPr>
          </a:p>
        </p:txBody>
      </p:sp>
    </p:spTree>
    <p:extLst>
      <p:ext uri="{BB962C8B-B14F-4D97-AF65-F5344CB8AC3E}">
        <p14:creationId xmlns:p14="http://schemas.microsoft.com/office/powerpoint/2010/main" val="349297471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5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/>
    </p:bld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A2B8CEF-EB1F-92D8-20E7-01D60BF2406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exportrange">
            <a:extLst>
              <a:ext uri="{FF2B5EF4-FFF2-40B4-BE49-F238E27FC236}">
                <a16:creationId xmlns:a16="http://schemas.microsoft.com/office/drawing/2014/main" id="{73437974-4F0D-4284-ADA9-D66DB2000A61}"/>
              </a:ext>
            </a:extLst>
          </p:cNvPr>
          <p:cNvSpPr/>
          <p:nvPr/>
        </p:nvSpPr>
        <p:spPr bwMode="auto">
          <a:xfrm>
            <a:off x="623391" y="1124744"/>
            <a:ext cx="10729193" cy="5447546"/>
          </a:xfrm>
          <a:prstGeom prst="rect">
            <a:avLst/>
          </a:prstGeom>
          <a:solidFill>
            <a:schemeClr val="bg1"/>
          </a:solidFill>
          <a:ln w="12700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none" lIns="90000" tIns="46800" rIns="90000" bIns="4680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1" lang="ja-JP" altLang="en-US" sz="2000" b="1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BIZ UDPゴシック" panose="020B0400000000000000" pitchFamily="50" charset="-128"/>
              <a:ea typeface="BIZ UDPゴシック" panose="020B0400000000000000" pitchFamily="50" charset="-128"/>
            </a:endParaRPr>
          </a:p>
        </p:txBody>
      </p:sp>
      <p:sp>
        <p:nvSpPr>
          <p:cNvPr id="6" name="正方形/長方形 5">
            <a:extLst>
              <a:ext uri="{FF2B5EF4-FFF2-40B4-BE49-F238E27FC236}">
                <a16:creationId xmlns:a16="http://schemas.microsoft.com/office/drawing/2014/main" id="{E7E72456-A560-97A2-35B8-97B38DB20E81}"/>
              </a:ext>
            </a:extLst>
          </p:cNvPr>
          <p:cNvSpPr/>
          <p:nvPr/>
        </p:nvSpPr>
        <p:spPr bwMode="auto">
          <a:xfrm>
            <a:off x="925138" y="1240010"/>
            <a:ext cx="10067406" cy="2188990"/>
          </a:xfrm>
          <a:prstGeom prst="rect">
            <a:avLst/>
          </a:prstGeom>
          <a:solidFill>
            <a:schemeClr val="bg1"/>
          </a:solidFill>
          <a:ln w="12700" cap="flat" cmpd="sng" algn="ctr">
            <a:solidFill>
              <a:schemeClr val="tx1">
                <a:lumMod val="75000"/>
                <a:lumOff val="2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none" lIns="90000" tIns="46800" rIns="90000" bIns="46800" numCol="1" rtlCol="0" anchor="ctr" anchorCtr="0" compatLnSpc="1">
            <a:prstTxWarp prst="textNoShape">
              <a:avLst/>
            </a:prstTxWarp>
          </a:bodyPr>
          <a:lstStyle/>
          <a:p>
            <a:r>
              <a:rPr lang="en-US" altLang="ja-JP" sz="1600"/>
              <a:t>procedure:</a:t>
            </a:r>
          </a:p>
          <a:p>
            <a:r>
              <a:rPr lang="en-US" altLang="ja-JP" sz="1600"/>
              <a:t>  - operation: insertpptx</a:t>
            </a:r>
          </a:p>
          <a:p>
            <a:r>
              <a:rPr lang="en-US" altLang="ja-JP" sz="1600"/>
              <a:t>    pptxfilename: splitted_insertion_guide.pptx</a:t>
            </a:r>
          </a:p>
          <a:p>
            <a:r>
              <a:rPr lang="en-US" altLang="ja-JP" sz="1600"/>
              <a:t>    </a:t>
            </a:r>
            <a:r>
              <a:rPr lang="en-US" altLang="ja-JP" sz="1600">
                <a:solidFill>
                  <a:srgbClr val="FF0000"/>
                </a:solidFill>
              </a:rPr>
              <a:t>slides: 1-2</a:t>
            </a:r>
          </a:p>
          <a:p>
            <a:endParaRPr lang="en-US" altLang="ja-JP" sz="1600"/>
          </a:p>
          <a:p>
            <a:r>
              <a:rPr lang="en-US" altLang="ja-JP" sz="1600"/>
              <a:t>  - operation: insertpptx</a:t>
            </a:r>
          </a:p>
          <a:p>
            <a:r>
              <a:rPr lang="en-US" altLang="ja-JP" sz="1600"/>
              <a:t>    pptxfilename: splitted_insertion_guide.pptx</a:t>
            </a:r>
          </a:p>
          <a:p>
            <a:r>
              <a:rPr lang="en-US" altLang="ja-JP" sz="1600"/>
              <a:t>    </a:t>
            </a:r>
            <a:r>
              <a:rPr lang="en-US" altLang="ja-JP" sz="1600">
                <a:solidFill>
                  <a:srgbClr val="FF0000"/>
                </a:solidFill>
              </a:rPr>
              <a:t>slides: 3,4</a:t>
            </a:r>
          </a:p>
        </p:txBody>
      </p:sp>
      <p:sp>
        <p:nvSpPr>
          <p:cNvPr id="2" name="タイトル 1">
            <a:extLst>
              <a:ext uri="{FF2B5EF4-FFF2-40B4-BE49-F238E27FC236}">
                <a16:creationId xmlns:a16="http://schemas.microsoft.com/office/drawing/2014/main" id="{2F4A9151-DA4C-B15B-54CA-D35D3D81B77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ja-JP" altLang="en-US"/>
              <a:t>結合指示書サンプル</a:t>
            </a:r>
            <a:endParaRPr kumimoji="1" lang="ja-JP" altLang="en-US"/>
          </a:p>
        </p:txBody>
      </p:sp>
      <p:sp>
        <p:nvSpPr>
          <p:cNvPr id="3" name="フッター プレースホルダー 2">
            <a:extLst>
              <a:ext uri="{FF2B5EF4-FFF2-40B4-BE49-F238E27FC236}">
                <a16:creationId xmlns:a16="http://schemas.microsoft.com/office/drawing/2014/main" id="{B7C458A0-5F70-95B8-9097-58CA8CE1AFE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altLang="ja-JP"/>
              <a:t>Copyright 2026 </a:t>
            </a:r>
            <a:r>
              <a:rPr lang="ja-JP" altLang="en-US"/>
              <a:t>アイデアクラフト 開米瑞浩</a:t>
            </a:r>
            <a:endParaRPr lang="ja-JP" altLang="en-US" dirty="0"/>
          </a:p>
        </p:txBody>
      </p:sp>
      <p:cxnSp>
        <p:nvCxnSpPr>
          <p:cNvPr id="8" name="直線矢印コネクタ 7">
            <a:extLst>
              <a:ext uri="{FF2B5EF4-FFF2-40B4-BE49-F238E27FC236}">
                <a16:creationId xmlns:a16="http://schemas.microsoft.com/office/drawing/2014/main" id="{105B7A23-F61B-F203-AE22-573E3D2A2931}"/>
              </a:ext>
            </a:extLst>
          </p:cNvPr>
          <p:cNvCxnSpPr>
            <a:cxnSpLocks/>
          </p:cNvCxnSpPr>
          <p:nvPr/>
        </p:nvCxnSpPr>
        <p:spPr bwMode="auto">
          <a:xfrm flipH="1">
            <a:off x="2567608" y="2200672"/>
            <a:ext cx="3810040" cy="0"/>
          </a:xfrm>
          <a:prstGeom prst="straightConnector1">
            <a:avLst/>
          </a:prstGeom>
          <a:solidFill>
            <a:srgbClr val="CCFFFF"/>
          </a:solidFill>
          <a:ln w="28575" cap="flat" cmpd="sng" algn="ctr">
            <a:solidFill>
              <a:schemeClr val="accent2"/>
            </a:solidFill>
            <a:prstDash val="solid"/>
            <a:round/>
            <a:headEnd type="none" w="med" len="med"/>
            <a:tailEnd type="triangle"/>
          </a:ln>
          <a:effectLst/>
        </p:spPr>
      </p:cxnSp>
      <p:sp>
        <p:nvSpPr>
          <p:cNvPr id="13" name="テキスト ボックス 12">
            <a:extLst>
              <a:ext uri="{FF2B5EF4-FFF2-40B4-BE49-F238E27FC236}">
                <a16:creationId xmlns:a16="http://schemas.microsoft.com/office/drawing/2014/main" id="{F21F8D47-3F8E-C9C5-EAB9-38673A30248E}"/>
              </a:ext>
            </a:extLst>
          </p:cNvPr>
          <p:cNvSpPr txBox="1"/>
          <p:nvPr/>
        </p:nvSpPr>
        <p:spPr bwMode="auto">
          <a:xfrm>
            <a:off x="6377648" y="1822251"/>
            <a:ext cx="3744416" cy="58477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  <a:spAutoFit/>
          </a:bodyPr>
          <a:lstStyle/>
          <a:p>
            <a:pPr algn="l"/>
            <a:r>
              <a:rPr kumimoji="1" lang="en-US" altLang="ja-JP" sz="1600" kern="0">
                <a:solidFill>
                  <a:srgbClr val="FF0000"/>
                </a:solidFill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insertpptx </a:t>
            </a:r>
            <a:r>
              <a:rPr kumimoji="1" lang="ja-JP" altLang="en-US" sz="1600" kern="0">
                <a:solidFill>
                  <a:srgbClr val="FF0000"/>
                </a:solidFill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に、パラメタ </a:t>
            </a:r>
            <a:r>
              <a:rPr kumimoji="1" lang="en-US" altLang="ja-JP" sz="1600" kern="0">
                <a:solidFill>
                  <a:srgbClr val="FF0000"/>
                </a:solidFill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slides </a:t>
            </a:r>
            <a:r>
              <a:rPr kumimoji="1" lang="ja-JP" altLang="en-US" sz="1600" kern="0">
                <a:solidFill>
                  <a:srgbClr val="FF0000"/>
                </a:solidFill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を追加して選択範囲を指定する</a:t>
            </a:r>
          </a:p>
        </p:txBody>
      </p:sp>
      <p:pic>
        <p:nvPicPr>
          <p:cNvPr id="9" name="図 8">
            <a:extLst>
              <a:ext uri="{FF2B5EF4-FFF2-40B4-BE49-F238E27FC236}">
                <a16:creationId xmlns:a16="http://schemas.microsoft.com/office/drawing/2014/main" id="{99F333FF-8569-7313-6E87-163AA58E19B4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927648" y="3573016"/>
            <a:ext cx="7410440" cy="2884201"/>
          </a:xfrm>
          <a:prstGeom prst="rect">
            <a:avLst/>
          </a:prstGeom>
        </p:spPr>
      </p:pic>
      <p:sp>
        <p:nvSpPr>
          <p:cNvPr id="12" name="テキスト ボックス 11">
            <a:extLst>
              <a:ext uri="{FF2B5EF4-FFF2-40B4-BE49-F238E27FC236}">
                <a16:creationId xmlns:a16="http://schemas.microsoft.com/office/drawing/2014/main" id="{DBCEB89F-5E6B-B21C-0BEF-EE2DC620CFAA}"/>
              </a:ext>
            </a:extLst>
          </p:cNvPr>
          <p:cNvSpPr txBox="1"/>
          <p:nvPr/>
        </p:nvSpPr>
        <p:spPr bwMode="auto">
          <a:xfrm>
            <a:off x="1127448" y="4665178"/>
            <a:ext cx="1668952" cy="36933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  <a:spAutoFit/>
          </a:bodyPr>
          <a:lstStyle/>
          <a:p>
            <a:pPr algn="l"/>
            <a:r>
              <a:rPr kumimoji="1" lang="ja-JP" altLang="en-US" sz="1800" kern="0"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範囲指定書式</a:t>
            </a:r>
          </a:p>
        </p:txBody>
      </p:sp>
      <p:sp>
        <p:nvSpPr>
          <p:cNvPr id="4" name="正方形/長方形 3">
            <a:extLst>
              <a:ext uri="{FF2B5EF4-FFF2-40B4-BE49-F238E27FC236}">
                <a16:creationId xmlns:a16="http://schemas.microsoft.com/office/drawing/2014/main" id="{46444073-CB54-389D-2D9A-7490F9E1E707}"/>
              </a:ext>
            </a:extLst>
          </p:cNvPr>
          <p:cNvSpPr/>
          <p:nvPr/>
        </p:nvSpPr>
        <p:spPr bwMode="auto">
          <a:xfrm>
            <a:off x="9624392" y="195005"/>
            <a:ext cx="2241696" cy="499264"/>
          </a:xfrm>
          <a:prstGeom prst="rect">
            <a:avLst/>
          </a:prstGeom>
          <a:solidFill>
            <a:srgbClr val="FFFF00"/>
          </a:solidFill>
          <a:ln w="12700" cap="flat" cmpd="sng" algn="ctr">
            <a:solidFill>
              <a:schemeClr val="tx1">
                <a:lumMod val="75000"/>
                <a:lumOff val="2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90000" tIns="46800" rIns="90000" bIns="46800" numCol="1" rtlCol="0" anchor="ctr" anchorCtr="0" compatLnSpc="1">
            <a:prstTxWarp prst="textNoShape">
              <a:avLst/>
            </a:prstTxWarp>
          </a:bodyPr>
          <a:lstStyle/>
          <a:p>
            <a:pPr algn="ctr" eaLnBrk="1" hangingPunct="1"/>
            <a:r>
              <a:rPr lang="fr-FR" altLang="ja-JP" sz="1100"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&lt;__FILENAME__&gt;</a:t>
            </a:r>
            <a:endParaRPr kumimoji="1" lang="ja-JP" altLang="en-US" sz="1100" b="1" i="0" u="none" strike="noStrike" cap="none" normalizeH="0" baseline="0" dirty="0">
              <a:ln>
                <a:noFill/>
              </a:ln>
              <a:effectLst/>
              <a:latin typeface="BIZ UDPゴシック" panose="020B0400000000000000" pitchFamily="50" charset="-128"/>
              <a:ea typeface="BIZ UDPゴシック" panose="020B0400000000000000" pitchFamily="50" charset="-128"/>
            </a:endParaRPr>
          </a:p>
        </p:txBody>
      </p:sp>
    </p:spTree>
    <p:extLst>
      <p:ext uri="{BB962C8B-B14F-4D97-AF65-F5344CB8AC3E}">
        <p14:creationId xmlns:p14="http://schemas.microsoft.com/office/powerpoint/2010/main" val="241920389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5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/>
    </p:bldLst>
  </p:timing>
</p:sld>
</file>

<file path=ppt/theme/theme1.xml><?xml version="1.0" encoding="utf-8"?>
<a:theme xmlns:a="http://schemas.openxmlformats.org/drawingml/2006/main" name="Edge">
  <a:themeElements>
    <a:clrScheme name="ユーザー定義 1">
      <a:dk1>
        <a:srgbClr val="292929"/>
      </a:dk1>
      <a:lt1>
        <a:sysClr val="window" lastClr="FFFFFF"/>
      </a:lt1>
      <a:dk2>
        <a:srgbClr val="244242"/>
      </a:dk2>
      <a:lt2>
        <a:srgbClr val="FFFFFF"/>
      </a:lt2>
      <a:accent1>
        <a:srgbClr val="51BD9C"/>
      </a:accent1>
      <a:accent2>
        <a:srgbClr val="FF2121"/>
      </a:accent2>
      <a:accent3>
        <a:srgbClr val="A3E3B1"/>
      </a:accent3>
      <a:accent4>
        <a:srgbClr val="FFE8B3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ユーザー定義 1">
      <a:majorFont>
        <a:latin typeface="Calibri"/>
        <a:ea typeface="メイリオ"/>
        <a:cs typeface=""/>
      </a:majorFont>
      <a:minorFont>
        <a:latin typeface="Calibri"/>
        <a:ea typeface="メイリオ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 bwMode="auto">
        <a:solidFill>
          <a:schemeClr val="bg1"/>
        </a:solidFill>
        <a:ln w="12700" cap="flat" cmpd="sng" algn="ctr">
          <a:solidFill>
            <a:schemeClr val="tx1">
              <a:lumMod val="75000"/>
              <a:lumOff val="25000"/>
            </a:schemeClr>
          </a:solidFill>
          <a:prstDash val="solid"/>
          <a:round/>
          <a:headEnd type="none" w="med" len="med"/>
          <a:tailEnd type="none" w="med" len="med"/>
        </a:ln>
        <a:effectLst/>
      </a:spPr>
      <a:bodyPr vert="horz" wrap="none" lIns="90000" tIns="46800" rIns="90000" bIns="46800" numCol="1" rtlCol="0" anchor="ctr" anchorCtr="0" compatLnSpc="1">
        <a:prstTxWarp prst="textNoShape">
          <a:avLst/>
        </a:prstTxWarp>
      </a:bodyPr>
      <a:lstStyle>
        <a:defPPr marL="0" marR="0" indent="0" algn="ctr" defTabSz="914400" rtl="0" eaLnBrk="1" fontAlgn="base" latinLnBrk="0" hangingPunct="1">
          <a:lnSpc>
            <a:spcPct val="100000"/>
          </a:lnSpc>
          <a:spcBef>
            <a:spcPct val="0"/>
          </a:spcBef>
          <a:spcAft>
            <a:spcPct val="0"/>
          </a:spcAft>
          <a:buClrTx/>
          <a:buSzTx/>
          <a:buFontTx/>
          <a:buNone/>
          <a:tabLst/>
          <a:defRPr kumimoji="1" sz="2000" b="1" i="0" u="none" strike="noStrike" cap="none" normalizeH="0" baseline="0" dirty="0">
            <a:ln>
              <a:noFill/>
            </a:ln>
            <a:solidFill>
              <a:schemeClr val="tx1"/>
            </a:solidFill>
            <a:effectLst/>
            <a:latin typeface="BIZ UDPゴシック" panose="020B0400000000000000" pitchFamily="50" charset="-128"/>
            <a:ea typeface="BIZ UDPゴシック" panose="020B0400000000000000" pitchFamily="50" charset="-128"/>
          </a:defRPr>
        </a:defPPr>
      </a:lstStyle>
    </a:spDef>
    <a:lnDef>
      <a:spPr bwMode="auto">
        <a:solidFill>
          <a:srgbClr val="CCFFFF"/>
        </a:solidFill>
        <a:ln w="28575" cap="flat" cmpd="sng" algn="ctr">
          <a:solidFill>
            <a:schemeClr val="tx1">
              <a:lumMod val="75000"/>
              <a:lumOff val="25000"/>
            </a:schemeClr>
          </a:solidFill>
          <a:prstDash val="solid"/>
          <a:round/>
          <a:headEnd type="none" w="med" len="med"/>
          <a:tailEnd type="triangle"/>
        </a:ln>
        <a:effectLst/>
      </a:spPr>
      <a:bodyPr/>
      <a:lstStyle/>
    </a:lnDef>
    <a:txDef>
      <a:spPr bwMode="auto">
        <a:noFill/>
        <a:ln>
          <a:noFill/>
        </a:ln>
        <a:extLst>
          <a:ext uri="{909E8E84-426E-40DD-AFC4-6F175D3DCCD1}">
            <a14:hiddenFill xmlns:a14="http://schemas.microsoft.com/office/drawing/2010/main">
              <a:solidFill>
                <a:srgbClr val="FFFFFF"/>
              </a:solidFill>
            </a14:hiddenFill>
          </a:ext>
          <a:ext uri="{91240B29-F687-4F45-9708-019B960494DF}">
            <a14:hiddenLine xmlns:a14="http://schemas.microsoft.com/office/drawing/2010/main" w="9525">
              <a:solidFill>
                <a:srgbClr val="000000"/>
              </a:solidFill>
              <a:miter lim="800000"/>
              <a:headEnd/>
              <a:tailEnd/>
            </a14:hiddenLine>
          </a:ext>
        </a:extLst>
      </a:spPr>
      <a:bodyPr vert="horz" wrap="square" lIns="91440" tIns="45720" rIns="91440" bIns="45720" numCol="1" rtlCol="0" anchor="t" anchorCtr="0" compatLnSpc="1">
        <a:prstTxWarp prst="textNoShape">
          <a:avLst/>
        </a:prstTxWarp>
        <a:spAutoFit/>
      </a:bodyPr>
      <a:lstStyle>
        <a:defPPr algn="l">
          <a:defRPr kumimoji="1" sz="1800" kern="0" smtClean="0">
            <a:latin typeface="BIZ UDPゴシック" panose="020B0400000000000000" pitchFamily="50" charset="-128"/>
            <a:ea typeface="BIZ UDPゴシック" panose="020B0400000000000000" pitchFamily="50" charset="-128"/>
          </a:defRPr>
        </a:defPPr>
      </a:lstStyle>
    </a:txDef>
  </a:objectDefaults>
  <a:extraClrSchemeLst>
    <a:extraClrScheme>
      <a:clrScheme name="Edge 1">
        <a:dk1>
          <a:srgbClr val="333333"/>
        </a:dk1>
        <a:lt1>
          <a:srgbClr val="FFFFFF"/>
        </a:lt1>
        <a:dk2>
          <a:srgbClr val="820000"/>
        </a:dk2>
        <a:lt2>
          <a:srgbClr val="FFFFFF"/>
        </a:lt2>
        <a:accent1>
          <a:srgbClr val="FF9900"/>
        </a:accent1>
        <a:accent2>
          <a:srgbClr val="CC3300"/>
        </a:accent2>
        <a:accent3>
          <a:srgbClr val="C1AAAA"/>
        </a:accent3>
        <a:accent4>
          <a:srgbClr val="DADADA"/>
        </a:accent4>
        <a:accent5>
          <a:srgbClr val="FFCAAA"/>
        </a:accent5>
        <a:accent6>
          <a:srgbClr val="B92D00"/>
        </a:accent6>
        <a:hlink>
          <a:srgbClr val="808080"/>
        </a:hlink>
        <a:folHlink>
          <a:srgbClr val="666633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Edge 2">
        <a:dk1>
          <a:srgbClr val="333333"/>
        </a:dk1>
        <a:lt1>
          <a:srgbClr val="CCCCFF"/>
        </a:lt1>
        <a:dk2>
          <a:srgbClr val="0B0506"/>
        </a:dk2>
        <a:lt2>
          <a:srgbClr val="FFFFFF"/>
        </a:lt2>
        <a:accent1>
          <a:srgbClr val="3366CC"/>
        </a:accent1>
        <a:accent2>
          <a:srgbClr val="3333CC"/>
        </a:accent2>
        <a:accent3>
          <a:srgbClr val="AAAAAA"/>
        </a:accent3>
        <a:accent4>
          <a:srgbClr val="AEAEDA"/>
        </a:accent4>
        <a:accent5>
          <a:srgbClr val="ADB8E2"/>
        </a:accent5>
        <a:accent6>
          <a:srgbClr val="2D2DB9"/>
        </a:accent6>
        <a:hlink>
          <a:srgbClr val="808080"/>
        </a:hlink>
        <a:folHlink>
          <a:srgbClr val="666633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Edge 3">
        <a:dk1>
          <a:srgbClr val="333333"/>
        </a:dk1>
        <a:lt1>
          <a:srgbClr val="FFFFFF"/>
        </a:lt1>
        <a:dk2>
          <a:srgbClr val="221013"/>
        </a:dk2>
        <a:lt2>
          <a:srgbClr val="FFFFFF"/>
        </a:lt2>
        <a:accent1>
          <a:srgbClr val="CC3300"/>
        </a:accent1>
        <a:accent2>
          <a:srgbClr val="CC9900"/>
        </a:accent2>
        <a:accent3>
          <a:srgbClr val="ABAAAA"/>
        </a:accent3>
        <a:accent4>
          <a:srgbClr val="DADADA"/>
        </a:accent4>
        <a:accent5>
          <a:srgbClr val="E2ADAA"/>
        </a:accent5>
        <a:accent6>
          <a:srgbClr val="B98A00"/>
        </a:accent6>
        <a:hlink>
          <a:srgbClr val="808080"/>
        </a:hlink>
        <a:folHlink>
          <a:srgbClr val="666633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Edge 4">
        <a:dk1>
          <a:srgbClr val="11054B"/>
        </a:dk1>
        <a:lt1>
          <a:srgbClr val="FFFFFF"/>
        </a:lt1>
        <a:dk2>
          <a:srgbClr val="0000CC"/>
        </a:dk2>
        <a:lt2>
          <a:srgbClr val="FFFFFF"/>
        </a:lt2>
        <a:accent1>
          <a:srgbClr val="FF6600"/>
        </a:accent1>
        <a:accent2>
          <a:srgbClr val="FF3300"/>
        </a:accent2>
        <a:accent3>
          <a:srgbClr val="AAAAE2"/>
        </a:accent3>
        <a:accent4>
          <a:srgbClr val="DADADA"/>
        </a:accent4>
        <a:accent5>
          <a:srgbClr val="FFB8AA"/>
        </a:accent5>
        <a:accent6>
          <a:srgbClr val="E72D00"/>
        </a:accent6>
        <a:hlink>
          <a:srgbClr val="CC9900"/>
        </a:hlink>
        <a:folHlink>
          <a:srgbClr val="B2B2B2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Edge 5">
        <a:dk1>
          <a:srgbClr val="9B8D65"/>
        </a:dk1>
        <a:lt1>
          <a:srgbClr val="F8F8F8"/>
        </a:lt1>
        <a:dk2>
          <a:srgbClr val="002600"/>
        </a:dk2>
        <a:lt2>
          <a:srgbClr val="FAFACC"/>
        </a:lt2>
        <a:accent1>
          <a:srgbClr val="CC9933"/>
        </a:accent1>
        <a:accent2>
          <a:srgbClr val="8F9967"/>
        </a:accent2>
        <a:accent3>
          <a:srgbClr val="AAACAA"/>
        </a:accent3>
        <a:accent4>
          <a:srgbClr val="D4D4D4"/>
        </a:accent4>
        <a:accent5>
          <a:srgbClr val="E2CAAD"/>
        </a:accent5>
        <a:accent6>
          <a:srgbClr val="818A5D"/>
        </a:accent6>
        <a:hlink>
          <a:srgbClr val="336600"/>
        </a:hlink>
        <a:folHlink>
          <a:srgbClr val="808000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Edge 6">
        <a:dk1>
          <a:srgbClr val="333333"/>
        </a:dk1>
        <a:lt1>
          <a:srgbClr val="FFFFFF"/>
        </a:lt1>
        <a:dk2>
          <a:srgbClr val="006699"/>
        </a:dk2>
        <a:lt2>
          <a:srgbClr val="FFFFFF"/>
        </a:lt2>
        <a:accent1>
          <a:srgbClr val="CC9900"/>
        </a:accent1>
        <a:accent2>
          <a:srgbClr val="FF9900"/>
        </a:accent2>
        <a:accent3>
          <a:srgbClr val="AAB8CA"/>
        </a:accent3>
        <a:accent4>
          <a:srgbClr val="DADADA"/>
        </a:accent4>
        <a:accent5>
          <a:srgbClr val="E2CAAA"/>
        </a:accent5>
        <a:accent6>
          <a:srgbClr val="E78A00"/>
        </a:accent6>
        <a:hlink>
          <a:srgbClr val="FFCC00"/>
        </a:hlink>
        <a:folHlink>
          <a:srgbClr val="706F37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Edge 7">
        <a:dk1>
          <a:srgbClr val="000000"/>
        </a:dk1>
        <a:lt1>
          <a:srgbClr val="FFFFFF"/>
        </a:lt1>
        <a:dk2>
          <a:srgbClr val="006633"/>
        </a:dk2>
        <a:lt2>
          <a:srgbClr val="5F5F5F"/>
        </a:lt2>
        <a:accent1>
          <a:srgbClr val="CC9900"/>
        </a:accent1>
        <a:accent2>
          <a:srgbClr val="3B812F"/>
        </a:accent2>
        <a:accent3>
          <a:srgbClr val="FFFFFF"/>
        </a:accent3>
        <a:accent4>
          <a:srgbClr val="000000"/>
        </a:accent4>
        <a:accent5>
          <a:srgbClr val="E2CAAA"/>
        </a:accent5>
        <a:accent6>
          <a:srgbClr val="35742A"/>
        </a:accent6>
        <a:hlink>
          <a:srgbClr val="996600"/>
        </a:hlink>
        <a:folHlink>
          <a:srgbClr val="AFBF39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Edge 8">
        <a:dk1>
          <a:srgbClr val="000000"/>
        </a:dk1>
        <a:lt1>
          <a:srgbClr val="FFFFFF"/>
        </a:lt1>
        <a:dk2>
          <a:srgbClr val="CC0000"/>
        </a:dk2>
        <a:lt2>
          <a:srgbClr val="666699"/>
        </a:lt2>
        <a:accent1>
          <a:srgbClr val="808080"/>
        </a:accent1>
        <a:accent2>
          <a:srgbClr val="999933"/>
        </a:accent2>
        <a:accent3>
          <a:srgbClr val="FFFFFF"/>
        </a:accent3>
        <a:accent4>
          <a:srgbClr val="000000"/>
        </a:accent4>
        <a:accent5>
          <a:srgbClr val="C0C0C0"/>
        </a:accent5>
        <a:accent6>
          <a:srgbClr val="8A8A2D"/>
        </a:accent6>
        <a:hlink>
          <a:srgbClr val="4C6D80"/>
        </a:hlink>
        <a:folHlink>
          <a:srgbClr val="B2B2B2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Edge 9">
        <a:dk1>
          <a:srgbClr val="000000"/>
        </a:dk1>
        <a:lt1>
          <a:srgbClr val="FFFFFF"/>
        </a:lt1>
        <a:dk2>
          <a:srgbClr val="003399"/>
        </a:dk2>
        <a:lt2>
          <a:srgbClr val="666699"/>
        </a:lt2>
        <a:accent1>
          <a:srgbClr val="009999"/>
        </a:accent1>
        <a:accent2>
          <a:srgbClr val="4C6D4E"/>
        </a:accent2>
        <a:accent3>
          <a:srgbClr val="FFFFFF"/>
        </a:accent3>
        <a:accent4>
          <a:srgbClr val="000000"/>
        </a:accent4>
        <a:accent5>
          <a:srgbClr val="AACACA"/>
        </a:accent5>
        <a:accent6>
          <a:srgbClr val="446246"/>
        </a:accent6>
        <a:hlink>
          <a:srgbClr val="4C6D80"/>
        </a:hlink>
        <a:folHlink>
          <a:srgbClr val="B2B2B2"/>
        </a:folHlink>
      </a:clrScheme>
      <a:clrMap bg1="lt1" tx1="dk1" bg2="lt2" tx2="dk2" accent1="accent1" accent2="accent2" accent3="accent3" accent4="accent4" accent5="accent5" accent6="accent6" hlink="hlink" folHlink="folHlink"/>
    </a:extraClrScheme>
  </a:extraClrSchemeLst>
</a:theme>
</file>

<file path=ppt/theme/theme2.xml><?xml version="1.0" encoding="utf-8"?>
<a:theme xmlns:a="http://schemas.openxmlformats.org/drawingml/2006/main" name="Office テーマ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游ゴシック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游ゴシック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29837</TotalTime>
  <Words>752</Words>
  <Application>Microsoft Office PowerPoint</Application>
  <PresentationFormat>ワイド画面</PresentationFormat>
  <Paragraphs>169</Paragraphs>
  <Slides>3</Slides>
  <Notes>3</Notes>
  <HiddenSlides>0</HiddenSlides>
  <MMClips>0</MMClips>
  <ScaleCrop>false</ScaleCrop>
  <HeadingPairs>
    <vt:vector size="6" baseType="variant">
      <vt:variant>
        <vt:lpstr>使用されているフォント</vt:lpstr>
      </vt:variant>
      <vt:variant>
        <vt:i4>5</vt:i4>
      </vt:variant>
      <vt:variant>
        <vt:lpstr>テーマ</vt:lpstr>
      </vt:variant>
      <vt:variant>
        <vt:i4>1</vt:i4>
      </vt:variant>
      <vt:variant>
        <vt:lpstr>スライド タイトル</vt:lpstr>
      </vt:variant>
      <vt:variant>
        <vt:i4>3</vt:i4>
      </vt:variant>
    </vt:vector>
  </HeadingPairs>
  <TitlesOfParts>
    <vt:vector size="9" baseType="lpstr">
      <vt:lpstr>BIZ UDPゴシック</vt:lpstr>
      <vt:lpstr>FOT-UD丸ゴ_ラージ Pr6 M</vt:lpstr>
      <vt:lpstr>Arial</vt:lpstr>
      <vt:lpstr>Garamond</vt:lpstr>
      <vt:lpstr>Wingdings</vt:lpstr>
      <vt:lpstr>Edge</vt:lpstr>
      <vt:lpstr>ファイルを分割して挿入する</vt:lpstr>
      <vt:lpstr>分割挿入を使いたいのはどんなとき？</vt:lpstr>
      <vt:lpstr>結合指示書サンプル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プレゼンテーション</dc:title>
  <cp:lastModifiedBy/>
  <cp:revision>4076</cp:revision>
  <dcterms:modified xsi:type="dcterms:W3CDTF">2026-05-24T03:20:17Z</dcterms:modified>
</cp:coreProperties>
</file>