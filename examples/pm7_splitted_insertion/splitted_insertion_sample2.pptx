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5"/>
  </p:notesMasterIdLst>
  <p:sldIdLst>
    <p:sldId id="1786" r:id="rId2"/>
    <p:sldId id="1787" r:id="rId3"/>
    <p:sldId id="1785" r:id="rId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FF00"/>
    <a:srgbClr val="FFFFCC"/>
    <a:srgbClr val="FFCCFF"/>
    <a:srgbClr val="99FFCC"/>
    <a:srgbClr val="FF6347"/>
    <a:srgbClr val="FF9933"/>
    <a:srgbClr val="CC66FF"/>
    <a:srgbClr val="E34234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82857" autoAdjust="0"/>
  </p:normalViewPr>
  <p:slideViewPr>
    <p:cSldViewPr>
      <p:cViewPr varScale="1">
        <p:scale>
          <a:sx n="105" d="100"/>
          <a:sy n="105" d="100"/>
        </p:scale>
        <p:origin x="67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532CC7-8870-14F4-E138-2C3BC510AC5A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分割挿入サンプル</a:t>
            </a:r>
            <a:r>
              <a:rPr kumimoji="1" lang="en-US" altLang="ja-JP"/>
              <a:t>2</a:t>
            </a:r>
            <a:r>
              <a:rPr kumimoji="1" lang="ja-JP" altLang="en-US"/>
              <a:t>　スライド１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684CC-D1A9-0A0B-6E39-0081FA2BF766}"/>
              </a:ext>
            </a:extLst>
          </p:cNvPr>
          <p:cNvSpPr txBox="1"/>
          <p:nvPr/>
        </p:nvSpPr>
        <p:spPr bwMode="auto">
          <a:xfrm>
            <a:off x="1775520" y="2848449"/>
            <a:ext cx="8928992" cy="523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&lt;__TITLE__&gt;</a:t>
            </a:r>
          </a:p>
        </p:txBody>
      </p:sp>
    </p:spTree>
    <p:extLst>
      <p:ext uri="{BB962C8B-B14F-4D97-AF65-F5344CB8AC3E}">
        <p14:creationId xmlns:p14="http://schemas.microsoft.com/office/powerpoint/2010/main" val="3453633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分割挿入サンプル</a:t>
            </a:r>
            <a:r>
              <a:rPr kumimoji="1" lang="en-US" altLang="ja-JP"/>
              <a:t>2</a:t>
            </a:r>
            <a:r>
              <a:rPr kumimoji="1" lang="ja-JP" altLang="en-US"/>
              <a:t>　スライド</a:t>
            </a:r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684CC-D1A9-0A0B-6E39-0081FA2BF766}"/>
              </a:ext>
            </a:extLst>
          </p:cNvPr>
          <p:cNvSpPr txBox="1"/>
          <p:nvPr/>
        </p:nvSpPr>
        <p:spPr bwMode="auto">
          <a:xfrm>
            <a:off x="1775520" y="2848449"/>
            <a:ext cx="8928992" cy="523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&lt;__TITLE__&gt;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FA6B3A-ADCF-3968-14BF-C619822E3CBA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271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分割挿入サンプル</a:t>
            </a:r>
            <a:r>
              <a:rPr kumimoji="1" lang="en-US" altLang="ja-JP"/>
              <a:t>2</a:t>
            </a:r>
            <a:r>
              <a:rPr kumimoji="1" lang="ja-JP" altLang="en-US"/>
              <a:t>　スライド</a:t>
            </a:r>
            <a:r>
              <a:rPr kumimoji="1" lang="en-US" altLang="ja-JP"/>
              <a:t>3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684CC-D1A9-0A0B-6E39-0081FA2BF766}"/>
              </a:ext>
            </a:extLst>
          </p:cNvPr>
          <p:cNvSpPr txBox="1"/>
          <p:nvPr/>
        </p:nvSpPr>
        <p:spPr bwMode="auto">
          <a:xfrm>
            <a:off x="1775520" y="2848449"/>
            <a:ext cx="8928992" cy="523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&lt;__TITLE__&gt;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907CC3F-99D9-C8A1-D761-3CD2B62FCAD8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5428388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29420</TotalTime>
  <Words>51</Words>
  <Application>Microsoft Office PowerPoint</Application>
  <PresentationFormat>ワイド画面</PresentationFormat>
  <Paragraphs>12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BIZ UDPゴシック</vt:lpstr>
      <vt:lpstr>FOT-UD丸ゴ_ラージ Pr6 M</vt:lpstr>
      <vt:lpstr>Arial</vt:lpstr>
      <vt:lpstr>Garamond</vt:lpstr>
      <vt:lpstr>Wingdings</vt:lpstr>
      <vt:lpstr>Edge</vt:lpstr>
      <vt:lpstr>分割挿入サンプル2　スライド１</vt:lpstr>
      <vt:lpstr>分割挿入サンプル2　スライド2</vt:lpstr>
      <vt:lpstr>分割挿入サンプル2　スライド3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4072</cp:revision>
  <dcterms:modified xsi:type="dcterms:W3CDTF">2026-05-20T09:53:43Z</dcterms:modified>
</cp:coreProperties>
</file>