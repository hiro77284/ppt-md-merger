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howSpecialPlsOnTitleSld="0" saveSubsetFonts="1">
  <p:sldMasterIdLst>
    <p:sldMasterId id="2147483660" r:id="rId1"/>
  </p:sldMasterIdLst>
  <p:notesMasterIdLst>
    <p:notesMasterId r:id="rId5"/>
  </p:notesMasterIdLst>
  <p:sldIdLst>
    <p:sldId id="1786" r:id="rId2"/>
    <p:sldId id="1787" r:id="rId3"/>
    <p:sldId id="1785" r:id="rId4"/>
  </p:sldIdLst>
  <p:sldSz cx="12192000" cy="6858000"/>
  <p:notesSz cx="6858000" cy="9144000"/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kumimoji="1" sz="2000" b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umimoji="1" sz="2000" b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umimoji="1" sz="2000" b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umimoji="1" sz="2000" b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umimoji="1" sz="2000" b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5pPr>
    <a:lvl6pPr marL="2286000" algn="l" defTabSz="914400" rtl="0" eaLnBrk="1" latinLnBrk="0" hangingPunct="1">
      <a:defRPr kumimoji="1" sz="2000" b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6pPr>
    <a:lvl7pPr marL="2743200" algn="l" defTabSz="914400" rtl="0" eaLnBrk="1" latinLnBrk="0" hangingPunct="1">
      <a:defRPr kumimoji="1" sz="2000" b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7pPr>
    <a:lvl8pPr marL="3200400" algn="l" defTabSz="914400" rtl="0" eaLnBrk="1" latinLnBrk="0" hangingPunct="1">
      <a:defRPr kumimoji="1" sz="2000" b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8pPr>
    <a:lvl9pPr marL="3657600" algn="l" defTabSz="914400" rtl="0" eaLnBrk="1" latinLnBrk="0" hangingPunct="1">
      <a:defRPr kumimoji="1" sz="2000" b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CECFF"/>
    <a:srgbClr val="FFFF00"/>
    <a:srgbClr val="FFFFCC"/>
    <a:srgbClr val="FFCCFF"/>
    <a:srgbClr val="99FFCC"/>
    <a:srgbClr val="FF6347"/>
    <a:srgbClr val="FF9933"/>
    <a:srgbClr val="CC66FF"/>
    <a:srgbClr val="E34234"/>
    <a:srgbClr val="29292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スタイルなし、表のグリッド線あり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616DA210-FB5B-4158-B5E0-FEB733F419BA}" styleName="スタイル (淡色)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294" autoAdjust="0"/>
    <p:restoredTop sz="82857" autoAdjust="0"/>
  </p:normalViewPr>
  <p:slideViewPr>
    <p:cSldViewPr>
      <p:cViewPr varScale="1">
        <p:scale>
          <a:sx n="105" d="100"/>
          <a:sy n="105" d="100"/>
        </p:scale>
        <p:origin x="678" y="10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-19404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94670BC-B8C6-44A7-84E1-23632D8FD86F}" type="datetimeFigureOut">
              <a:rPr kumimoji="1" lang="ja-JP" altLang="en-US" smtClean="0"/>
              <a:t>2026/5/20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A10FDB7-3E02-4363-90B3-590B3C26A88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673539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BIZ UDPゴシック" panose="020B0400000000000000" pitchFamily="50" charset="-128"/>
        <a:ea typeface="BIZ UDPゴシック" panose="020B0400000000000000" pitchFamily="50" charset="-128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BIZ UDPゴシック" panose="020B0400000000000000" pitchFamily="50" charset="-128"/>
        <a:ea typeface="BIZ UDPゴシック" panose="020B0400000000000000" pitchFamily="50" charset="-128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BIZ UDPゴシック" panose="020B0400000000000000" pitchFamily="50" charset="-128"/>
        <a:ea typeface="BIZ UDPゴシック" panose="020B0400000000000000" pitchFamily="50" charset="-128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BIZ UDPゴシック" panose="020B0400000000000000" pitchFamily="50" charset="-128"/>
        <a:ea typeface="BIZ UDPゴシック" panose="020B0400000000000000" pitchFamily="50" charset="-128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BIZ UDPゴシック" panose="020B0400000000000000" pitchFamily="50" charset="-128"/>
        <a:ea typeface="BIZ UDPゴシック" panose="020B0400000000000000" pitchFamily="50" charset="-128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Rectangle 2"/>
          <p:cNvSpPr>
            <a:spLocks noGrp="1" noChangeArrowheads="1"/>
          </p:cNvSpPr>
          <p:nvPr>
            <p:ph type="ctrTitle"/>
          </p:nvPr>
        </p:nvSpPr>
        <p:spPr>
          <a:xfrm>
            <a:off x="1007436" y="1524000"/>
            <a:ext cx="10164233" cy="1752600"/>
          </a:xfrm>
        </p:spPr>
        <p:txBody>
          <a:bodyPr/>
          <a:lstStyle>
            <a:lvl1pPr>
              <a:defRPr sz="4200">
                <a:solidFill>
                  <a:schemeClr val="tx2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ja-JP" altLang="en-US" dirty="0"/>
              <a:t>マスター タイトルの書式設定</a:t>
            </a:r>
            <a:endParaRPr lang="en-US" altLang="ja-JP" dirty="0"/>
          </a:p>
        </p:txBody>
      </p:sp>
      <p:sp>
        <p:nvSpPr>
          <p:cNvPr id="10243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3407834" y="3962400"/>
            <a:ext cx="7971367" cy="1752600"/>
          </a:xfrm>
          <a:prstGeom prst="rect">
            <a:avLst/>
          </a:prstGeom>
        </p:spPr>
        <p:txBody>
          <a:bodyPr/>
          <a:lstStyle>
            <a:lvl1pPr marL="0" indent="0">
              <a:buFont typeface="Wingdings" pitchFamily="2" charset="2"/>
              <a:buNone/>
              <a:defRPr sz="28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ja-JP" altLang="en-US" dirty="0"/>
              <a:t>マスター サブタイトルの書式設定</a:t>
            </a:r>
            <a:endParaRPr lang="en-US" altLang="ja-JP" dirty="0"/>
          </a:p>
        </p:txBody>
      </p:sp>
      <p:sp>
        <p:nvSpPr>
          <p:cNvPr id="4" name="四角形: 角を丸くする 3">
            <a:extLst>
              <a:ext uri="{FF2B5EF4-FFF2-40B4-BE49-F238E27FC236}">
                <a16:creationId xmlns:a16="http://schemas.microsoft.com/office/drawing/2014/main" id="{8254D289-857E-022B-E722-6C7257F338BE}"/>
              </a:ext>
            </a:extLst>
          </p:cNvPr>
          <p:cNvSpPr/>
          <p:nvPr userDrawn="1"/>
        </p:nvSpPr>
        <p:spPr bwMode="auto">
          <a:xfrm>
            <a:off x="3312000" y="3666171"/>
            <a:ext cx="8328616" cy="91135"/>
          </a:xfrm>
          <a:prstGeom prst="roundRect">
            <a:avLst>
              <a:gd name="adj" fmla="val 49227"/>
            </a:avLst>
          </a:prstGeom>
          <a:solidFill>
            <a:srgbClr val="339966"/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ja-JP" altLang="en-US" sz="20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20352342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xfrm>
            <a:off x="17348" y="6640021"/>
            <a:ext cx="5048251" cy="208483"/>
          </a:xfrm>
          <a:prstGeom prst="rect">
            <a:avLst/>
          </a:prstGeom>
        </p:spPr>
        <p:txBody>
          <a:bodyPr/>
          <a:lstStyle>
            <a:lvl1pPr>
              <a:defRPr sz="9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en-US" altLang="ja-JP"/>
              <a:t>Copyright 2026 </a:t>
            </a:r>
            <a:r>
              <a:rPr lang="ja-JP" altLang="en-US"/>
              <a:t>アイデアクラフト </a:t>
            </a:r>
            <a:r>
              <a:rPr lang="en-US" altLang="ja-JP"/>
              <a:t>Kaimai Mizuhiro</a:t>
            </a:r>
            <a:endParaRPr lang="ja-JP" altLang="en-US" dirty="0"/>
          </a:p>
        </p:txBody>
      </p:sp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898656" y="260648"/>
            <a:ext cx="10957984" cy="648072"/>
          </a:xfrm>
        </p:spPr>
        <p:txBody>
          <a:bodyPr/>
          <a:lstStyle>
            <a:lvl1pPr>
              <a:defRPr sz="2800" b="1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ja-JP" altLang="en-US" dirty="0"/>
              <a:t>マスター タイトルの書式設定</a:t>
            </a:r>
          </a:p>
        </p:txBody>
      </p:sp>
      <p:sp>
        <p:nvSpPr>
          <p:cNvPr id="3" name="コンテンツ プレースホルダ 2"/>
          <p:cNvSpPr>
            <a:spLocks noGrp="1"/>
          </p:cNvSpPr>
          <p:nvPr>
            <p:ph idx="1"/>
          </p:nvPr>
        </p:nvSpPr>
        <p:spPr>
          <a:xfrm>
            <a:off x="609600" y="980728"/>
            <a:ext cx="10972800" cy="5256584"/>
          </a:xfrm>
          <a:prstGeom prst="rect">
            <a:avLst/>
          </a:prstGeom>
        </p:spPr>
        <p:txBody>
          <a:bodyPr/>
          <a:lstStyle>
            <a:lvl1pPr marL="342900" indent="-342900">
              <a:lnSpc>
                <a:spcPct val="150000"/>
              </a:lnSpc>
              <a:buClr>
                <a:schemeClr val="tx1">
                  <a:lumMod val="75000"/>
                  <a:lumOff val="25000"/>
                </a:schemeClr>
              </a:buClr>
              <a:buSzPct val="100000"/>
              <a:buFont typeface="Wingdings" panose="05000000000000000000" pitchFamily="2" charset="2"/>
              <a:buChar char="n"/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  <a:lvl2pPr marL="669925" indent="-325438">
              <a:lnSpc>
                <a:spcPct val="150000"/>
              </a:lnSpc>
              <a:buClr>
                <a:schemeClr val="tx1">
                  <a:lumMod val="75000"/>
                  <a:lumOff val="25000"/>
                </a:schemeClr>
              </a:buClr>
              <a:buSzPct val="100000"/>
              <a:buFont typeface="Wingdings" panose="05000000000000000000" pitchFamily="2" charset="2"/>
              <a:buChar char="n"/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2pPr>
            <a:lvl3pPr marL="1022350" indent="-350838">
              <a:lnSpc>
                <a:spcPct val="150000"/>
              </a:lnSpc>
              <a:buClr>
                <a:schemeClr val="tx1">
                  <a:lumMod val="75000"/>
                  <a:lumOff val="25000"/>
                </a:schemeClr>
              </a:buClr>
              <a:buSzPct val="100000"/>
              <a:buFont typeface="Wingdings" panose="05000000000000000000" pitchFamily="2" charset="2"/>
              <a:buChar char="n"/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3pPr>
            <a:lvl4pPr marL="1339850" indent="-315913">
              <a:lnSpc>
                <a:spcPct val="150000"/>
              </a:lnSpc>
              <a:buClr>
                <a:schemeClr val="tx1">
                  <a:lumMod val="75000"/>
                  <a:lumOff val="25000"/>
                </a:schemeClr>
              </a:buClr>
              <a:buSzPct val="100000"/>
              <a:buFont typeface="Wingdings" panose="05000000000000000000" pitchFamily="2" charset="2"/>
              <a:buChar char="n"/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4pPr>
            <a:lvl5pPr marL="1681163" indent="-339725">
              <a:lnSpc>
                <a:spcPct val="150000"/>
              </a:lnSpc>
              <a:buClr>
                <a:schemeClr val="tx1">
                  <a:lumMod val="75000"/>
                  <a:lumOff val="25000"/>
                </a:schemeClr>
              </a:buClr>
              <a:buSzPct val="100000"/>
              <a:buFont typeface="Wingdings" panose="05000000000000000000" pitchFamily="2" charset="2"/>
              <a:buChar char="n"/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5pPr>
          </a:lstStyle>
          <a:p>
            <a:pPr lvl="0"/>
            <a:r>
              <a:rPr lang="ja-JP" altLang="en-US" dirty="0"/>
              <a:t>マスター テキストの書式設定</a:t>
            </a:r>
          </a:p>
          <a:p>
            <a:pPr lvl="1"/>
            <a:r>
              <a:rPr lang="ja-JP" altLang="en-US" dirty="0"/>
              <a:t>第 </a:t>
            </a:r>
            <a:r>
              <a:rPr lang="en-US" altLang="ja-JP" dirty="0"/>
              <a:t>2 </a:t>
            </a:r>
            <a:r>
              <a:rPr lang="ja-JP" altLang="en-US" dirty="0"/>
              <a:t>レベル</a:t>
            </a:r>
          </a:p>
          <a:p>
            <a:pPr lvl="2"/>
            <a:r>
              <a:rPr lang="ja-JP" altLang="en-US" dirty="0"/>
              <a:t>第 </a:t>
            </a:r>
            <a:r>
              <a:rPr lang="en-US" altLang="ja-JP" dirty="0"/>
              <a:t>3 </a:t>
            </a:r>
            <a:r>
              <a:rPr lang="ja-JP" altLang="en-US" dirty="0"/>
              <a:t>レベル</a:t>
            </a:r>
          </a:p>
          <a:p>
            <a:pPr lvl="3"/>
            <a:r>
              <a:rPr lang="ja-JP" altLang="en-US" dirty="0"/>
              <a:t>第 </a:t>
            </a:r>
            <a:r>
              <a:rPr lang="en-US" altLang="ja-JP" dirty="0"/>
              <a:t>4 </a:t>
            </a:r>
            <a:r>
              <a:rPr lang="ja-JP" altLang="en-US" dirty="0"/>
              <a:t>レベル</a:t>
            </a:r>
          </a:p>
          <a:p>
            <a:pPr lvl="4"/>
            <a:r>
              <a:rPr lang="ja-JP" altLang="en-US" dirty="0"/>
              <a:t>第 </a:t>
            </a:r>
            <a:r>
              <a:rPr lang="en-US" altLang="ja-JP" dirty="0"/>
              <a:t>5 </a:t>
            </a:r>
            <a:r>
              <a:rPr lang="ja-JP" altLang="en-US" dirty="0"/>
              <a:t>レベル</a:t>
            </a:r>
          </a:p>
        </p:txBody>
      </p:sp>
      <p:cxnSp>
        <p:nvCxnSpPr>
          <p:cNvPr id="7" name="直線コネクタ 6">
            <a:extLst>
              <a:ext uri="{FF2B5EF4-FFF2-40B4-BE49-F238E27FC236}">
                <a16:creationId xmlns:a16="http://schemas.microsoft.com/office/drawing/2014/main" id="{F7DC264F-9A8B-8BC9-4FFA-4238A27ED534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554182" y="953621"/>
            <a:ext cx="11083636" cy="0"/>
          </a:xfrm>
          <a:prstGeom prst="line">
            <a:avLst/>
          </a:prstGeom>
          <a:solidFill>
            <a:srgbClr val="CCFFFF"/>
          </a:solidFill>
          <a:ln w="28575" cap="flat" cmpd="sng" algn="ctr">
            <a:solidFill>
              <a:srgbClr val="00CC66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8" name="Rectangle 6">
            <a:extLst>
              <a:ext uri="{FF2B5EF4-FFF2-40B4-BE49-F238E27FC236}">
                <a16:creationId xmlns:a16="http://schemas.microsoft.com/office/drawing/2014/main" id="{6BB55BAD-460C-3254-9DE7-B95DC62378A8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xfrm>
            <a:off x="10704511" y="6381328"/>
            <a:ext cx="1500651" cy="457200"/>
          </a:xfrm>
          <a:prstGeom prst="rect">
            <a:avLst/>
          </a:prstGeom>
        </p:spPr>
        <p:txBody>
          <a:bodyPr/>
          <a:lstStyle>
            <a:lvl1pPr algn="r"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fld id="{D2D8002D-B5B0-4BAC-B1F6-782DDCCE6D9C}" type="slidenum">
              <a:rPr lang="ja-JP" altLang="en-US" smtClean="0"/>
              <a:pPr/>
              <a:t>‹#›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335756428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VTW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直線コネクタ 6">
            <a:extLst>
              <a:ext uri="{FF2B5EF4-FFF2-40B4-BE49-F238E27FC236}">
                <a16:creationId xmlns:a16="http://schemas.microsoft.com/office/drawing/2014/main" id="{F7DC264F-9A8B-8BC9-4FFA-4238A27ED534}"/>
              </a:ext>
            </a:extLst>
          </p:cNvPr>
          <p:cNvCxnSpPr>
            <a:cxnSpLocks/>
          </p:cNvCxnSpPr>
          <p:nvPr/>
        </p:nvCxnSpPr>
        <p:spPr bwMode="auto">
          <a:xfrm>
            <a:off x="301057" y="833306"/>
            <a:ext cx="11616074" cy="0"/>
          </a:xfrm>
          <a:prstGeom prst="line">
            <a:avLst/>
          </a:prstGeom>
          <a:solidFill>
            <a:srgbClr val="CCFFFF"/>
          </a:solidFill>
          <a:ln w="28575" cap="flat" cmpd="sng" algn="ctr">
            <a:solidFill>
              <a:srgbClr val="00CC66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4" name="タイトル 1">
            <a:extLst>
              <a:ext uri="{FF2B5EF4-FFF2-40B4-BE49-F238E27FC236}">
                <a16:creationId xmlns:a16="http://schemas.microsoft.com/office/drawing/2014/main" id="{5ED325D3-3CCE-5405-EA2A-09E70E70C4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98656" y="260648"/>
            <a:ext cx="10957984" cy="501352"/>
          </a:xfrm>
        </p:spPr>
        <p:txBody>
          <a:bodyPr/>
          <a:lstStyle>
            <a:lvl1pPr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ja-JP" altLang="en-US" dirty="0"/>
          </a:p>
        </p:txBody>
      </p:sp>
      <p:sp>
        <p:nvSpPr>
          <p:cNvPr id="3" name="Rectangle 5">
            <a:extLst>
              <a:ext uri="{FF2B5EF4-FFF2-40B4-BE49-F238E27FC236}">
                <a16:creationId xmlns:a16="http://schemas.microsoft.com/office/drawing/2014/main" id="{62F59FD7-9291-23C8-03A9-329B4C15CFF6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xfrm>
            <a:off x="17348" y="6640021"/>
            <a:ext cx="5048251" cy="208483"/>
          </a:xfrm>
          <a:prstGeom prst="rect">
            <a:avLst/>
          </a:prstGeom>
        </p:spPr>
        <p:txBody>
          <a:bodyPr/>
          <a:lstStyle>
            <a:lvl1pPr>
              <a:defRPr sz="9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en-US" altLang="ja-JP"/>
              <a:t>Copyright 2026 </a:t>
            </a:r>
            <a:r>
              <a:rPr lang="ja-JP" altLang="en-US"/>
              <a:t>アイデアクラフト </a:t>
            </a:r>
            <a:r>
              <a:rPr lang="en-US" altLang="ja-JP"/>
              <a:t>Kaimai Mizuhiro</a:t>
            </a:r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21917820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ja-JP" altLang="en-US" dirty="0"/>
              <a:t>マスター タイトルの書式設定</a:t>
            </a:r>
          </a:p>
        </p:txBody>
      </p:sp>
      <p:cxnSp>
        <p:nvCxnSpPr>
          <p:cNvPr id="5" name="直線コネクタ 4">
            <a:extLst>
              <a:ext uri="{FF2B5EF4-FFF2-40B4-BE49-F238E27FC236}">
                <a16:creationId xmlns:a16="http://schemas.microsoft.com/office/drawing/2014/main" id="{0DDA252F-B76B-2A98-8A15-68FEF4A206CF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554182" y="953621"/>
            <a:ext cx="11083636" cy="0"/>
          </a:xfrm>
          <a:prstGeom prst="line">
            <a:avLst/>
          </a:prstGeom>
          <a:solidFill>
            <a:srgbClr val="CCFFFF"/>
          </a:solidFill>
          <a:ln w="28575" cap="flat" cmpd="sng" algn="ctr">
            <a:solidFill>
              <a:srgbClr val="00CC66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7" name="Rectangle 5">
            <a:extLst>
              <a:ext uri="{FF2B5EF4-FFF2-40B4-BE49-F238E27FC236}">
                <a16:creationId xmlns:a16="http://schemas.microsoft.com/office/drawing/2014/main" id="{83FEA43B-F379-CB8A-0CC1-34E310D7DF90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xfrm>
            <a:off x="119336" y="6555804"/>
            <a:ext cx="5048251" cy="252264"/>
          </a:xfrm>
          <a:prstGeom prst="rect">
            <a:avLst/>
          </a:prstGeom>
        </p:spPr>
        <p:txBody>
          <a:bodyPr/>
          <a:lstStyle>
            <a:lvl1pPr>
              <a:defRPr sz="9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en-US" altLang="ja-JP"/>
              <a:t>Copyright 2026 </a:t>
            </a:r>
            <a:r>
              <a:rPr lang="ja-JP" altLang="en-US"/>
              <a:t>アイデアクラフト </a:t>
            </a:r>
            <a:r>
              <a:rPr lang="en-US" altLang="ja-JP"/>
              <a:t>Kaimai Mizuhiro</a:t>
            </a:r>
            <a:endParaRPr lang="ja-JP" altLang="en-US" dirty="0"/>
          </a:p>
        </p:txBody>
      </p:sp>
      <p:sp>
        <p:nvSpPr>
          <p:cNvPr id="8" name="Rectangle 6">
            <a:extLst>
              <a:ext uri="{FF2B5EF4-FFF2-40B4-BE49-F238E27FC236}">
                <a16:creationId xmlns:a16="http://schemas.microsoft.com/office/drawing/2014/main" id="{27F33519-DE7B-1578-63B1-C7F9384DEEE9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xfrm>
            <a:off x="10704511" y="6381328"/>
            <a:ext cx="1500651" cy="457200"/>
          </a:xfrm>
          <a:prstGeom prst="rect">
            <a:avLst/>
          </a:prstGeom>
        </p:spPr>
        <p:txBody>
          <a:bodyPr/>
          <a:lstStyle>
            <a:lvl1pPr algn="r"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fld id="{D2D8002D-B5B0-4BAC-B1F6-782DDCCE6D9C}" type="slidenum">
              <a:rPr lang="ja-JP" altLang="en-US" smtClean="0"/>
              <a:pPr/>
              <a:t>‹#›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2509809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5">
            <a:extLst>
              <a:ext uri="{FF2B5EF4-FFF2-40B4-BE49-F238E27FC236}">
                <a16:creationId xmlns:a16="http://schemas.microsoft.com/office/drawing/2014/main" id="{CCA1F410-EAC2-3B54-16CE-1F8AD3A29273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xfrm>
            <a:off x="119336" y="6555804"/>
            <a:ext cx="5048251" cy="252264"/>
          </a:xfrm>
          <a:prstGeom prst="rect">
            <a:avLst/>
          </a:prstGeom>
        </p:spPr>
        <p:txBody>
          <a:bodyPr/>
          <a:lstStyle>
            <a:lvl1pPr>
              <a:defRPr sz="9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en-US" altLang="ja-JP"/>
              <a:t>Copyright 2026 </a:t>
            </a:r>
            <a:r>
              <a:rPr lang="ja-JP" altLang="en-US"/>
              <a:t>アイデアクラフト </a:t>
            </a:r>
            <a:r>
              <a:rPr lang="en-US" altLang="ja-JP"/>
              <a:t>Kaimai Mizuhiro</a:t>
            </a:r>
            <a:endParaRPr lang="ja-JP" altLang="en-US" dirty="0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79E8B39C-04D2-1AF7-9927-F5F6D4CA6FEA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xfrm>
            <a:off x="10704511" y="6381328"/>
            <a:ext cx="1500651" cy="457200"/>
          </a:xfrm>
          <a:prstGeom prst="rect">
            <a:avLst/>
          </a:prstGeom>
        </p:spPr>
        <p:txBody>
          <a:bodyPr/>
          <a:lstStyle>
            <a:lvl1pPr algn="r"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fld id="{D2D8002D-B5B0-4BAC-B1F6-782DDCCE6D9C}" type="slidenum">
              <a:rPr lang="ja-JP" altLang="en-US" smtClean="0"/>
              <a:pPr/>
              <a:t>‹#›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390834373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コンテンツ プレースホルダ 1"/>
          <p:cNvSpPr>
            <a:spLocks noGrp="1"/>
          </p:cNvSpPr>
          <p:nvPr>
            <p:ph/>
          </p:nvPr>
        </p:nvSpPr>
        <p:spPr>
          <a:xfrm>
            <a:off x="609600" y="277813"/>
            <a:ext cx="10972800" cy="5853112"/>
          </a:xfrm>
          <a:prstGeom prst="rect">
            <a:avLst/>
          </a:prstGeom>
        </p:spPr>
        <p:txBody>
          <a:bodyPr/>
          <a:lstStyle>
            <a:lvl1pPr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  <a:lvl2pPr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2pPr>
            <a:lvl3pPr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3pPr>
            <a:lvl4pPr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4pPr>
            <a:lvl5pPr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5pPr>
          </a:lstStyle>
          <a:p>
            <a:pPr lvl="0"/>
            <a:r>
              <a:rPr lang="ja-JP" altLang="en-US" dirty="0"/>
              <a:t>マスター テキストの書式設定</a:t>
            </a:r>
          </a:p>
          <a:p>
            <a:pPr lvl="1"/>
            <a:r>
              <a:rPr lang="ja-JP" altLang="en-US" dirty="0"/>
              <a:t>第 </a:t>
            </a:r>
            <a:r>
              <a:rPr lang="en-US" altLang="ja-JP" dirty="0"/>
              <a:t>2 </a:t>
            </a:r>
            <a:r>
              <a:rPr lang="ja-JP" altLang="en-US" dirty="0"/>
              <a:t>レベル</a:t>
            </a:r>
          </a:p>
          <a:p>
            <a:pPr lvl="2"/>
            <a:r>
              <a:rPr lang="ja-JP" altLang="en-US" dirty="0"/>
              <a:t>第 </a:t>
            </a:r>
            <a:r>
              <a:rPr lang="en-US" altLang="ja-JP" dirty="0"/>
              <a:t>3 </a:t>
            </a:r>
            <a:r>
              <a:rPr lang="ja-JP" altLang="en-US" dirty="0"/>
              <a:t>レベル</a:t>
            </a:r>
          </a:p>
          <a:p>
            <a:pPr lvl="3"/>
            <a:r>
              <a:rPr lang="ja-JP" altLang="en-US" dirty="0"/>
              <a:t>第 </a:t>
            </a:r>
            <a:r>
              <a:rPr lang="en-US" altLang="ja-JP" dirty="0"/>
              <a:t>4 </a:t>
            </a:r>
            <a:r>
              <a:rPr lang="ja-JP" altLang="en-US" dirty="0"/>
              <a:t>レベル</a:t>
            </a:r>
          </a:p>
          <a:p>
            <a:pPr lvl="4"/>
            <a:r>
              <a:rPr lang="ja-JP" altLang="en-US" dirty="0"/>
              <a:t>第 </a:t>
            </a:r>
            <a:r>
              <a:rPr lang="en-US" altLang="ja-JP" dirty="0"/>
              <a:t>5 </a:t>
            </a:r>
            <a:r>
              <a:rPr lang="ja-JP" altLang="en-US" dirty="0"/>
              <a:t>レベル</a:t>
            </a:r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101701D8-2655-4364-A1CC-F63E88A9B833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xfrm>
            <a:off x="10704511" y="6381328"/>
            <a:ext cx="1500651" cy="457200"/>
          </a:xfrm>
          <a:prstGeom prst="rect">
            <a:avLst/>
          </a:prstGeom>
        </p:spPr>
        <p:txBody>
          <a:bodyPr/>
          <a:lstStyle>
            <a:lvl1pPr algn="r"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fld id="{D2D8002D-B5B0-4BAC-B1F6-782DDCCE6D9C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DAFE0410-6CDA-6DC1-4B56-83230C710187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xfrm>
            <a:off x="119336" y="6555804"/>
            <a:ext cx="5048251" cy="252264"/>
          </a:xfrm>
          <a:prstGeom prst="rect">
            <a:avLst/>
          </a:prstGeom>
        </p:spPr>
        <p:txBody>
          <a:bodyPr/>
          <a:lstStyle>
            <a:lvl1pPr>
              <a:defRPr sz="9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en-US" altLang="ja-JP"/>
              <a:t>Copyright 2026 </a:t>
            </a:r>
            <a:r>
              <a:rPr lang="ja-JP" altLang="en-US"/>
              <a:t>アイデアクラフト </a:t>
            </a:r>
            <a:r>
              <a:rPr lang="en-US" altLang="ja-JP"/>
              <a:t>Kaimai Mizuhiro</a:t>
            </a:r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79546919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898656" y="260648"/>
            <a:ext cx="10957984" cy="50135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ja-JP" dirty="0" err="1"/>
              <a:t>マスタ</a:t>
            </a:r>
            <a:r>
              <a:rPr lang="en-US" altLang="ja-JP" dirty="0"/>
              <a:t> </a:t>
            </a:r>
            <a:r>
              <a:rPr lang="en-US" altLang="ja-JP" dirty="0" err="1"/>
              <a:t>タイトルの書式設定</a:t>
            </a:r>
            <a:endParaRPr lang="en-US" altLang="ja-JP" dirty="0"/>
          </a:p>
        </p:txBody>
      </p:sp>
      <p:sp>
        <p:nvSpPr>
          <p:cNvPr id="2" name="Rectangle 6">
            <a:extLst>
              <a:ext uri="{FF2B5EF4-FFF2-40B4-BE49-F238E27FC236}">
                <a16:creationId xmlns:a16="http://schemas.microsoft.com/office/drawing/2014/main" id="{91A1ECCD-F85D-D247-549B-2E41B84C18AE}"/>
              </a:ext>
            </a:extLst>
          </p:cNvPr>
          <p:cNvSpPr>
            <a:spLocks noGrp="1" noChangeArrowheads="1"/>
          </p:cNvSpPr>
          <p:nvPr>
            <p:ph type="sldNum" sz="quarter" idx="4"/>
          </p:nvPr>
        </p:nvSpPr>
        <p:spPr>
          <a:xfrm>
            <a:off x="10704511" y="6381328"/>
            <a:ext cx="1500651" cy="457200"/>
          </a:xfrm>
          <a:prstGeom prst="rect">
            <a:avLst/>
          </a:prstGeom>
        </p:spPr>
        <p:txBody>
          <a:bodyPr/>
          <a:lstStyle>
            <a:lvl1pPr algn="r"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fld id="{D2D8002D-B5B0-4BAC-B1F6-782DDCCE6D9C}" type="slidenum">
              <a:rPr lang="ja-JP" altLang="en-US" smtClean="0"/>
              <a:pPr/>
              <a:t>‹#›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115532694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8" r:id="rId3"/>
    <p:sldLayoutId id="2147483664" r:id="rId4"/>
    <p:sldLayoutId id="2147483666" r:id="rId5"/>
    <p:sldLayoutId id="2147483667" r:id="rId6"/>
  </p:sldLayoutIdLst>
  <p:hf sldNum="0" hdr="0" dt="0"/>
  <p:txStyles>
    <p:titleStyle>
      <a:lvl1pPr algn="l" rtl="0" eaLnBrk="1" fontAlgn="base" hangingPunct="1">
        <a:spcBef>
          <a:spcPct val="0"/>
        </a:spcBef>
        <a:spcAft>
          <a:spcPct val="0"/>
        </a:spcAft>
        <a:defRPr kumimoji="1" sz="2800" b="1">
          <a:solidFill>
            <a:schemeClr val="tx2"/>
          </a:solidFill>
          <a:latin typeface="BIZ UDPゴシック" panose="020B0400000000000000" pitchFamily="50" charset="-128"/>
          <a:ea typeface="BIZ UDPゴシック" panose="020B0400000000000000" pitchFamily="50" charset="-128"/>
          <a:cs typeface="+mj-cs"/>
        </a:defRPr>
      </a:lvl1pPr>
      <a:lvl2pPr algn="l" rtl="0" eaLnBrk="1" fontAlgn="base" hangingPunct="1">
        <a:spcBef>
          <a:spcPct val="0"/>
        </a:spcBef>
        <a:spcAft>
          <a:spcPct val="0"/>
        </a:spcAft>
        <a:defRPr kumimoji="1" sz="3400">
          <a:solidFill>
            <a:schemeClr val="tx2"/>
          </a:solidFill>
          <a:latin typeface="Garamond" pitchFamily="18" charset="0"/>
          <a:ea typeface="ＭＳ Ｐゴシック" pitchFamily="50" charset="-128"/>
        </a:defRPr>
      </a:lvl2pPr>
      <a:lvl3pPr algn="l" rtl="0" eaLnBrk="1" fontAlgn="base" hangingPunct="1">
        <a:spcBef>
          <a:spcPct val="0"/>
        </a:spcBef>
        <a:spcAft>
          <a:spcPct val="0"/>
        </a:spcAft>
        <a:defRPr kumimoji="1" sz="3400">
          <a:solidFill>
            <a:schemeClr val="tx2"/>
          </a:solidFill>
          <a:latin typeface="Garamond" pitchFamily="18" charset="0"/>
          <a:ea typeface="ＭＳ Ｐゴシック" pitchFamily="50" charset="-128"/>
        </a:defRPr>
      </a:lvl3pPr>
      <a:lvl4pPr algn="l" rtl="0" eaLnBrk="1" fontAlgn="base" hangingPunct="1">
        <a:spcBef>
          <a:spcPct val="0"/>
        </a:spcBef>
        <a:spcAft>
          <a:spcPct val="0"/>
        </a:spcAft>
        <a:defRPr kumimoji="1" sz="3400">
          <a:solidFill>
            <a:schemeClr val="tx2"/>
          </a:solidFill>
          <a:latin typeface="Garamond" pitchFamily="18" charset="0"/>
          <a:ea typeface="ＭＳ Ｐゴシック" pitchFamily="50" charset="-128"/>
        </a:defRPr>
      </a:lvl4pPr>
      <a:lvl5pPr algn="l" rtl="0" eaLnBrk="1" fontAlgn="base" hangingPunct="1">
        <a:spcBef>
          <a:spcPct val="0"/>
        </a:spcBef>
        <a:spcAft>
          <a:spcPct val="0"/>
        </a:spcAft>
        <a:defRPr kumimoji="1" sz="3400">
          <a:solidFill>
            <a:schemeClr val="tx2"/>
          </a:solidFill>
          <a:latin typeface="Garamond" pitchFamily="18" charset="0"/>
          <a:ea typeface="ＭＳ Ｐゴシック" pitchFamily="50" charset="-128"/>
        </a:defRPr>
      </a:lvl5pPr>
      <a:lvl6pPr marL="457200" algn="l" rtl="0" eaLnBrk="1" fontAlgn="base" hangingPunct="1">
        <a:spcBef>
          <a:spcPct val="0"/>
        </a:spcBef>
        <a:spcAft>
          <a:spcPct val="0"/>
        </a:spcAft>
        <a:defRPr kumimoji="1" sz="3400">
          <a:solidFill>
            <a:schemeClr val="tx2"/>
          </a:solidFill>
          <a:latin typeface="Garamond" pitchFamily="18" charset="0"/>
          <a:ea typeface="ＭＳ Ｐゴシック" pitchFamily="50" charset="-128"/>
        </a:defRPr>
      </a:lvl6pPr>
      <a:lvl7pPr marL="914400" algn="l" rtl="0" eaLnBrk="1" fontAlgn="base" hangingPunct="1">
        <a:spcBef>
          <a:spcPct val="0"/>
        </a:spcBef>
        <a:spcAft>
          <a:spcPct val="0"/>
        </a:spcAft>
        <a:defRPr kumimoji="1" sz="3400">
          <a:solidFill>
            <a:schemeClr val="tx2"/>
          </a:solidFill>
          <a:latin typeface="Garamond" pitchFamily="18" charset="0"/>
          <a:ea typeface="ＭＳ Ｐゴシック" pitchFamily="50" charset="-128"/>
        </a:defRPr>
      </a:lvl7pPr>
      <a:lvl8pPr marL="1371600" algn="l" rtl="0" eaLnBrk="1" fontAlgn="base" hangingPunct="1">
        <a:spcBef>
          <a:spcPct val="0"/>
        </a:spcBef>
        <a:spcAft>
          <a:spcPct val="0"/>
        </a:spcAft>
        <a:defRPr kumimoji="1" sz="3400">
          <a:solidFill>
            <a:schemeClr val="tx2"/>
          </a:solidFill>
          <a:latin typeface="Garamond" pitchFamily="18" charset="0"/>
          <a:ea typeface="ＭＳ Ｐゴシック" pitchFamily="50" charset="-128"/>
        </a:defRPr>
      </a:lvl8pPr>
      <a:lvl9pPr marL="1828800" algn="l" rtl="0" eaLnBrk="1" fontAlgn="base" hangingPunct="1">
        <a:spcBef>
          <a:spcPct val="0"/>
        </a:spcBef>
        <a:spcAft>
          <a:spcPct val="0"/>
        </a:spcAft>
        <a:defRPr kumimoji="1" sz="3400">
          <a:solidFill>
            <a:schemeClr val="tx2"/>
          </a:solidFill>
          <a:latin typeface="Garamond" pitchFamily="18" charset="0"/>
          <a:ea typeface="ＭＳ Ｐゴシック" pitchFamily="50" charset="-128"/>
        </a:defRPr>
      </a:lvl9pPr>
    </p:titleStyle>
    <p:bodyStyle>
      <a:lvl1pPr marL="342900" indent="-342900" algn="l" rtl="0" eaLnBrk="1" fontAlgn="base" hangingPunct="1">
        <a:lnSpc>
          <a:spcPct val="150000"/>
        </a:lnSpc>
        <a:spcBef>
          <a:spcPct val="20000"/>
        </a:spcBef>
        <a:spcAft>
          <a:spcPct val="0"/>
        </a:spcAft>
        <a:buClr>
          <a:schemeClr val="tx1">
            <a:lumMod val="75000"/>
            <a:lumOff val="25000"/>
          </a:schemeClr>
        </a:buClr>
        <a:buSzPct val="65000"/>
        <a:buFont typeface="Wingdings" panose="05000000000000000000" pitchFamily="2" charset="2"/>
        <a:buChar char="n"/>
        <a:defRPr kumimoji="1" sz="2000" b="1">
          <a:solidFill>
            <a:schemeClr val="tx1"/>
          </a:solidFill>
          <a:latin typeface="FOT-UD丸ゴ_ラージ Pr6 M" panose="02020400000000000000" pitchFamily="18" charset="-128"/>
          <a:ea typeface="FOT-UD丸ゴ_ラージ Pr6 M" panose="02020400000000000000" pitchFamily="18" charset="-128"/>
          <a:cs typeface="+mn-cs"/>
        </a:defRPr>
      </a:lvl1pPr>
      <a:lvl2pPr marL="669925" indent="-325438" algn="l" rtl="0" eaLnBrk="1" fontAlgn="base" hangingPunct="1">
        <a:lnSpc>
          <a:spcPct val="150000"/>
        </a:lnSpc>
        <a:spcBef>
          <a:spcPct val="20000"/>
        </a:spcBef>
        <a:spcAft>
          <a:spcPct val="0"/>
        </a:spcAft>
        <a:buClr>
          <a:schemeClr val="tx1">
            <a:lumMod val="75000"/>
            <a:lumOff val="25000"/>
          </a:schemeClr>
        </a:buClr>
        <a:buSzPct val="60000"/>
        <a:buFont typeface="Wingdings" panose="05000000000000000000" pitchFamily="2" charset="2"/>
        <a:buChar char="n"/>
        <a:defRPr kumimoji="1" sz="1800" b="1">
          <a:solidFill>
            <a:schemeClr val="tx1"/>
          </a:solidFill>
          <a:latin typeface="FOT-UD丸ゴ_ラージ Pr6 M" panose="02020400000000000000" pitchFamily="18" charset="-128"/>
          <a:ea typeface="FOT-UD丸ゴ_ラージ Pr6 M" panose="02020400000000000000" pitchFamily="18" charset="-128"/>
        </a:defRPr>
      </a:lvl2pPr>
      <a:lvl3pPr marL="1022350" indent="-350838" algn="l" rtl="0" eaLnBrk="1" fontAlgn="base" hangingPunct="1">
        <a:lnSpc>
          <a:spcPct val="150000"/>
        </a:lnSpc>
        <a:spcBef>
          <a:spcPct val="20000"/>
        </a:spcBef>
        <a:spcAft>
          <a:spcPct val="0"/>
        </a:spcAft>
        <a:buClr>
          <a:schemeClr val="tx1">
            <a:lumMod val="75000"/>
            <a:lumOff val="25000"/>
          </a:schemeClr>
        </a:buClr>
        <a:buSzPct val="65000"/>
        <a:buFont typeface="Wingdings" panose="05000000000000000000" pitchFamily="2" charset="2"/>
        <a:buChar char="n"/>
        <a:defRPr kumimoji="1" sz="1600" b="1">
          <a:solidFill>
            <a:schemeClr val="tx1"/>
          </a:solidFill>
          <a:latin typeface="FOT-UD丸ゴ_ラージ Pr6 M" panose="02020400000000000000" pitchFamily="18" charset="-128"/>
          <a:ea typeface="FOT-UD丸ゴ_ラージ Pr6 M" panose="02020400000000000000" pitchFamily="18" charset="-128"/>
        </a:defRPr>
      </a:lvl3pPr>
      <a:lvl4pPr marL="1339850" indent="-315913" algn="l" rtl="0" eaLnBrk="1" fontAlgn="base" hangingPunct="1">
        <a:lnSpc>
          <a:spcPct val="150000"/>
        </a:lnSpc>
        <a:spcBef>
          <a:spcPct val="20000"/>
        </a:spcBef>
        <a:spcAft>
          <a:spcPct val="0"/>
        </a:spcAft>
        <a:buClr>
          <a:schemeClr val="tx1">
            <a:lumMod val="75000"/>
            <a:lumOff val="25000"/>
          </a:schemeClr>
        </a:buClr>
        <a:buSzPct val="70000"/>
        <a:buFont typeface="Wingdings" panose="05000000000000000000" pitchFamily="2" charset="2"/>
        <a:buChar char="n"/>
        <a:defRPr kumimoji="1" sz="1400" b="1">
          <a:solidFill>
            <a:schemeClr val="tx1"/>
          </a:solidFill>
          <a:latin typeface="FOT-UD丸ゴ_ラージ Pr6 M" panose="02020400000000000000" pitchFamily="18" charset="-128"/>
          <a:ea typeface="FOT-UD丸ゴ_ラージ Pr6 M" panose="02020400000000000000" pitchFamily="18" charset="-128"/>
        </a:defRPr>
      </a:lvl4pPr>
      <a:lvl5pPr marL="1681163" indent="-339725" algn="l" rtl="0" eaLnBrk="1" fontAlgn="base" hangingPunct="1">
        <a:lnSpc>
          <a:spcPct val="150000"/>
        </a:lnSpc>
        <a:spcBef>
          <a:spcPct val="20000"/>
        </a:spcBef>
        <a:spcAft>
          <a:spcPct val="0"/>
        </a:spcAft>
        <a:buClr>
          <a:schemeClr val="tx1">
            <a:lumMod val="75000"/>
            <a:lumOff val="25000"/>
          </a:schemeClr>
        </a:buClr>
        <a:buSzPct val="75000"/>
        <a:buFont typeface="Wingdings" panose="05000000000000000000" pitchFamily="2" charset="2"/>
        <a:buChar char="n"/>
        <a:defRPr kumimoji="1" sz="1200" b="1">
          <a:solidFill>
            <a:schemeClr val="tx1"/>
          </a:solidFill>
          <a:latin typeface="FOT-UD丸ゴ_ラージ Pr6 M" panose="02020400000000000000" pitchFamily="18" charset="-128"/>
          <a:ea typeface="FOT-UD丸ゴ_ラージ Pr6 M" panose="02020400000000000000" pitchFamily="18" charset="-128"/>
        </a:defRPr>
      </a:lvl5pPr>
      <a:lvl6pPr marL="2138363" indent="-339725" algn="l" rtl="0" eaLnBrk="1" fontAlgn="base" hangingPunct="1">
        <a:spcBef>
          <a:spcPct val="20000"/>
        </a:spcBef>
        <a:spcAft>
          <a:spcPct val="0"/>
        </a:spcAft>
        <a:buClr>
          <a:srgbClr val="0000CC"/>
        </a:buClr>
        <a:buSzPct val="75000"/>
        <a:buFont typeface="Wingdings" pitchFamily="2" charset="2"/>
        <a:buChar char="§"/>
        <a:defRPr kumimoji="1" sz="2000">
          <a:solidFill>
            <a:schemeClr val="tx1"/>
          </a:solidFill>
          <a:latin typeface="+mn-lt"/>
          <a:ea typeface="+mn-ea"/>
        </a:defRPr>
      </a:lvl6pPr>
      <a:lvl7pPr marL="2595563" indent="-339725" algn="l" rtl="0" eaLnBrk="1" fontAlgn="base" hangingPunct="1">
        <a:spcBef>
          <a:spcPct val="20000"/>
        </a:spcBef>
        <a:spcAft>
          <a:spcPct val="0"/>
        </a:spcAft>
        <a:buClr>
          <a:srgbClr val="0000CC"/>
        </a:buClr>
        <a:buSzPct val="75000"/>
        <a:buFont typeface="Wingdings" pitchFamily="2" charset="2"/>
        <a:buChar char="§"/>
        <a:defRPr kumimoji="1" sz="2000">
          <a:solidFill>
            <a:schemeClr val="tx1"/>
          </a:solidFill>
          <a:latin typeface="+mn-lt"/>
          <a:ea typeface="+mn-ea"/>
        </a:defRPr>
      </a:lvl7pPr>
      <a:lvl8pPr marL="3052763" indent="-339725" algn="l" rtl="0" eaLnBrk="1" fontAlgn="base" hangingPunct="1">
        <a:spcBef>
          <a:spcPct val="20000"/>
        </a:spcBef>
        <a:spcAft>
          <a:spcPct val="0"/>
        </a:spcAft>
        <a:buClr>
          <a:srgbClr val="0000CC"/>
        </a:buClr>
        <a:buSzPct val="75000"/>
        <a:buFont typeface="Wingdings" pitchFamily="2" charset="2"/>
        <a:buChar char="§"/>
        <a:defRPr kumimoji="1" sz="2000">
          <a:solidFill>
            <a:schemeClr val="tx1"/>
          </a:solidFill>
          <a:latin typeface="+mn-lt"/>
          <a:ea typeface="+mn-ea"/>
        </a:defRPr>
      </a:lvl8pPr>
      <a:lvl9pPr marL="3509963" indent="-339725" algn="l" rtl="0" eaLnBrk="1" fontAlgn="base" hangingPunct="1">
        <a:spcBef>
          <a:spcPct val="20000"/>
        </a:spcBef>
        <a:spcAft>
          <a:spcPct val="0"/>
        </a:spcAft>
        <a:buClr>
          <a:srgbClr val="0000CC"/>
        </a:buClr>
        <a:buSzPct val="75000"/>
        <a:buFont typeface="Wingdings" pitchFamily="2" charset="2"/>
        <a:buChar char="§"/>
        <a:defRPr kumimoji="1" sz="20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8C532CC7-8870-14F4-E138-2C3BC510AC5A}"/>
              </a:ext>
            </a:extLst>
          </p:cNvPr>
          <p:cNvSpPr/>
          <p:nvPr/>
        </p:nvSpPr>
        <p:spPr bwMode="auto">
          <a:xfrm>
            <a:off x="8112224" y="195005"/>
            <a:ext cx="3753864" cy="499264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algn="ctr" eaLnBrk="1" hangingPunct="1"/>
            <a:r>
              <a:rPr lang="fr-FR" altLang="ja-JP" sz="16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&lt;__FILENAME__&gt;</a:t>
            </a:r>
            <a:endParaRPr kumimoji="1" lang="ja-JP" altLang="en-US" sz="1600" b="1" i="0" u="none" strike="noStrike" cap="none" normalizeH="0" baseline="0" dirty="0">
              <a:ln>
                <a:noFill/>
              </a:ln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DF2C10AA-AFC9-04E7-6FD9-0422F71628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分割挿入サンプル</a:t>
            </a:r>
            <a:r>
              <a:rPr kumimoji="1" lang="en-US" altLang="ja-JP"/>
              <a:t>2</a:t>
            </a:r>
            <a:r>
              <a:rPr kumimoji="1" lang="ja-JP" altLang="en-US"/>
              <a:t>　スライド１</a:t>
            </a:r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9D9D1AEB-A653-E353-2924-C432072666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ja-JP"/>
              <a:t>Copyright 2026 </a:t>
            </a:r>
            <a:r>
              <a:rPr lang="ja-JP" altLang="en-US"/>
              <a:t>アイデアクラフト </a:t>
            </a:r>
            <a:r>
              <a:rPr lang="en-US" altLang="ja-JP"/>
              <a:t>Kaimai Mizuhiro</a:t>
            </a:r>
            <a:endParaRPr lang="ja-JP" altLang="en-US" dirty="0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10E684CC-D1A9-0A0B-6E39-0081FA2BF766}"/>
              </a:ext>
            </a:extLst>
          </p:cNvPr>
          <p:cNvSpPr txBox="1"/>
          <p:nvPr/>
        </p:nvSpPr>
        <p:spPr bwMode="auto">
          <a:xfrm>
            <a:off x="1775520" y="2848449"/>
            <a:ext cx="8928992" cy="52322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kumimoji="1" lang="en-US" altLang="ja-JP" sz="2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&lt;__TITLE__&gt;</a:t>
            </a:r>
          </a:p>
        </p:txBody>
      </p:sp>
    </p:spTree>
    <p:extLst>
      <p:ext uri="{BB962C8B-B14F-4D97-AF65-F5344CB8AC3E}">
        <p14:creationId xmlns:p14="http://schemas.microsoft.com/office/powerpoint/2010/main" val="34536337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F2C10AA-AFC9-04E7-6FD9-0422F71628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分割挿入サンプル</a:t>
            </a:r>
            <a:r>
              <a:rPr kumimoji="1" lang="en-US" altLang="ja-JP"/>
              <a:t>2</a:t>
            </a:r>
            <a:r>
              <a:rPr kumimoji="1" lang="ja-JP" altLang="en-US"/>
              <a:t>　スライド</a:t>
            </a:r>
            <a:r>
              <a:rPr kumimoji="1" lang="en-US" altLang="ja-JP"/>
              <a:t>2</a:t>
            </a:r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9D9D1AEB-A653-E353-2924-C432072666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ja-JP"/>
              <a:t>Copyright 2026 </a:t>
            </a:r>
            <a:r>
              <a:rPr lang="ja-JP" altLang="en-US"/>
              <a:t>アイデアクラフト </a:t>
            </a:r>
            <a:r>
              <a:rPr lang="en-US" altLang="ja-JP"/>
              <a:t>Kaimai Mizuhiro</a:t>
            </a:r>
            <a:endParaRPr lang="ja-JP" altLang="en-US" dirty="0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10E684CC-D1A9-0A0B-6E39-0081FA2BF766}"/>
              </a:ext>
            </a:extLst>
          </p:cNvPr>
          <p:cNvSpPr txBox="1"/>
          <p:nvPr/>
        </p:nvSpPr>
        <p:spPr bwMode="auto">
          <a:xfrm>
            <a:off x="1775520" y="2848449"/>
            <a:ext cx="8928992" cy="52322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kumimoji="1" lang="en-US" altLang="ja-JP" sz="2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&lt;__TITLE__&gt;</a:t>
            </a: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60FA6B3A-ADCF-3968-14BF-C619822E3CBA}"/>
              </a:ext>
            </a:extLst>
          </p:cNvPr>
          <p:cNvSpPr/>
          <p:nvPr/>
        </p:nvSpPr>
        <p:spPr bwMode="auto">
          <a:xfrm>
            <a:off x="8112224" y="195005"/>
            <a:ext cx="3753864" cy="499264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algn="ctr" eaLnBrk="1" hangingPunct="1"/>
            <a:r>
              <a:rPr lang="fr-FR" altLang="ja-JP" sz="16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&lt;__FILENAME__&gt;</a:t>
            </a:r>
            <a:endParaRPr kumimoji="1" lang="ja-JP" altLang="en-US" sz="1600" b="1" i="0" u="none" strike="noStrike" cap="none" normalizeH="0" baseline="0" dirty="0">
              <a:ln>
                <a:noFill/>
              </a:ln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88271743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F2C10AA-AFC9-04E7-6FD9-0422F71628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分割挿入サンプル</a:t>
            </a:r>
            <a:r>
              <a:rPr kumimoji="1" lang="en-US" altLang="ja-JP"/>
              <a:t>2</a:t>
            </a:r>
            <a:r>
              <a:rPr kumimoji="1" lang="ja-JP" altLang="en-US"/>
              <a:t>　スライド</a:t>
            </a:r>
            <a:r>
              <a:rPr kumimoji="1" lang="en-US" altLang="ja-JP"/>
              <a:t>3</a:t>
            </a:r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9D9D1AEB-A653-E353-2924-C432072666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ja-JP"/>
              <a:t>Copyright 2026 </a:t>
            </a:r>
            <a:r>
              <a:rPr lang="ja-JP" altLang="en-US"/>
              <a:t>アイデアクラフト </a:t>
            </a:r>
            <a:r>
              <a:rPr lang="en-US" altLang="ja-JP"/>
              <a:t>Kaimai Mizuhiro</a:t>
            </a:r>
            <a:endParaRPr lang="ja-JP" altLang="en-US" dirty="0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10E684CC-D1A9-0A0B-6E39-0081FA2BF766}"/>
              </a:ext>
            </a:extLst>
          </p:cNvPr>
          <p:cNvSpPr txBox="1"/>
          <p:nvPr/>
        </p:nvSpPr>
        <p:spPr bwMode="auto">
          <a:xfrm>
            <a:off x="1775520" y="2848449"/>
            <a:ext cx="8928992" cy="52322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kumimoji="1" lang="en-US" altLang="ja-JP" sz="2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&lt;__TITLE__&gt;</a:t>
            </a: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0907CC3F-99D9-C8A1-D761-3CD2B62FCAD8}"/>
              </a:ext>
            </a:extLst>
          </p:cNvPr>
          <p:cNvSpPr/>
          <p:nvPr/>
        </p:nvSpPr>
        <p:spPr bwMode="auto">
          <a:xfrm>
            <a:off x="8112224" y="195005"/>
            <a:ext cx="3753864" cy="499264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algn="ctr" eaLnBrk="1" hangingPunct="1"/>
            <a:r>
              <a:rPr lang="fr-FR" altLang="ja-JP" sz="16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&lt;__FILENAME__&gt;</a:t>
            </a:r>
            <a:endParaRPr kumimoji="1" lang="ja-JP" altLang="en-US" sz="1600" b="1" i="0" u="none" strike="noStrike" cap="none" normalizeH="0" baseline="0" dirty="0">
              <a:ln>
                <a:noFill/>
              </a:ln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165428388"/>
      </p:ext>
    </p:extLst>
  </p:cSld>
  <p:clrMapOvr>
    <a:masterClrMapping/>
  </p:clrMapOvr>
</p:sld>
</file>

<file path=ppt/theme/theme1.xml><?xml version="1.0" encoding="utf-8"?>
<a:theme xmlns:a="http://schemas.openxmlformats.org/drawingml/2006/main" name="Edge">
  <a:themeElements>
    <a:clrScheme name="ユーザー定義 1">
      <a:dk1>
        <a:srgbClr val="292929"/>
      </a:dk1>
      <a:lt1>
        <a:sysClr val="window" lastClr="FFFFFF"/>
      </a:lt1>
      <a:dk2>
        <a:srgbClr val="244242"/>
      </a:dk2>
      <a:lt2>
        <a:srgbClr val="FFFFFF"/>
      </a:lt2>
      <a:accent1>
        <a:srgbClr val="51BD9C"/>
      </a:accent1>
      <a:accent2>
        <a:srgbClr val="FF2121"/>
      </a:accent2>
      <a:accent3>
        <a:srgbClr val="A3E3B1"/>
      </a:accent3>
      <a:accent4>
        <a:srgbClr val="FFE8B3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ユーザー定義 1">
      <a:majorFont>
        <a:latin typeface="Calibri"/>
        <a:ea typeface="メイリオ"/>
        <a:cs typeface=""/>
      </a:majorFont>
      <a:minorFont>
        <a:latin typeface="Calibri"/>
        <a:ea typeface="メイリオ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chemeClr val="bg1"/>
        </a:solidFill>
        <a:ln w="12700" cap="flat" cmpd="sng" algn="ctr">
          <a:solidFill>
            <a:schemeClr val="tx1">
              <a:lumMod val="75000"/>
              <a:lumOff val="25000"/>
            </a:schemeClr>
          </a:solidFill>
          <a:prstDash val="solid"/>
          <a:round/>
          <a:headEnd type="none" w="med" len="med"/>
          <a:tailEnd type="none" w="med" len="med"/>
        </a:ln>
        <a:effectLst/>
      </a:spPr>
      <a:bodyPr vert="horz" wrap="none" lIns="90000" tIns="46800" rIns="90000" bIns="46800" numCol="1" rtlCol="0" anchor="ctr" anchorCtr="0" compatLnSpc="1">
        <a:prstTxWarp prst="textNoShape">
          <a:avLst/>
        </a:prstTxWarp>
      </a:bodyPr>
      <a:lstStyle>
        <a:defPPr marL="0" marR="0" indent="0" algn="ctr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sz="2000" b="1" i="0" u="none" strike="noStrike" cap="none" normalizeH="0" baseline="0" dirty="0">
            <a:ln>
              <a:noFill/>
            </a:ln>
            <a:solidFill>
              <a:schemeClr val="tx1"/>
            </a:solidFill>
            <a:effectLst/>
            <a:latin typeface="BIZ UDPゴシック" panose="020B0400000000000000" pitchFamily="50" charset="-128"/>
            <a:ea typeface="BIZ UDPゴシック" panose="020B0400000000000000" pitchFamily="50" charset="-128"/>
          </a:defRPr>
        </a:defPPr>
      </a:lstStyle>
    </a:spDef>
    <a:lnDef>
      <a:spPr bwMode="auto">
        <a:solidFill>
          <a:srgbClr val="CCFFFF"/>
        </a:solidFill>
        <a:ln w="28575" cap="flat" cmpd="sng" algn="ctr">
          <a:solidFill>
            <a:schemeClr val="tx1">
              <a:lumMod val="75000"/>
              <a:lumOff val="25000"/>
            </a:schemeClr>
          </a:solidFill>
          <a:prstDash val="solid"/>
          <a:round/>
          <a:headEnd type="none" w="med" len="med"/>
          <a:tailEnd type="triangle"/>
        </a:ln>
        <a:effectLst/>
      </a:spPr>
      <a:bodyPr/>
      <a:lstStyle/>
    </a:lnDef>
    <a:txDef>
      <a:spPr bwMode="auto">
        <a:noFill/>
        <a:ln>
          <a:noFill/>
        </a:ln>
        <a:extLst>
          <a:ext uri="{909E8E84-426E-40DD-AFC4-6F175D3DCCD1}">
            <a14:hiddenFill xmlns:a14="http://schemas.microsoft.com/office/drawing/2010/main">
              <a:solidFill>
                <a:srgbClr val="FFFFFF"/>
              </a:solidFill>
            </a14:hiddenFill>
          </a:ext>
          <a:ext uri="{91240B29-F687-4F45-9708-019B960494DF}">
            <a14:hiddenLine xmlns:a14="http://schemas.microsoft.com/office/drawing/2010/main" w="9525">
              <a:solidFill>
                <a:srgbClr val="000000"/>
              </a:solidFill>
              <a:miter lim="800000"/>
              <a:headEnd/>
              <a:tailEnd/>
            </a14:hiddenLine>
          </a:ext>
        </a:extLst>
      </a:spPr>
      <a:bodyPr vert="horz" wrap="square" lIns="91440" tIns="45720" rIns="91440" bIns="45720" numCol="1" rtlCol="0" anchor="t" anchorCtr="0" compatLnSpc="1">
        <a:prstTxWarp prst="textNoShape">
          <a:avLst/>
        </a:prstTxWarp>
        <a:spAutoFit/>
      </a:bodyPr>
      <a:lstStyle>
        <a:defPPr algn="l">
          <a:defRPr kumimoji="1" sz="1800" kern="0" smtClean="0">
            <a:latin typeface="BIZ UDPゴシック" panose="020B0400000000000000" pitchFamily="50" charset="-128"/>
            <a:ea typeface="BIZ UDPゴシック" panose="020B0400000000000000" pitchFamily="50" charset="-128"/>
          </a:defRPr>
        </a:defPPr>
      </a:lstStyle>
    </a:txDef>
  </a:objectDefaults>
  <a:extraClrSchemeLst>
    <a:extraClrScheme>
      <a:clrScheme name="Edge 1">
        <a:dk1>
          <a:srgbClr val="333333"/>
        </a:dk1>
        <a:lt1>
          <a:srgbClr val="FFFFFF"/>
        </a:lt1>
        <a:dk2>
          <a:srgbClr val="820000"/>
        </a:dk2>
        <a:lt2>
          <a:srgbClr val="FFFFFF"/>
        </a:lt2>
        <a:accent1>
          <a:srgbClr val="FF9900"/>
        </a:accent1>
        <a:accent2>
          <a:srgbClr val="CC3300"/>
        </a:accent2>
        <a:accent3>
          <a:srgbClr val="C1AAAA"/>
        </a:accent3>
        <a:accent4>
          <a:srgbClr val="DADADA"/>
        </a:accent4>
        <a:accent5>
          <a:srgbClr val="FFCAAA"/>
        </a:accent5>
        <a:accent6>
          <a:srgbClr val="B92D00"/>
        </a:accent6>
        <a:hlink>
          <a:srgbClr val="808080"/>
        </a:hlink>
        <a:folHlink>
          <a:srgbClr val="666633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Edge 2">
        <a:dk1>
          <a:srgbClr val="333333"/>
        </a:dk1>
        <a:lt1>
          <a:srgbClr val="CCCCFF"/>
        </a:lt1>
        <a:dk2>
          <a:srgbClr val="0B0506"/>
        </a:dk2>
        <a:lt2>
          <a:srgbClr val="FFFFFF"/>
        </a:lt2>
        <a:accent1>
          <a:srgbClr val="3366CC"/>
        </a:accent1>
        <a:accent2>
          <a:srgbClr val="3333CC"/>
        </a:accent2>
        <a:accent3>
          <a:srgbClr val="AAAAAA"/>
        </a:accent3>
        <a:accent4>
          <a:srgbClr val="AEAEDA"/>
        </a:accent4>
        <a:accent5>
          <a:srgbClr val="ADB8E2"/>
        </a:accent5>
        <a:accent6>
          <a:srgbClr val="2D2DB9"/>
        </a:accent6>
        <a:hlink>
          <a:srgbClr val="808080"/>
        </a:hlink>
        <a:folHlink>
          <a:srgbClr val="666633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Edge 3">
        <a:dk1>
          <a:srgbClr val="333333"/>
        </a:dk1>
        <a:lt1>
          <a:srgbClr val="FFFFFF"/>
        </a:lt1>
        <a:dk2>
          <a:srgbClr val="221013"/>
        </a:dk2>
        <a:lt2>
          <a:srgbClr val="FFFFFF"/>
        </a:lt2>
        <a:accent1>
          <a:srgbClr val="CC3300"/>
        </a:accent1>
        <a:accent2>
          <a:srgbClr val="CC9900"/>
        </a:accent2>
        <a:accent3>
          <a:srgbClr val="ABAAAA"/>
        </a:accent3>
        <a:accent4>
          <a:srgbClr val="DADADA"/>
        </a:accent4>
        <a:accent5>
          <a:srgbClr val="E2ADAA"/>
        </a:accent5>
        <a:accent6>
          <a:srgbClr val="B98A00"/>
        </a:accent6>
        <a:hlink>
          <a:srgbClr val="808080"/>
        </a:hlink>
        <a:folHlink>
          <a:srgbClr val="666633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Edge 4">
        <a:dk1>
          <a:srgbClr val="11054B"/>
        </a:dk1>
        <a:lt1>
          <a:srgbClr val="FFFFFF"/>
        </a:lt1>
        <a:dk2>
          <a:srgbClr val="0000CC"/>
        </a:dk2>
        <a:lt2>
          <a:srgbClr val="FFFFFF"/>
        </a:lt2>
        <a:accent1>
          <a:srgbClr val="FF6600"/>
        </a:accent1>
        <a:accent2>
          <a:srgbClr val="FF3300"/>
        </a:accent2>
        <a:accent3>
          <a:srgbClr val="AAAAE2"/>
        </a:accent3>
        <a:accent4>
          <a:srgbClr val="DADADA"/>
        </a:accent4>
        <a:accent5>
          <a:srgbClr val="FFB8AA"/>
        </a:accent5>
        <a:accent6>
          <a:srgbClr val="E72D00"/>
        </a:accent6>
        <a:hlink>
          <a:srgbClr val="CC9900"/>
        </a:hlink>
        <a:folHlink>
          <a:srgbClr val="B2B2B2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Edge 5">
        <a:dk1>
          <a:srgbClr val="9B8D65"/>
        </a:dk1>
        <a:lt1>
          <a:srgbClr val="F8F8F8"/>
        </a:lt1>
        <a:dk2>
          <a:srgbClr val="002600"/>
        </a:dk2>
        <a:lt2>
          <a:srgbClr val="FAFACC"/>
        </a:lt2>
        <a:accent1>
          <a:srgbClr val="CC9933"/>
        </a:accent1>
        <a:accent2>
          <a:srgbClr val="8F9967"/>
        </a:accent2>
        <a:accent3>
          <a:srgbClr val="AAACAA"/>
        </a:accent3>
        <a:accent4>
          <a:srgbClr val="D4D4D4"/>
        </a:accent4>
        <a:accent5>
          <a:srgbClr val="E2CAAD"/>
        </a:accent5>
        <a:accent6>
          <a:srgbClr val="818A5D"/>
        </a:accent6>
        <a:hlink>
          <a:srgbClr val="336600"/>
        </a:hlink>
        <a:folHlink>
          <a:srgbClr val="8080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Edge 6">
        <a:dk1>
          <a:srgbClr val="333333"/>
        </a:dk1>
        <a:lt1>
          <a:srgbClr val="FFFFFF"/>
        </a:lt1>
        <a:dk2>
          <a:srgbClr val="006699"/>
        </a:dk2>
        <a:lt2>
          <a:srgbClr val="FFFFFF"/>
        </a:lt2>
        <a:accent1>
          <a:srgbClr val="CC9900"/>
        </a:accent1>
        <a:accent2>
          <a:srgbClr val="FF9900"/>
        </a:accent2>
        <a:accent3>
          <a:srgbClr val="AAB8CA"/>
        </a:accent3>
        <a:accent4>
          <a:srgbClr val="DADADA"/>
        </a:accent4>
        <a:accent5>
          <a:srgbClr val="E2CAAA"/>
        </a:accent5>
        <a:accent6>
          <a:srgbClr val="E78A00"/>
        </a:accent6>
        <a:hlink>
          <a:srgbClr val="FFCC00"/>
        </a:hlink>
        <a:folHlink>
          <a:srgbClr val="706F37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Edge 7">
        <a:dk1>
          <a:srgbClr val="000000"/>
        </a:dk1>
        <a:lt1>
          <a:srgbClr val="FFFFFF"/>
        </a:lt1>
        <a:dk2>
          <a:srgbClr val="006633"/>
        </a:dk2>
        <a:lt2>
          <a:srgbClr val="5F5F5F"/>
        </a:lt2>
        <a:accent1>
          <a:srgbClr val="CC9900"/>
        </a:accent1>
        <a:accent2>
          <a:srgbClr val="3B812F"/>
        </a:accent2>
        <a:accent3>
          <a:srgbClr val="FFFFFF"/>
        </a:accent3>
        <a:accent4>
          <a:srgbClr val="000000"/>
        </a:accent4>
        <a:accent5>
          <a:srgbClr val="E2CAAA"/>
        </a:accent5>
        <a:accent6>
          <a:srgbClr val="35742A"/>
        </a:accent6>
        <a:hlink>
          <a:srgbClr val="996600"/>
        </a:hlink>
        <a:folHlink>
          <a:srgbClr val="AFBF39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Edge 8">
        <a:dk1>
          <a:srgbClr val="000000"/>
        </a:dk1>
        <a:lt1>
          <a:srgbClr val="FFFFFF"/>
        </a:lt1>
        <a:dk2>
          <a:srgbClr val="CC0000"/>
        </a:dk2>
        <a:lt2>
          <a:srgbClr val="666699"/>
        </a:lt2>
        <a:accent1>
          <a:srgbClr val="808080"/>
        </a:accent1>
        <a:accent2>
          <a:srgbClr val="999933"/>
        </a:accent2>
        <a:accent3>
          <a:srgbClr val="FFFFFF"/>
        </a:accent3>
        <a:accent4>
          <a:srgbClr val="000000"/>
        </a:accent4>
        <a:accent5>
          <a:srgbClr val="C0C0C0"/>
        </a:accent5>
        <a:accent6>
          <a:srgbClr val="8A8A2D"/>
        </a:accent6>
        <a:hlink>
          <a:srgbClr val="4C6D80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Edge 9">
        <a:dk1>
          <a:srgbClr val="000000"/>
        </a:dk1>
        <a:lt1>
          <a:srgbClr val="FFFFFF"/>
        </a:lt1>
        <a:dk2>
          <a:srgbClr val="003399"/>
        </a:dk2>
        <a:lt2>
          <a:srgbClr val="666699"/>
        </a:lt2>
        <a:accent1>
          <a:srgbClr val="009999"/>
        </a:accent1>
        <a:accent2>
          <a:srgbClr val="4C6D4E"/>
        </a:accent2>
        <a:accent3>
          <a:srgbClr val="FFFFFF"/>
        </a:accent3>
        <a:accent4>
          <a:srgbClr val="000000"/>
        </a:accent4>
        <a:accent5>
          <a:srgbClr val="AACACA"/>
        </a:accent5>
        <a:accent6>
          <a:srgbClr val="446246"/>
        </a:accent6>
        <a:hlink>
          <a:srgbClr val="4C6D80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図解技法による分かりやすい資料の作成講座-20181121・講師用</Template>
  <TotalTime>29420</TotalTime>
  <Words>51</Words>
  <Application>Microsoft Office PowerPoint</Application>
  <PresentationFormat>ワイド画面</PresentationFormat>
  <Paragraphs>12</Paragraphs>
  <Slides>3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3</vt:i4>
      </vt:variant>
    </vt:vector>
  </HeadingPairs>
  <TitlesOfParts>
    <vt:vector size="9" baseType="lpstr">
      <vt:lpstr>BIZ UDPゴシック</vt:lpstr>
      <vt:lpstr>FOT-UD丸ゴ_ラージ Pr6 M</vt:lpstr>
      <vt:lpstr>Arial</vt:lpstr>
      <vt:lpstr>Garamond</vt:lpstr>
      <vt:lpstr>Wingdings</vt:lpstr>
      <vt:lpstr>Edge</vt:lpstr>
      <vt:lpstr>分割挿入サンプル2　スライド１</vt:lpstr>
      <vt:lpstr>分割挿入サンプル2　スライド2</vt:lpstr>
      <vt:lpstr>分割挿入サンプル2　スライド3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cp:lastModifiedBy>瑞浩 開米</cp:lastModifiedBy>
  <cp:revision>4072</cp:revision>
  <dcterms:modified xsi:type="dcterms:W3CDTF">2026-05-20T09:53:43Z</dcterms:modified>
</cp:coreProperties>
</file>