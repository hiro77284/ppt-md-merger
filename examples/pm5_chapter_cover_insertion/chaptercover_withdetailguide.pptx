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"/>
  </p:notesMasterIdLst>
  <p:sldIdLst>
    <p:sldId id="1976" r:id="rId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47"/>
    <a:srgbClr val="FF9933"/>
    <a:srgbClr val="CC66FF"/>
    <a:srgbClr val="E34234"/>
    <a:srgbClr val="292929"/>
    <a:srgbClr val="FF7F50"/>
    <a:srgbClr val="FF3300"/>
    <a:srgbClr val="C8EED0"/>
    <a:srgbClr val="5E5E5E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89388" autoAdjust="0"/>
  </p:normalViewPr>
  <p:slideViewPr>
    <p:cSldViewPr>
      <p:cViewPr varScale="1">
        <p:scale>
          <a:sx n="114" d="100"/>
          <a:sy n="114" d="100"/>
        </p:scale>
        <p:origin x="31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590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6C6D-EF5A-8A92-ACF6-75AC0155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0E349E-05D0-130D-17D2-BDD6A2F61531}"/>
              </a:ext>
            </a:extLst>
          </p:cNvPr>
          <p:cNvSpPr txBox="1"/>
          <p:nvPr/>
        </p:nvSpPr>
        <p:spPr bwMode="auto">
          <a:xfrm>
            <a:off x="2027548" y="4509120"/>
            <a:ext cx="9397044" cy="209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このファイルは 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ごとの表紙ページを挿入するサンプルです。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50000"/>
              </a:lnSpc>
            </a:pP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{{CHAPT_TITLE}}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vars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定義に従って置換されて更新されます。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必要なら置換対象変数を追加することもできます。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←このマーカーを含むシェイプは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yaml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indexer.deletecsp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設定 または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--deletecsp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オプションにより自動的に削除できます。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5A41A44-DCD2-AC31-7A40-0D248580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3068960"/>
            <a:ext cx="10309912" cy="501352"/>
          </a:xfrm>
        </p:spPr>
        <p:txBody>
          <a:bodyPr/>
          <a:lstStyle/>
          <a:p>
            <a:pPr algn="ctr"/>
            <a:r>
              <a:rPr lang="en-US" altLang="ja-JP" sz="4000"/>
              <a:t>{{v:CHAPT_TITLE}}</a:t>
            </a:r>
            <a:endParaRPr lang="ja-JP" altLang="en-US" sz="40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DBC7D1-EE6D-792A-27B7-31E5D19CE043}"/>
              </a:ext>
            </a:extLst>
          </p:cNvPr>
          <p:cNvSpPr txBox="1"/>
          <p:nvPr/>
        </p:nvSpPr>
        <p:spPr bwMode="auto">
          <a:xfrm>
            <a:off x="869200" y="1340768"/>
            <a:ext cx="1033936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 このマーカーがあるページは 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表紙とみなされ、節番号なし、章番号のみのナンバリングになります　</a:t>
            </a:r>
          </a:p>
        </p:txBody>
      </p:sp>
    </p:spTree>
    <p:extLst>
      <p:ext uri="{BB962C8B-B14F-4D97-AF65-F5344CB8AC3E}">
        <p14:creationId xmlns:p14="http://schemas.microsoft.com/office/powerpoint/2010/main" val="319080930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28540</TotalTime>
  <Words>104</Words>
  <Application>Microsoft Office PowerPoint</Application>
  <PresentationFormat>ワイド画面</PresentationFormat>
  <Paragraphs>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UDPゴシック</vt:lpstr>
      <vt:lpstr>FOT-UD丸ゴ_ラージ Pr6 M</vt:lpstr>
      <vt:lpstr>Arial</vt:lpstr>
      <vt:lpstr>Garamond</vt:lpstr>
      <vt:lpstr>Wingdings</vt:lpstr>
      <vt:lpstr>Edge</vt:lpstr>
      <vt:lpstr>{{v:CHAPT_TITLE}}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瑞浩 開米</cp:lastModifiedBy>
  <cp:revision>3686</cp:revision>
  <dcterms:modified xsi:type="dcterms:W3CDTF">2026-05-20T06:28:16Z</dcterms:modified>
</cp:coreProperties>
</file>