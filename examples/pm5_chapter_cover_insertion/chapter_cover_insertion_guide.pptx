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8"/>
  </p:notesMasterIdLst>
  <p:sldIdLst>
    <p:sldId id="1785" r:id="rId2"/>
    <p:sldId id="1790" r:id="rId3"/>
    <p:sldId id="1792" r:id="rId4"/>
    <p:sldId id="1793" r:id="rId5"/>
    <p:sldId id="1794" r:id="rId6"/>
    <p:sldId id="1788"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99"/>
    <a:srgbClr val="CC66FF"/>
    <a:srgbClr val="FFCCFF"/>
    <a:srgbClr val="CCECFF"/>
    <a:srgbClr val="99FFCC"/>
    <a:srgbClr val="FFFF00"/>
    <a:srgbClr val="FF6347"/>
    <a:srgbClr val="FF9933"/>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1772" autoAdjust="0"/>
  </p:normalViewPr>
  <p:slideViewPr>
    <p:cSldViewPr>
      <p:cViewPr varScale="1">
        <p:scale>
          <a:sx n="86" d="100"/>
          <a:sy n="86" d="100"/>
        </p:scale>
        <p:origin x="612" y="6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lang="en-US"/>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章・節、つまり Chapter/Section 構造の書籍にはしばしば 「章とびら（Chapter Cover）」 をつけます。これは章全体の説明や、各節の概要、章単位での目次などを含むスライドであり、いわば  **「前置き」** です。</a:t>
            </a:r>
          </a:p>
          <a:p>
            <a:endParaRPr/>
          </a:p>
          <a:p>
            <a:r>
              <a:t>それに対して、本題は **「節」** の部分に記述します。通常、この部分を文書部品マスターとして個別の pptx ファイルとして管理します。つまり、個別の文書部品マスターpptxには「本題」 部分しか入っていないことがあります。</a:t>
            </a:r>
          </a:p>
          <a:p>
            <a:endParaRPr/>
          </a:p>
          <a:p>
            <a:r>
              <a:t>そこで、Chapter Cover が必要なら別途挿入します。</a:t>
            </a:r>
          </a:p>
          <a:p>
            <a:endParaRPr/>
          </a:p>
          <a:p>
            <a:r>
              <a:t>```{=latex}</a:t>
            </a:r>
          </a:p>
          <a:p>
            <a:r>
              <a:t>\par\vspace{1\baselineskip}</a:t>
            </a:r>
          </a:p>
          <a:p>
            <a:r>
              <a:t>\begin{center}</a:t>
            </a:r>
          </a:p>
          <a:p>
            <a:r>
              <a:t>```</a:t>
            </a:r>
          </a:p>
          <a:p>
            <a:endParaRPr/>
          </a:p>
          <a:p>
            <a:r>
              <a:t>![](figures/&lt;__BASEFILENAME__&gt;_slide&lt;__SLIDENUM__&gt;_fig.png){ width=95% }</a:t>
            </a:r>
          </a:p>
          <a:p>
            <a:endParaRPr lang="en-US"/>
          </a:p>
          <a:p>
            <a:r>
              <a:rPr lang="en-US"/>
              <a:t>![](figures/&lt;__BASEFILENAME__&gt;_keyvisual.png){ width=80% }</a:t>
            </a:r>
          </a:p>
          <a:p>
            <a:endParaRPr lang="en-US"/>
          </a:p>
          <a:p>
            <a:endParaRPr/>
          </a:p>
          <a:p>
            <a:r>
              <a:t>```{=latex}</a:t>
            </a:r>
          </a:p>
          <a:p>
            <a:r>
              <a:t>\end{center}</a:t>
            </a:r>
          </a:p>
          <a:p>
            <a:r>
              <a:t>\par\vspace{1\baselineskip}</a:t>
            </a:r>
          </a:p>
          <a:p>
            <a:r>
              <a:t>```</a:t>
            </a:r>
          </a:p>
          <a:p>
            <a:endParaRPr/>
          </a:p>
          <a:p>
            <a:r>
              <a:t>機能としては単なる operation:insertpptx と varsであり、Chapter Cover 用ファイルを用意して中身を変数置換することで実現します。</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42552482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Chapter Cover 挿入運用の詳しい説明をします。</a:t>
            </a:r>
          </a:p>
          <a:p>
            <a:endParaRPr/>
          </a:p>
          <a:p>
            <a:r>
              <a:t>たとえばいずれも細かい情報の入った２つのpptxを結合したい、その際、話題が違うので Chapter 番号を変えたいとします。 operation: chapter を加えることで、Chapter 番号を変えること自体は可能ですが、この方式にはちょっとした欠点があります。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5889729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929DC-4310-182A-AE1E-7FA3CF71DD9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B6C0BB6-CD14-E1A3-7034-03093CDC2FD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7B240BE-5BBA-CE83-6CCD-42FCD3122964}"/>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章・節番号がついてはいても、全体として細かい情報が続いているので、読者には　「急に話題が変わった」　印象を与えやすいのです。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a:p>
            <a:endParaRPr/>
          </a:p>
          <a:p>
            <a:r>
              <a:t>はっきりとデザインの違う Chapter Cover スライドを挿入しておけば、この問題を解決できます。</a:t>
            </a:r>
          </a:p>
        </p:txBody>
      </p:sp>
      <p:sp>
        <p:nvSpPr>
          <p:cNvPr id="4" name="スライド番号プレースホルダー 3">
            <a:extLst>
              <a:ext uri="{FF2B5EF4-FFF2-40B4-BE49-F238E27FC236}">
                <a16:creationId xmlns:a16="http://schemas.microsoft.com/office/drawing/2014/main" id="{924106A5-A885-2D59-5BC4-B3648EC8AF0E}"/>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41139070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そこで、Chapter Cover 用の1枚だけのスライドを作ってoperation: chapter の代わりに operation: insertpptx で挿入します。</a:t>
            </a:r>
          </a:p>
          <a:p>
            <a:endParaRPr/>
          </a:p>
          <a:p>
            <a:r>
              <a:t>ただし、同じファイルだとChapterが分からないので、テンプレートの中身を変数で書き換えられるようにします。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2087445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Chapter Cover テンプレートファイルの作り方です。</a:t>
            </a:r>
          </a:p>
          <a:p>
            <a:endParaRPr/>
          </a:p>
          <a:p>
            <a:r>
              <a:t>#CHAPT# マーカーを入れておくこと、TITLE プレースホルダーに置換用の変数を入れておくことがポイントです。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a:p>
            <a:endParaRPr/>
          </a:p>
          <a:p>
            <a:r>
              <a:t>概要説明文やChapter目次やも入れたければ、それも変数にしておけば置き換えられます。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5139730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Chapter Cover のように複数の文書で共通に使いそうなファイルは共通資材用フォルダに置いて参照するのがおすすめです。</a:t>
            </a:r>
          </a:p>
          <a:p>
            <a:endParaRPr/>
          </a:p>
          <a:p>
            <a:r>
              <a:t>結合指示書上では相対パスまたは絶対パスで参照できます。</a:t>
            </a:r>
          </a:p>
          <a:p>
            <a:endParaRPr/>
          </a:p>
          <a:p>
            <a:r>
              <a:t>```{=latex}</a:t>
            </a:r>
          </a:p>
          <a:p>
            <a:r>
              <a:t>\par\vspace{1\baselineskip}</a:t>
            </a:r>
          </a:p>
          <a:p>
            <a:r>
              <a:t>\begin{center}</a:t>
            </a:r>
          </a:p>
          <a:p>
            <a:r>
              <a:t>```</a:t>
            </a:r>
          </a:p>
          <a:p>
            <a:endParaRPr/>
          </a:p>
          <a:p>
            <a:r>
              <a:t>![](figures/&lt;__BASEFILENAME__&gt;_slide&lt;__SLIDENUM__&gt;_fig.png){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312965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43478"/>
            <a:ext cx="10369152" cy="19032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7A56F199-610B-91DB-7524-CC7FF526D257}"/>
              </a:ext>
            </a:extLst>
          </p:cNvPr>
          <p:cNvSpPr/>
          <p:nvPr/>
        </p:nvSpPr>
        <p:spPr bwMode="auto">
          <a:xfrm>
            <a:off x="1947136" y="2790920"/>
            <a:ext cx="8541352" cy="38064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lang="en-US" altLang="ja-JP"/>
              <a:t>Chapter Cover </a:t>
            </a:r>
            <a:r>
              <a:rPr lang="ja-JP" altLang="en-US"/>
              <a:t>挿入運用</a:t>
            </a:r>
            <a:endParaRPr kumimoji="1" lang="ja-JP" altLang="en-US"/>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chapter_cover_insertion_recipe.yaml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1</a:t>
            </a:r>
            <a:r>
              <a:rPr kumimoji="1" lang="ja-JP" altLang="en-US" sz="1600" kern="0">
                <a:latin typeface="BIZ UDPゴシック" panose="020B0400000000000000" pitchFamily="50" charset="-128"/>
                <a:ea typeface="BIZ UDPゴシック" panose="020B0400000000000000" pitchFamily="50" charset="-128"/>
              </a:rPr>
              <a:t>つの章をまとめる「章とびら（</a:t>
            </a:r>
            <a:r>
              <a:rPr kumimoji="1" lang="en-US" altLang="ja-JP" sz="1600" kern="0">
                <a:latin typeface="BIZ UDPゴシック" panose="020B0400000000000000" pitchFamily="50" charset="-128"/>
                <a:ea typeface="BIZ UDPゴシック" panose="020B0400000000000000" pitchFamily="50" charset="-128"/>
              </a:rPr>
              <a:t>Chapter Cover)</a:t>
            </a:r>
            <a:r>
              <a:rPr kumimoji="1" lang="ja-JP" altLang="en-US" sz="1600" kern="0">
                <a:latin typeface="BIZ UDPゴシック" panose="020B0400000000000000" pitchFamily="50" charset="-128"/>
                <a:ea typeface="BIZ UDPゴシック" panose="020B0400000000000000" pitchFamily="50" charset="-128"/>
              </a:rPr>
              <a:t>に当たるスライドを挿入する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 "variable replacement", vars</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pm5_chapter_cover_insertion</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4439817"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2</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16" name="正方形/長方形 15">
            <a:extLst>
              <a:ext uri="{FF2B5EF4-FFF2-40B4-BE49-F238E27FC236}">
                <a16:creationId xmlns:a16="http://schemas.microsoft.com/office/drawing/2014/main" id="{6816A134-8C6C-272E-5C05-572F6F630061}"/>
              </a:ext>
            </a:extLst>
          </p:cNvPr>
          <p:cNvSpPr/>
          <p:nvPr/>
        </p:nvSpPr>
        <p:spPr bwMode="auto">
          <a:xfrm>
            <a:off x="3429581"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・・本文・</a:t>
            </a:r>
            <a:endParaRPr kumimoji="1" lang="en-US" altLang="ja-JP" sz="14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effectLst/>
                <a:latin typeface="BIZ UDPゴシック" panose="020B0400000000000000" pitchFamily="50" charset="-128"/>
                <a:ea typeface="BIZ UDPゴシック" panose="020B0400000000000000" pitchFamily="50" charset="-128"/>
              </a:rPr>
              <a: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4BCDCB37-BD18-D17E-DC07-8287AFF97873}"/>
              </a:ext>
            </a:extLst>
          </p:cNvPr>
          <p:cNvSpPr/>
          <p:nvPr/>
        </p:nvSpPr>
        <p:spPr bwMode="auto">
          <a:xfrm>
            <a:off x="2419345" y="4043808"/>
            <a:ext cx="924955" cy="1187989"/>
          </a:xfrm>
          <a:prstGeom prst="rect">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effectLst/>
                <a:latin typeface="BIZ UDPゴシック" panose="020B0400000000000000" pitchFamily="50" charset="-128"/>
                <a:ea typeface="BIZ UDPゴシック" panose="020B0400000000000000" pitchFamily="50" charset="-128"/>
              </a:rPr>
              <a:t>1</a:t>
            </a:r>
            <a:r>
              <a:rPr kumimoji="1" lang="ja-JP" altLang="en-US" sz="1800" b="1" i="0" u="none" strike="noStrike" cap="none" normalizeH="0" baseline="0">
                <a:ln>
                  <a:noFill/>
                </a:ln>
                <a:effectLst/>
                <a:latin typeface="BIZ UDPゴシック" panose="020B0400000000000000" pitchFamily="50" charset="-128"/>
                <a:ea typeface="BIZ UDPゴシック" panose="020B0400000000000000" pitchFamily="50" charset="-128"/>
              </a:rPr>
              <a:t>章</a:t>
            </a:r>
            <a:endParaRPr kumimoji="1" lang="ja-JP" altLang="en-US" sz="1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F3BAEF42-3D8B-9ACE-2249-15162E82D5E8}"/>
              </a:ext>
            </a:extLst>
          </p:cNvPr>
          <p:cNvSpPr/>
          <p:nvPr/>
        </p:nvSpPr>
        <p:spPr bwMode="auto">
          <a:xfrm>
            <a:off x="5450053" y="4043808"/>
            <a:ext cx="924955" cy="1187989"/>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節</a:t>
            </a:r>
            <a:endPar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・・本文・</a:t>
            </a:r>
            <a:endParaRPr lang="en-US" altLang="ja-JP" sz="1400">
              <a:latin typeface="BIZ UDPゴシック" panose="020B0400000000000000" pitchFamily="50" charset="-128"/>
              <a:ea typeface="BIZ UDPゴシック" panose="020B0400000000000000" pitchFamily="50" charset="-128"/>
            </a:endParaRPr>
          </a:p>
          <a:p>
            <a:pPr eaLnBrk="1" hangingPunct="1"/>
            <a:r>
              <a:rPr lang="ja-JP" altLang="en-US" sz="1400">
                <a:latin typeface="BIZ UDPゴシック" panose="020B0400000000000000" pitchFamily="50" charset="-128"/>
                <a:ea typeface="BIZ UDPゴシック" panose="020B0400000000000000" pitchFamily="50" charset="-128"/>
              </a:rPr>
              <a:t>・・・・・・・</a:t>
            </a:r>
          </a:p>
        </p:txBody>
      </p:sp>
      <p:sp>
        <p:nvSpPr>
          <p:cNvPr id="20" name="テキスト ボックス 19">
            <a:extLst>
              <a:ext uri="{FF2B5EF4-FFF2-40B4-BE49-F238E27FC236}">
                <a16:creationId xmlns:a16="http://schemas.microsoft.com/office/drawing/2014/main" id="{544B2A0A-7EC7-6F65-8078-2BDCBB82A3AE}"/>
              </a:ext>
            </a:extLst>
          </p:cNvPr>
          <p:cNvSpPr txBox="1"/>
          <p:nvPr/>
        </p:nvSpPr>
        <p:spPr bwMode="auto">
          <a:xfrm>
            <a:off x="2490164" y="4422112"/>
            <a:ext cx="917959"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1</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2</a:t>
            </a:r>
            <a:r>
              <a:rPr kumimoji="1" lang="ja-JP" altLang="en-US" sz="1400" kern="0">
                <a:latin typeface="BIZ UDPゴシック" panose="020B0400000000000000" pitchFamily="50" charset="-128"/>
                <a:ea typeface="BIZ UDPゴシック" panose="020B0400000000000000" pitchFamily="50" charset="-128"/>
              </a:rPr>
              <a:t>節 ・・・</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en-US" altLang="ja-JP" sz="1400" kern="0">
                <a:latin typeface="BIZ UDPゴシック" panose="020B0400000000000000" pitchFamily="50" charset="-128"/>
                <a:ea typeface="BIZ UDPゴシック" panose="020B0400000000000000" pitchFamily="50" charset="-128"/>
              </a:rPr>
              <a:t>3</a:t>
            </a:r>
            <a:r>
              <a:rPr kumimoji="1" lang="ja-JP" altLang="en-US" sz="1400" kern="0">
                <a:latin typeface="BIZ UDPゴシック" panose="020B0400000000000000" pitchFamily="50" charset="-128"/>
                <a:ea typeface="BIZ UDPゴシック" panose="020B0400000000000000" pitchFamily="50" charset="-128"/>
              </a:rPr>
              <a:t>節 ・・・</a:t>
            </a:r>
          </a:p>
        </p:txBody>
      </p:sp>
      <p:sp>
        <p:nvSpPr>
          <p:cNvPr id="25" name="右中かっこ 24">
            <a:extLst>
              <a:ext uri="{FF2B5EF4-FFF2-40B4-BE49-F238E27FC236}">
                <a16:creationId xmlns:a16="http://schemas.microsoft.com/office/drawing/2014/main" id="{E70B072F-C8C8-6AB1-7D65-ADEF54545DCC}"/>
              </a:ext>
            </a:extLst>
          </p:cNvPr>
          <p:cNvSpPr/>
          <p:nvPr/>
        </p:nvSpPr>
        <p:spPr bwMode="auto">
          <a:xfrm rot="16200000" flipV="1">
            <a:off x="4764791" y="2410852"/>
            <a:ext cx="288032" cy="3033505"/>
          </a:xfrm>
          <a:prstGeom prst="rightBrace">
            <a:avLst>
              <a:gd name="adj1" fmla="val 32143"/>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402FFB35-2601-4ED7-F2D2-1C99D6E39133}"/>
              </a:ext>
            </a:extLst>
          </p:cNvPr>
          <p:cNvCxnSpPr>
            <a:cxnSpLocks/>
          </p:cNvCxnSpPr>
          <p:nvPr/>
        </p:nvCxnSpPr>
        <p:spPr bwMode="auto">
          <a:xfrm>
            <a:off x="2855640" y="3429000"/>
            <a:ext cx="0" cy="61480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87F10A7E-C7C5-F596-E7BB-872C45052AAE}"/>
              </a:ext>
            </a:extLst>
          </p:cNvPr>
          <p:cNvSpPr txBox="1"/>
          <p:nvPr/>
        </p:nvSpPr>
        <p:spPr bwMode="auto">
          <a:xfrm>
            <a:off x="2012826" y="2852936"/>
            <a:ext cx="595343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章とびら＝</a:t>
            </a:r>
            <a:r>
              <a:rPr lang="en-US" altLang="ja-JP"/>
              <a:t>Chapter Cover </a:t>
            </a:r>
            <a:r>
              <a:rPr lang="ja-JP" altLang="en-US"/>
              <a:t>は、章全体の説明や、各節の概要、章単位での目次などを含むスライド。　いわば 「</a:t>
            </a:r>
            <a:r>
              <a:rPr lang="ja-JP" altLang="en-US">
                <a:solidFill>
                  <a:srgbClr val="FF0000"/>
                </a:solidFill>
              </a:rPr>
              <a:t>前置き</a:t>
            </a:r>
            <a:r>
              <a:rPr lang="ja-JP" altLang="en-US"/>
              <a:t>」</a:t>
            </a:r>
            <a:endParaRPr lang="en-US" altLang="ja-JP"/>
          </a:p>
        </p:txBody>
      </p:sp>
      <p:sp>
        <p:nvSpPr>
          <p:cNvPr id="43" name="テキスト ボックス 42">
            <a:extLst>
              <a:ext uri="{FF2B5EF4-FFF2-40B4-BE49-F238E27FC236}">
                <a16:creationId xmlns:a16="http://schemas.microsoft.com/office/drawing/2014/main" id="{2C0CA062-423F-CC8E-3A60-FFE98F0361EB}"/>
              </a:ext>
            </a:extLst>
          </p:cNvPr>
          <p:cNvSpPr txBox="1"/>
          <p:nvPr/>
        </p:nvSpPr>
        <p:spPr bwMode="auto">
          <a:xfrm>
            <a:off x="3946564" y="3429062"/>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コンテンツの</a:t>
            </a:r>
            <a:r>
              <a:rPr lang="ja-JP" altLang="en-US">
                <a:solidFill>
                  <a:srgbClr val="FF0000"/>
                </a:solidFill>
              </a:rPr>
              <a:t>本題</a:t>
            </a:r>
            <a:r>
              <a:rPr lang="ja-JP" altLang="en-US"/>
              <a:t>はこちら。　通常、文書部品マスターとして管理される</a:t>
            </a:r>
            <a:endParaRPr lang="en-US" altLang="ja-JP"/>
          </a:p>
        </p:txBody>
      </p:sp>
      <p:sp>
        <p:nvSpPr>
          <p:cNvPr id="44" name="テキスト ボックス 43">
            <a:extLst>
              <a:ext uri="{FF2B5EF4-FFF2-40B4-BE49-F238E27FC236}">
                <a16:creationId xmlns:a16="http://schemas.microsoft.com/office/drawing/2014/main" id="{439D8338-AA5B-E61C-426A-7F253502C4A0}"/>
              </a:ext>
            </a:extLst>
          </p:cNvPr>
          <p:cNvSpPr txBox="1"/>
          <p:nvPr/>
        </p:nvSpPr>
        <p:spPr bwMode="auto">
          <a:xfrm>
            <a:off x="2927648" y="5661248"/>
            <a:ext cx="72728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そこで、</a:t>
            </a:r>
            <a:r>
              <a:rPr lang="en-US" altLang="ja-JP"/>
              <a:t>Chapter Cover </a:t>
            </a:r>
            <a:r>
              <a:rPr lang="ja-JP" altLang="en-US"/>
              <a:t>が必要なら別途挿入する</a:t>
            </a:r>
            <a:endParaRPr lang="en-US" altLang="ja-JP"/>
          </a:p>
        </p:txBody>
      </p:sp>
      <p:cxnSp>
        <p:nvCxnSpPr>
          <p:cNvPr id="45" name="直線矢印コネクタ 44">
            <a:extLst>
              <a:ext uri="{FF2B5EF4-FFF2-40B4-BE49-F238E27FC236}">
                <a16:creationId xmlns:a16="http://schemas.microsoft.com/office/drawing/2014/main" id="{30C831A5-DD24-49F9-1B50-2B0F66A6AA50}"/>
              </a:ext>
            </a:extLst>
          </p:cNvPr>
          <p:cNvCxnSpPr>
            <a:cxnSpLocks/>
            <a:endCxn id="17" idx="2"/>
          </p:cNvCxnSpPr>
          <p:nvPr/>
        </p:nvCxnSpPr>
        <p:spPr bwMode="auto">
          <a:xfrm flipH="1" flipV="1">
            <a:off x="2881823" y="5231797"/>
            <a:ext cx="367738" cy="498822"/>
          </a:xfrm>
          <a:prstGeom prst="straightConnector1">
            <a:avLst/>
          </a:prstGeom>
          <a:solidFill>
            <a:srgbClr val="CCFFFF"/>
          </a:solidFill>
          <a:ln w="28575" cap="flat" cmpd="sng" algn="ctr">
            <a:solidFill>
              <a:schemeClr val="tx1">
                <a:lumMod val="75000"/>
                <a:lumOff val="25000"/>
              </a:schemeClr>
            </a:solidFill>
            <a:prstDash val="sysDash"/>
            <a:round/>
            <a:headEnd type="none" w="med" len="med"/>
            <a:tailEnd type="none" w="med" len="med"/>
          </a:ln>
          <a:effectLst/>
        </p:spPr>
      </p:cxnSp>
      <p:sp>
        <p:nvSpPr>
          <p:cNvPr id="49" name="テキスト ボックス 48">
            <a:extLst>
              <a:ext uri="{FF2B5EF4-FFF2-40B4-BE49-F238E27FC236}">
                <a16:creationId xmlns:a16="http://schemas.microsoft.com/office/drawing/2014/main" id="{E56F9387-45B6-23D1-B298-4B41A139DA77}"/>
              </a:ext>
            </a:extLst>
          </p:cNvPr>
          <p:cNvSpPr txBox="1"/>
          <p:nvPr/>
        </p:nvSpPr>
        <p:spPr bwMode="auto">
          <a:xfrm>
            <a:off x="3503712" y="5321947"/>
            <a:ext cx="73752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個別の文書部品マスター</a:t>
            </a:r>
            <a:r>
              <a:rPr lang="en-US" altLang="ja-JP"/>
              <a:t>pptx</a:t>
            </a:r>
            <a:r>
              <a:rPr lang="ja-JP" altLang="en-US"/>
              <a:t>には「本題」 部分しか入っていないことがある</a:t>
            </a:r>
            <a:endParaRPr lang="en-US" altLang="ja-JP"/>
          </a:p>
        </p:txBody>
      </p:sp>
      <p:sp>
        <p:nvSpPr>
          <p:cNvPr id="54" name="テキスト ボックス 53">
            <a:extLst>
              <a:ext uri="{FF2B5EF4-FFF2-40B4-BE49-F238E27FC236}">
                <a16:creationId xmlns:a16="http://schemas.microsoft.com/office/drawing/2014/main" id="{2AB0836E-ED04-B2A6-A327-5F5274155AF1}"/>
              </a:ext>
            </a:extLst>
          </p:cNvPr>
          <p:cNvSpPr txBox="1"/>
          <p:nvPr/>
        </p:nvSpPr>
        <p:spPr bwMode="auto">
          <a:xfrm>
            <a:off x="2927648" y="6039258"/>
            <a:ext cx="727280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pPr marL="285750" indent="-285750">
              <a:buFont typeface="Arial" panose="020B0604020202020204" pitchFamily="34" charset="0"/>
              <a:buChar char="•"/>
            </a:pPr>
            <a:r>
              <a:rPr lang="ja-JP" altLang="en-US"/>
              <a:t>機能としては単なる </a:t>
            </a:r>
            <a:r>
              <a:rPr lang="en-US" altLang="ja-JP"/>
              <a:t>operation:insertpptx </a:t>
            </a:r>
            <a:r>
              <a:rPr lang="ja-JP" altLang="en-US"/>
              <a:t>と </a:t>
            </a:r>
            <a:r>
              <a:rPr lang="en-US" altLang="ja-JP"/>
              <a:t>vars</a:t>
            </a:r>
          </a:p>
          <a:p>
            <a:pPr marL="285750" indent="-285750">
              <a:buFont typeface="Arial" panose="020B0604020202020204" pitchFamily="34" charset="0"/>
              <a:buChar char="•"/>
            </a:pPr>
            <a:r>
              <a:rPr lang="en-US" altLang="ja-JP"/>
              <a:t>Chapter Cover </a:t>
            </a:r>
            <a:r>
              <a:rPr lang="ja-JP" altLang="en-US"/>
              <a:t>用ファイルを用意して中身を変数置換する</a:t>
            </a:r>
            <a:endParaRPr lang="en-US" altLang="ja-JP"/>
          </a:p>
        </p:txBody>
      </p:sp>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1" name="exportrange">
            <a:extLst>
              <a:ext uri="{FF2B5EF4-FFF2-40B4-BE49-F238E27FC236}">
                <a16:creationId xmlns:a16="http://schemas.microsoft.com/office/drawing/2014/main" id="{846E8EB3-72BA-C1A4-7D41-E896C28C478E}"/>
              </a:ext>
            </a:extLst>
          </p:cNvPr>
          <p:cNvSpPr/>
          <p:nvPr/>
        </p:nvSpPr>
        <p:spPr bwMode="auto">
          <a:xfrm>
            <a:off x="623391" y="1207558"/>
            <a:ext cx="10892537" cy="524577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矢印: 右 15">
            <a:extLst>
              <a:ext uri="{FF2B5EF4-FFF2-40B4-BE49-F238E27FC236}">
                <a16:creationId xmlns:a16="http://schemas.microsoft.com/office/drawing/2014/main" id="{FD43F7B3-73AD-36D0-8678-7B8F7155DD2B}"/>
              </a:ext>
            </a:extLst>
          </p:cNvPr>
          <p:cNvSpPr/>
          <p:nvPr/>
        </p:nvSpPr>
        <p:spPr bwMode="auto">
          <a:xfrm>
            <a:off x="3431704" y="3842148"/>
            <a:ext cx="5778865" cy="708677"/>
          </a:xfrm>
          <a:prstGeom prst="rightArrow">
            <a:avLst/>
          </a:prstGeom>
          <a:solidFill>
            <a:schemeClr val="accent3">
              <a:lumMod val="60000"/>
              <a:lumOff val="4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operation: chapter </a:t>
            </a:r>
            <a:r>
              <a:rPr lang="ja-JP" altLang="en-US"/>
              <a:t>が使いにくい問題</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8" name="テキスト ボックス 17">
            <a:extLst>
              <a:ext uri="{FF2B5EF4-FFF2-40B4-BE49-F238E27FC236}">
                <a16:creationId xmlns:a16="http://schemas.microsoft.com/office/drawing/2014/main" id="{B24022ED-02D5-08FB-B46D-BB55671847D3}"/>
              </a:ext>
            </a:extLst>
          </p:cNvPr>
          <p:cNvSpPr txBox="1"/>
          <p:nvPr/>
        </p:nvSpPr>
        <p:spPr bwMode="auto">
          <a:xfrm>
            <a:off x="698280" y="1298544"/>
            <a:ext cx="343244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いずれも細かい情報の入った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２つの</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を結合したいとき</a:t>
            </a:r>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202336"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87414"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87414"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202336"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87414"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87414"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203707"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203707"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534459" y="2788120"/>
            <a:ext cx="3528392" cy="2862322"/>
          </a:xfrm>
          <a:prstGeom prst="rect">
            <a:avLst/>
          </a:prstGeom>
          <a:solidFill>
            <a:schemeClr val="bg1"/>
          </a:solidFill>
          <a:ln w="9525">
            <a:solidFill>
              <a:srgbClr val="000000"/>
            </a:solidFill>
            <a:miter lim="800000"/>
            <a:headEnd/>
            <a:tailEnd/>
          </a:ln>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chapter</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 "+"</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0" name="テキスト ボックス 39">
            <a:extLst>
              <a:ext uri="{FF2B5EF4-FFF2-40B4-BE49-F238E27FC236}">
                <a16:creationId xmlns:a16="http://schemas.microsoft.com/office/drawing/2014/main" id="{46D474F4-E8E6-7CA2-3AA8-D11D89E48039}"/>
              </a:ext>
            </a:extLst>
          </p:cNvPr>
          <p:cNvSpPr txBox="1"/>
          <p:nvPr/>
        </p:nvSpPr>
        <p:spPr bwMode="auto">
          <a:xfrm>
            <a:off x="4223792" y="1944875"/>
            <a:ext cx="448992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を加えることで、</a:t>
            </a:r>
            <a:r>
              <a:rPr kumimoji="1" lang="en-US" altLang="ja-JP" sz="1800" kern="0">
                <a:latin typeface="BIZ UDPゴシック" panose="020B0400000000000000" pitchFamily="50" charset="-128"/>
                <a:ea typeface="BIZ UDPゴシック" panose="020B0400000000000000" pitchFamily="50" charset="-128"/>
              </a:rPr>
              <a:t>Chapter </a:t>
            </a:r>
            <a:r>
              <a:rPr kumimoji="1" lang="ja-JP" altLang="en-US" sz="1800" kern="0">
                <a:latin typeface="BIZ UDPゴシック" panose="020B0400000000000000" pitchFamily="50" charset="-128"/>
                <a:ea typeface="BIZ UDPゴシック" panose="020B0400000000000000" pitchFamily="50" charset="-128"/>
              </a:rPr>
              <a:t>番号を変えることは可能</a:t>
            </a:r>
          </a:p>
        </p:txBody>
      </p:sp>
      <p:sp>
        <p:nvSpPr>
          <p:cNvPr id="41" name="テキスト ボックス 40">
            <a:extLst>
              <a:ext uri="{FF2B5EF4-FFF2-40B4-BE49-F238E27FC236}">
                <a16:creationId xmlns:a16="http://schemas.microsoft.com/office/drawing/2014/main" id="{79BA2837-C07B-C964-45EB-3C9DB2859073}"/>
              </a:ext>
            </a:extLst>
          </p:cNvPr>
          <p:cNvSpPr txBox="1"/>
          <p:nvPr/>
        </p:nvSpPr>
        <p:spPr bwMode="auto">
          <a:xfrm>
            <a:off x="4404606" y="5971591"/>
            <a:ext cx="7111323"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ただし、この方式にはちょっとした欠点がある。それは・・・・？</a:t>
            </a:r>
            <a:endParaRPr kumimoji="1" lang="en-US" altLang="ja-JP"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367DE8D9-4E3E-2725-2157-98221579C491}"/>
              </a:ext>
            </a:extLst>
          </p:cNvPr>
          <p:cNvSpPr/>
          <p:nvPr/>
        </p:nvSpPr>
        <p:spPr bwMode="auto">
          <a:xfrm>
            <a:off x="9509998" y="2439852"/>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49B9C49-329E-726D-9E9B-04344D558559}"/>
              </a:ext>
            </a:extLst>
          </p:cNvPr>
          <p:cNvSpPr/>
          <p:nvPr/>
        </p:nvSpPr>
        <p:spPr bwMode="auto">
          <a:xfrm>
            <a:off x="9695076" y="2642376"/>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01DD4055-BD94-B542-46F0-E9FBB906E411}"/>
              </a:ext>
            </a:extLst>
          </p:cNvPr>
          <p:cNvSpPr/>
          <p:nvPr/>
        </p:nvSpPr>
        <p:spPr bwMode="auto">
          <a:xfrm>
            <a:off x="9695076" y="338018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31CBB36-A640-367E-BC2F-FAD6FC250246}"/>
              </a:ext>
            </a:extLst>
          </p:cNvPr>
          <p:cNvSpPr/>
          <p:nvPr/>
        </p:nvSpPr>
        <p:spPr bwMode="auto">
          <a:xfrm>
            <a:off x="9695076" y="420517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30E12934-31B2-FD28-B87E-3E69271FA8F5}"/>
              </a:ext>
            </a:extLst>
          </p:cNvPr>
          <p:cNvSpPr/>
          <p:nvPr/>
        </p:nvSpPr>
        <p:spPr bwMode="auto">
          <a:xfrm>
            <a:off x="9695076" y="491821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417793D-01E0-6BBF-042E-BC5D957EC340}"/>
              </a:ext>
            </a:extLst>
          </p:cNvPr>
          <p:cNvSpPr txBox="1"/>
          <p:nvPr/>
        </p:nvSpPr>
        <p:spPr bwMode="auto">
          <a:xfrm>
            <a:off x="9408368" y="1959223"/>
            <a:ext cx="210853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結合後</a:t>
            </a:r>
            <a:r>
              <a:rPr kumimoji="1" lang="en-US" altLang="ja-JP" sz="2400" kern="0">
                <a:latin typeface="BIZ UDPゴシック" panose="020B0400000000000000" pitchFamily="50" charset="-128"/>
                <a:ea typeface="BIZ UDPゴシック" panose="020B0400000000000000" pitchFamily="50" charset="-128"/>
              </a:rPr>
              <a:t>.pptx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3093B5D2-DF57-3AAE-38BC-0B5755D8764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898973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35DD-A761-53F5-030F-2ADDE1B90C2D}"/>
            </a:ext>
          </a:extLst>
        </p:cNvPr>
        <p:cNvGrpSpPr/>
        <p:nvPr/>
      </p:nvGrpSpPr>
      <p:grpSpPr>
        <a:xfrm>
          <a:off x="0" y="0"/>
          <a:ext cx="0" cy="0"/>
          <a:chOff x="0" y="0"/>
          <a:chExt cx="0" cy="0"/>
        </a:xfrm>
      </p:grpSpPr>
      <p:sp>
        <p:nvSpPr>
          <p:cNvPr id="9" name="exportrange">
            <a:extLst>
              <a:ext uri="{FF2B5EF4-FFF2-40B4-BE49-F238E27FC236}">
                <a16:creationId xmlns:a16="http://schemas.microsoft.com/office/drawing/2014/main" id="{ECF491E9-9E5C-0304-CB27-AFE9B814E6B3}"/>
              </a:ext>
            </a:extLst>
          </p:cNvPr>
          <p:cNvSpPr/>
          <p:nvPr/>
        </p:nvSpPr>
        <p:spPr bwMode="auto">
          <a:xfrm>
            <a:off x="623391" y="1052736"/>
            <a:ext cx="10688129" cy="555003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906C8B2-7075-D1E8-092E-185D0C0717FE}"/>
              </a:ext>
            </a:extLst>
          </p:cNvPr>
          <p:cNvSpPr>
            <a:spLocks noGrp="1"/>
          </p:cNvSpPr>
          <p:nvPr>
            <p:ph type="title"/>
          </p:nvPr>
        </p:nvSpPr>
        <p:spPr/>
        <p:txBody>
          <a:bodyPr/>
          <a:lstStyle/>
          <a:p>
            <a:r>
              <a:rPr lang="en-US" altLang="ja-JP"/>
              <a:t>Chapter Cover </a:t>
            </a:r>
            <a:r>
              <a:rPr lang="ja-JP" altLang="en-US"/>
              <a:t>で話題の転換を明示したい</a:t>
            </a:r>
            <a:endParaRPr kumimoji="1" lang="ja-JP" altLang="en-US"/>
          </a:p>
        </p:txBody>
      </p:sp>
      <p:sp>
        <p:nvSpPr>
          <p:cNvPr id="3" name="フッター プレースホルダー 2">
            <a:extLst>
              <a:ext uri="{FF2B5EF4-FFF2-40B4-BE49-F238E27FC236}">
                <a16:creationId xmlns:a16="http://schemas.microsoft.com/office/drawing/2014/main" id="{DFC7C7BE-C72A-964E-131D-9C87E7640321}"/>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9" name="正方形/長方形 18">
            <a:extLst>
              <a:ext uri="{FF2B5EF4-FFF2-40B4-BE49-F238E27FC236}">
                <a16:creationId xmlns:a16="http://schemas.microsoft.com/office/drawing/2014/main" id="{90D50E72-80AE-D5D9-6D69-28DBA833D0B8}"/>
              </a:ext>
            </a:extLst>
          </p:cNvPr>
          <p:cNvSpPr/>
          <p:nvPr/>
        </p:nvSpPr>
        <p:spPr bwMode="auto">
          <a:xfrm>
            <a:off x="1131077" y="2852936"/>
            <a:ext cx="1884976" cy="3315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074D680D-F354-D21B-FE21-47D55207E6BF}"/>
              </a:ext>
            </a:extLst>
          </p:cNvPr>
          <p:cNvSpPr/>
          <p:nvPr/>
        </p:nvSpPr>
        <p:spPr bwMode="auto">
          <a:xfrm>
            <a:off x="1316155" y="3055460"/>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70529DA2-F6C6-4ECC-88DF-8067696EBB7D}"/>
              </a:ext>
            </a:extLst>
          </p:cNvPr>
          <p:cNvSpPr/>
          <p:nvPr/>
        </p:nvSpPr>
        <p:spPr bwMode="auto">
          <a:xfrm>
            <a:off x="1316155" y="379326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AD20986F-7CAF-F935-3D57-7935637E02E8}"/>
              </a:ext>
            </a:extLst>
          </p:cNvPr>
          <p:cNvSpPr/>
          <p:nvPr/>
        </p:nvSpPr>
        <p:spPr bwMode="auto">
          <a:xfrm>
            <a:off x="1316155" y="4618259"/>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3D04DC95-43EF-2C51-AE05-A588016668E5}"/>
              </a:ext>
            </a:extLst>
          </p:cNvPr>
          <p:cNvSpPr/>
          <p:nvPr/>
        </p:nvSpPr>
        <p:spPr bwMode="auto">
          <a:xfrm>
            <a:off x="1316155" y="5331302"/>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8" name="フリーフォーム: 図形 27">
            <a:extLst>
              <a:ext uri="{FF2B5EF4-FFF2-40B4-BE49-F238E27FC236}">
                <a16:creationId xmlns:a16="http://schemas.microsoft.com/office/drawing/2014/main" id="{E007AF48-608D-DA1E-F6FB-FC46E41E7CC2}"/>
              </a:ext>
            </a:extLst>
          </p:cNvPr>
          <p:cNvSpPr/>
          <p:nvPr/>
        </p:nvSpPr>
        <p:spPr bwMode="auto">
          <a:xfrm>
            <a:off x="3162734" y="4267599"/>
            <a:ext cx="266305" cy="486137"/>
          </a:xfrm>
          <a:custGeom>
            <a:avLst/>
            <a:gdLst>
              <a:gd name="csX0" fmla="*/ 0 w 266305"/>
              <a:gd name="csY0" fmla="*/ 0 h 486137"/>
              <a:gd name="csX1" fmla="*/ 266217 w 266305"/>
              <a:gd name="csY1" fmla="*/ 231494 h 486137"/>
              <a:gd name="csX2" fmla="*/ 23149 w 266305"/>
              <a:gd name="csY2" fmla="*/ 486137 h 486137"/>
            </a:gdLst>
            <a:ahLst/>
            <a:cxnLst>
              <a:cxn ang="0">
                <a:pos x="csX0" y="csY0"/>
              </a:cxn>
              <a:cxn ang="0">
                <a:pos x="csX1" y="csY1"/>
              </a:cxn>
              <a:cxn ang="0">
                <a:pos x="csX2" y="csY2"/>
              </a:cxn>
            </a:cxnLst>
            <a:rect l="l" t="t" r="r" b="b"/>
            <a:pathLst>
              <a:path w="266305" h="486137">
                <a:moveTo>
                  <a:pt x="0" y="0"/>
                </a:moveTo>
                <a:cubicBezTo>
                  <a:pt x="131179" y="75235"/>
                  <a:pt x="262359" y="150471"/>
                  <a:pt x="266217" y="231494"/>
                </a:cubicBezTo>
                <a:cubicBezTo>
                  <a:pt x="270075" y="312517"/>
                  <a:pt x="146612" y="399327"/>
                  <a:pt x="23149" y="486137"/>
                </a:cubicBezTo>
              </a:path>
            </a:pathLst>
          </a:custGeom>
          <a:noFill/>
          <a:ln w="57150" cap="flat" cmpd="sng" algn="ctr">
            <a:solidFill>
              <a:srgbClr val="FF0000"/>
            </a:solidFill>
            <a:prstDash val="solid"/>
            <a:round/>
            <a:headEnd type="none" w="med" len="med"/>
            <a:tailEnd type="triangle" w="med" len="med"/>
          </a:ln>
          <a:effectLst/>
        </p:spPr>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45C0A1C4-344C-A0AA-B020-05096433D65C}"/>
              </a:ext>
            </a:extLst>
          </p:cNvPr>
          <p:cNvSpPr txBox="1"/>
          <p:nvPr/>
        </p:nvSpPr>
        <p:spPr bwMode="auto">
          <a:xfrm>
            <a:off x="749371" y="1206396"/>
            <a:ext cx="477056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章・節番号がついてはいても、全体として</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細かい情報が続いているので、読者には　</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「急に話題が変わった」　印象を与えやすい</a:t>
            </a:r>
          </a:p>
        </p:txBody>
      </p:sp>
      <p:sp>
        <p:nvSpPr>
          <p:cNvPr id="30" name="テキスト ボックス 29">
            <a:extLst>
              <a:ext uri="{FF2B5EF4-FFF2-40B4-BE49-F238E27FC236}">
                <a16:creationId xmlns:a16="http://schemas.microsoft.com/office/drawing/2014/main" id="{F4F11B07-4A73-4F69-4A5A-119771D4C24A}"/>
              </a:ext>
            </a:extLst>
          </p:cNvPr>
          <p:cNvSpPr txBox="1"/>
          <p:nvPr/>
        </p:nvSpPr>
        <p:spPr bwMode="auto">
          <a:xfrm>
            <a:off x="1338238" y="241159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結合後</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C690CB2-DB3F-B0CA-28A4-4CE0D1B8550E}"/>
              </a:ext>
            </a:extLst>
          </p:cNvPr>
          <p:cNvSpPr txBox="1"/>
          <p:nvPr/>
        </p:nvSpPr>
        <p:spPr bwMode="auto">
          <a:xfrm>
            <a:off x="3575719" y="4060556"/>
            <a:ext cx="1512169"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唐突な</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話題転換</a:t>
            </a:r>
          </a:p>
        </p:txBody>
      </p:sp>
      <p:sp>
        <p:nvSpPr>
          <p:cNvPr id="8" name="正方形/長方形 7">
            <a:extLst>
              <a:ext uri="{FF2B5EF4-FFF2-40B4-BE49-F238E27FC236}">
                <a16:creationId xmlns:a16="http://schemas.microsoft.com/office/drawing/2014/main" id="{8090BC7B-37A1-82A3-C286-396D7944D476}"/>
              </a:ext>
            </a:extLst>
          </p:cNvPr>
          <p:cNvSpPr/>
          <p:nvPr/>
        </p:nvSpPr>
        <p:spPr bwMode="auto">
          <a:xfrm>
            <a:off x="7104112" y="2276872"/>
            <a:ext cx="1884976" cy="417646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D617A7D-EA6A-3B41-890D-C23F6C76865A}"/>
              </a:ext>
            </a:extLst>
          </p:cNvPr>
          <p:cNvSpPr/>
          <p:nvPr/>
        </p:nvSpPr>
        <p:spPr bwMode="auto">
          <a:xfrm>
            <a:off x="7289190" y="3056895"/>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1.1) 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621BAAC9-8A6F-8893-1E7A-B92D74FA17FA}"/>
              </a:ext>
            </a:extLst>
          </p:cNvPr>
          <p:cNvSpPr/>
          <p:nvPr/>
        </p:nvSpPr>
        <p:spPr bwMode="auto">
          <a:xfrm>
            <a:off x="7289190" y="3663654"/>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1.2) 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7B77B52B-A2AF-BF26-87C7-8F5AEBEED1E9}"/>
              </a:ext>
            </a:extLst>
          </p:cNvPr>
          <p:cNvSpPr/>
          <p:nvPr/>
        </p:nvSpPr>
        <p:spPr bwMode="auto">
          <a:xfrm>
            <a:off x="7289190" y="5129043"/>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2.1) 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8F68DFDB-35A0-A5A3-46A0-8CECD6ADBA6A}"/>
              </a:ext>
            </a:extLst>
          </p:cNvPr>
          <p:cNvSpPr/>
          <p:nvPr/>
        </p:nvSpPr>
        <p:spPr bwMode="auto">
          <a:xfrm>
            <a:off x="7289190" y="5740568"/>
            <a:ext cx="1514819" cy="53745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2.2) 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2AA2D443-F233-6DCE-541E-0060488FCD56}"/>
              </a:ext>
            </a:extLst>
          </p:cNvPr>
          <p:cNvSpPr/>
          <p:nvPr/>
        </p:nvSpPr>
        <p:spPr bwMode="auto">
          <a:xfrm>
            <a:off x="7289190" y="245668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1) A</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CD3B53F2-CCC9-F6B2-3E79-9B057EB7E489}"/>
              </a:ext>
            </a:extLst>
          </p:cNvPr>
          <p:cNvSpPr/>
          <p:nvPr/>
        </p:nvSpPr>
        <p:spPr bwMode="auto">
          <a:xfrm>
            <a:off x="7289190" y="4504698"/>
            <a:ext cx="1514819" cy="537450"/>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2) </a:t>
            </a:r>
            <a:r>
              <a:rPr kumimoji="1" lang="ja-JP" altLang="en-US" sz="2800" b="1" i="0" u="none" strike="noStrike" cap="none" normalizeH="0" baseline="0">
                <a:ln>
                  <a:noFill/>
                </a:ln>
                <a:solidFill>
                  <a:srgbClr val="FF0000"/>
                </a:solidFill>
                <a:effectLst/>
                <a:latin typeface="BIZ UDPゴシック" panose="020B0400000000000000" pitchFamily="50" charset="-128"/>
                <a:ea typeface="BIZ UDPゴシック" panose="020B0400000000000000" pitchFamily="50" charset="-128"/>
              </a:rPr>
              <a:t>Ｂ</a:t>
            </a:r>
            <a:endParaRPr lang="en-US" altLang="ja-JP">
              <a:solidFill>
                <a:srgbClr val="FF0000"/>
              </a:solidFill>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C514EE70-0B4E-0259-6C59-972E253ECDF6}"/>
              </a:ext>
            </a:extLst>
          </p:cNvPr>
          <p:cNvSpPr txBox="1"/>
          <p:nvPr/>
        </p:nvSpPr>
        <p:spPr bwMode="auto">
          <a:xfrm>
            <a:off x="6377648" y="1340768"/>
            <a:ext cx="391093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スライドを挿入しておけば、話題の転換を明示できる</a:t>
            </a:r>
          </a:p>
        </p:txBody>
      </p:sp>
      <p:sp>
        <p:nvSpPr>
          <p:cNvPr id="33" name="テキスト ボックス 32">
            <a:extLst>
              <a:ext uri="{FF2B5EF4-FFF2-40B4-BE49-F238E27FC236}">
                <a16:creationId xmlns:a16="http://schemas.microsoft.com/office/drawing/2014/main" id="{565844C8-7757-F2B8-B847-2E73EECF742B}"/>
              </a:ext>
            </a:extLst>
          </p:cNvPr>
          <p:cNvSpPr txBox="1"/>
          <p:nvPr/>
        </p:nvSpPr>
        <p:spPr bwMode="auto">
          <a:xfrm>
            <a:off x="9655337" y="3293814"/>
            <a:ext cx="165618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2400" kern="0">
                <a:latin typeface="BIZ UDPゴシック" panose="020B0400000000000000" pitchFamily="50" charset="-128"/>
                <a:ea typeface="BIZ UDPゴシック" panose="020B0400000000000000" pitchFamily="50" charset="-128"/>
              </a:rPr>
              <a:t>Chapter</a:t>
            </a:r>
          </a:p>
          <a:p>
            <a:pPr algn="l"/>
            <a:r>
              <a:rPr kumimoji="1" lang="en-US" altLang="ja-JP" sz="2400" kern="0">
                <a:latin typeface="BIZ UDPゴシック" panose="020B0400000000000000" pitchFamily="50" charset="-128"/>
                <a:ea typeface="BIZ UDPゴシック" panose="020B0400000000000000" pitchFamily="50" charset="-128"/>
              </a:rPr>
              <a:t>Cover</a:t>
            </a:r>
            <a:endParaRPr kumimoji="1" lang="ja-JP" altLang="en-US" sz="24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367BD1CC-93A9-F985-8AE5-755A14C95C98}"/>
              </a:ext>
            </a:extLst>
          </p:cNvPr>
          <p:cNvCxnSpPr>
            <a:cxnSpLocks/>
          </p:cNvCxnSpPr>
          <p:nvPr/>
        </p:nvCxnSpPr>
        <p:spPr bwMode="auto">
          <a:xfrm flipH="1" flipV="1">
            <a:off x="8616280" y="2852936"/>
            <a:ext cx="1039057" cy="832792"/>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BCF4776F-5831-D33F-AC98-90E4F3575F1A}"/>
              </a:ext>
            </a:extLst>
          </p:cNvPr>
          <p:cNvCxnSpPr>
            <a:cxnSpLocks/>
          </p:cNvCxnSpPr>
          <p:nvPr/>
        </p:nvCxnSpPr>
        <p:spPr bwMode="auto">
          <a:xfrm flipH="1">
            <a:off x="8616280" y="3732897"/>
            <a:ext cx="1039057" cy="104052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 name="正方形/長方形 5">
            <a:extLst>
              <a:ext uri="{FF2B5EF4-FFF2-40B4-BE49-F238E27FC236}">
                <a16:creationId xmlns:a16="http://schemas.microsoft.com/office/drawing/2014/main" id="{F7241224-5930-E161-D8F7-8FE72C7D87B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86671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8" name="exportrange">
            <a:extLst>
              <a:ext uri="{FF2B5EF4-FFF2-40B4-BE49-F238E27FC236}">
                <a16:creationId xmlns:a16="http://schemas.microsoft.com/office/drawing/2014/main" id="{65377F82-607D-C114-057D-33B73049F3DA}"/>
              </a:ext>
            </a:extLst>
          </p:cNvPr>
          <p:cNvSpPr/>
          <p:nvPr/>
        </p:nvSpPr>
        <p:spPr bwMode="auto">
          <a:xfrm>
            <a:off x="623392" y="943477"/>
            <a:ext cx="11089232" cy="565929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Chapter Cover </a:t>
            </a:r>
            <a:r>
              <a:rPr lang="ja-JP" altLang="en-US"/>
              <a:t>の挿入方法</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正方形/長方形 6">
            <a:extLst>
              <a:ext uri="{FF2B5EF4-FFF2-40B4-BE49-F238E27FC236}">
                <a16:creationId xmlns:a16="http://schemas.microsoft.com/office/drawing/2014/main" id="{51350175-C0B6-AA0C-087C-A327BCE9E516}"/>
              </a:ext>
            </a:extLst>
          </p:cNvPr>
          <p:cNvSpPr/>
          <p:nvPr/>
        </p:nvSpPr>
        <p:spPr bwMode="auto">
          <a:xfrm>
            <a:off x="1127448" y="2439852"/>
            <a:ext cx="1884976" cy="159474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3B1D6BAA-96AE-843D-364F-A4FCE8CCE419}"/>
              </a:ext>
            </a:extLst>
          </p:cNvPr>
          <p:cNvSpPr/>
          <p:nvPr/>
        </p:nvSpPr>
        <p:spPr bwMode="auto">
          <a:xfrm>
            <a:off x="1312526" y="2609471"/>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A1</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8AD558AE-A8DE-992D-118B-6E830EE543FC}"/>
              </a:ext>
            </a:extLst>
          </p:cNvPr>
          <p:cNvSpPr/>
          <p:nvPr/>
        </p:nvSpPr>
        <p:spPr bwMode="auto">
          <a:xfrm>
            <a:off x="1312526" y="3305124"/>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A2</a:t>
            </a:r>
            <a:r>
              <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00B0F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00B0F0"/>
                </a:solidFill>
                <a:latin typeface="BIZ UDPゴシック" panose="020B0400000000000000" pitchFamily="50" charset="-128"/>
                <a:ea typeface="BIZ UDPゴシック" panose="020B0400000000000000" pitchFamily="50" charset="-128"/>
              </a:rPr>
              <a:t>・・・・・・・・・・・・・</a:t>
            </a:r>
            <a:endParaRPr lang="en-US" altLang="ja-JP" sz="1400">
              <a:solidFill>
                <a:srgbClr val="00B0F0"/>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C83A1BEE-2517-E729-75B1-A1687382372B}"/>
              </a:ext>
            </a:extLst>
          </p:cNvPr>
          <p:cNvSpPr/>
          <p:nvPr/>
        </p:nvSpPr>
        <p:spPr bwMode="auto">
          <a:xfrm>
            <a:off x="1127448" y="4557059"/>
            <a:ext cx="1884976" cy="148476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2A60EEEC-286E-2EEA-FA79-A52160FED473}"/>
              </a:ext>
            </a:extLst>
          </p:cNvPr>
          <p:cNvSpPr/>
          <p:nvPr/>
        </p:nvSpPr>
        <p:spPr bwMode="auto">
          <a:xfrm>
            <a:off x="1312526" y="4681838"/>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B1</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D790BCFC-DC74-BF15-64A5-70D4AAB44FBE}"/>
              </a:ext>
            </a:extLst>
          </p:cNvPr>
          <p:cNvSpPr/>
          <p:nvPr/>
        </p:nvSpPr>
        <p:spPr bwMode="auto">
          <a:xfrm>
            <a:off x="1312526" y="5354845"/>
            <a:ext cx="1514819" cy="59119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B2</a:t>
            </a:r>
            <a:r>
              <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 </a:t>
            </a:r>
            <a:r>
              <a:rPr kumimoji="1" lang="ja-JP" altLang="en-US"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rPr>
              <a:t>・・・・・・・・・・</a:t>
            </a:r>
            <a:endParaRPr kumimoji="1" lang="en-US" altLang="ja-JP" sz="1400" b="1" i="0" u="none" strike="noStrike" cap="none" normalizeH="0" baseline="0">
              <a:ln>
                <a:noFill/>
              </a:ln>
              <a:solidFill>
                <a:srgbClr val="7030A0"/>
              </a:solidFill>
              <a:effectLst/>
              <a:latin typeface="BIZ UDPゴシック" panose="020B0400000000000000" pitchFamily="50" charset="-128"/>
              <a:ea typeface="BIZ UDPゴシック" panose="020B0400000000000000" pitchFamily="50" charset="-128"/>
            </a:endParaRPr>
          </a:p>
          <a:p>
            <a:pPr algn="ctr" eaLnBrk="1" hangingPunct="1"/>
            <a:r>
              <a:rPr lang="ja-JP" altLang="en-US" sz="1400">
                <a:solidFill>
                  <a:srgbClr val="7030A0"/>
                </a:solidFill>
                <a:latin typeface="BIZ UDPゴシック" panose="020B0400000000000000" pitchFamily="50" charset="-128"/>
                <a:ea typeface="BIZ UDPゴシック" panose="020B0400000000000000" pitchFamily="50" charset="-128"/>
              </a:rPr>
              <a:t>・・・・・・・・・・・・・</a:t>
            </a:r>
            <a:endParaRPr lang="en-US" altLang="ja-JP" sz="1400">
              <a:solidFill>
                <a:srgbClr val="7030A0"/>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E972A0A5-D863-9A1A-3F1A-128D5E57271A}"/>
              </a:ext>
            </a:extLst>
          </p:cNvPr>
          <p:cNvSpPr txBox="1"/>
          <p:nvPr/>
        </p:nvSpPr>
        <p:spPr bwMode="auto">
          <a:xfrm>
            <a:off x="1128819" y="2074621"/>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87ACC64-E580-B468-8DB8-95A9A2453751}"/>
              </a:ext>
            </a:extLst>
          </p:cNvPr>
          <p:cNvSpPr txBox="1"/>
          <p:nvPr/>
        </p:nvSpPr>
        <p:spPr bwMode="auto">
          <a:xfrm>
            <a:off x="1128819" y="4169526"/>
            <a:ext cx="15841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04930B9E-19C5-0A88-5717-71BD29D2012C}"/>
              </a:ext>
            </a:extLst>
          </p:cNvPr>
          <p:cNvSpPr txBox="1"/>
          <p:nvPr/>
        </p:nvSpPr>
        <p:spPr bwMode="auto">
          <a:xfrm>
            <a:off x="4084271" y="2184367"/>
            <a:ext cx="5051899" cy="397031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chaptercover.pptx</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Ｂ章</a:t>
            </a:r>
            <a:endParaRPr lang="en-US" altLang="ja-JP" sz="1800" b="0" kern="0">
              <a:solidFill>
                <a:srgbClr val="FF0000"/>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a:p>
            <a:r>
              <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a:t>
            </a:r>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operation: insertpptx</a:t>
            </a:r>
          </a:p>
          <a:p>
            <a:r>
              <a:rPr lang="en-US" altLang="ja-JP"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B.pptx</a:t>
            </a:r>
            <a:endParaRPr lang="ja-JP" altLang="en-US" sz="18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endParaRPr>
          </a:p>
        </p:txBody>
      </p:sp>
      <p:sp>
        <p:nvSpPr>
          <p:cNvPr id="4" name="テキスト ボックス 3">
            <a:extLst>
              <a:ext uri="{FF2B5EF4-FFF2-40B4-BE49-F238E27FC236}">
                <a16:creationId xmlns:a16="http://schemas.microsoft.com/office/drawing/2014/main" id="{A6207AC3-BF77-33DB-E1CA-44C33C449BE0}"/>
              </a:ext>
            </a:extLst>
          </p:cNvPr>
          <p:cNvSpPr txBox="1"/>
          <p:nvPr/>
        </p:nvSpPr>
        <p:spPr bwMode="auto">
          <a:xfrm>
            <a:off x="3924477" y="1295368"/>
            <a:ext cx="537148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用の</a:t>
            </a: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枚だけのスライドを作って</a:t>
            </a:r>
            <a:r>
              <a:rPr kumimoji="1" lang="en-US" altLang="ja-JP" sz="1800" kern="0">
                <a:latin typeface="BIZ UDPゴシック" panose="020B0400000000000000" pitchFamily="50" charset="-128"/>
                <a:ea typeface="BIZ UDPゴシック" panose="020B0400000000000000" pitchFamily="50" charset="-128"/>
              </a:rPr>
              <a:t>operation: chapter </a:t>
            </a:r>
            <a:r>
              <a:rPr kumimoji="1" lang="ja-JP" altLang="en-US" sz="1800" kern="0">
                <a:latin typeface="BIZ UDPゴシック" panose="020B0400000000000000" pitchFamily="50" charset="-128"/>
                <a:ea typeface="BIZ UDPゴシック" panose="020B0400000000000000" pitchFamily="50" charset="-128"/>
              </a:rPr>
              <a:t>の代わりに挿入します</a:t>
            </a:r>
          </a:p>
        </p:txBody>
      </p:sp>
      <p:sp>
        <p:nvSpPr>
          <p:cNvPr id="5" name="テキスト ボックス 4">
            <a:extLst>
              <a:ext uri="{FF2B5EF4-FFF2-40B4-BE49-F238E27FC236}">
                <a16:creationId xmlns:a16="http://schemas.microsoft.com/office/drawing/2014/main" id="{182AE493-7D97-872D-C7A0-A68D1FF3AF53}"/>
              </a:ext>
            </a:extLst>
          </p:cNvPr>
          <p:cNvSpPr txBox="1"/>
          <p:nvPr/>
        </p:nvSpPr>
        <p:spPr bwMode="auto">
          <a:xfrm>
            <a:off x="1055440" y="1171258"/>
            <a:ext cx="23042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コンテンツの入った</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文書部品 </a:t>
            </a:r>
            <a:r>
              <a:rPr kumimoji="1" lang="en-US" altLang="ja-JP" sz="1800" kern="0">
                <a:latin typeface="BIZ UDPゴシック" panose="020B0400000000000000" pitchFamily="50" charset="-128"/>
                <a:ea typeface="BIZ UDPゴシック" panose="020B0400000000000000" pitchFamily="50" charset="-128"/>
              </a:rPr>
              <a:t>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6" name="直線矢印コネクタ 5">
            <a:extLst>
              <a:ext uri="{FF2B5EF4-FFF2-40B4-BE49-F238E27FC236}">
                <a16:creationId xmlns:a16="http://schemas.microsoft.com/office/drawing/2014/main" id="{5F7D1EB7-B067-6964-CBC7-2616FDA45DB3}"/>
              </a:ext>
            </a:extLst>
          </p:cNvPr>
          <p:cNvCxnSpPr>
            <a:cxnSpLocks/>
            <a:stCxn id="7" idx="3"/>
          </p:cNvCxnSpPr>
          <p:nvPr/>
        </p:nvCxnSpPr>
        <p:spPr bwMode="auto">
          <a:xfrm>
            <a:off x="3012424" y="3237223"/>
            <a:ext cx="1571408" cy="65909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13" name="直線矢印コネクタ 12">
            <a:extLst>
              <a:ext uri="{FF2B5EF4-FFF2-40B4-BE49-F238E27FC236}">
                <a16:creationId xmlns:a16="http://schemas.microsoft.com/office/drawing/2014/main" id="{F5F11058-0407-9A89-FF84-FD4EF54A1597}"/>
              </a:ext>
            </a:extLst>
          </p:cNvPr>
          <p:cNvCxnSpPr>
            <a:cxnSpLocks/>
          </p:cNvCxnSpPr>
          <p:nvPr/>
        </p:nvCxnSpPr>
        <p:spPr bwMode="auto">
          <a:xfrm>
            <a:off x="3012424" y="5295849"/>
            <a:ext cx="1699897" cy="572216"/>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正方形/長方形 15">
            <a:extLst>
              <a:ext uri="{FF2B5EF4-FFF2-40B4-BE49-F238E27FC236}">
                <a16:creationId xmlns:a16="http://schemas.microsoft.com/office/drawing/2014/main" id="{F25A2A18-3BFD-8E6F-24CC-AFB90BCBBEB4}"/>
              </a:ext>
            </a:extLst>
          </p:cNvPr>
          <p:cNvSpPr/>
          <p:nvPr/>
        </p:nvSpPr>
        <p:spPr bwMode="auto">
          <a:xfrm>
            <a:off x="9840416" y="3174744"/>
            <a:ext cx="1514819" cy="786882"/>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solidFill>
                  <a:srgbClr val="FF0000"/>
                </a:solidFill>
                <a:latin typeface="BIZ UDPゴシック" panose="020B0400000000000000" pitchFamily="50" charset="-128"/>
                <a:ea typeface="BIZ UDPゴシック" panose="020B0400000000000000" pitchFamily="50" charset="-128"/>
              </a:rPr>
              <a:t>template</a:t>
            </a:r>
          </a:p>
        </p:txBody>
      </p:sp>
      <p:sp>
        <p:nvSpPr>
          <p:cNvPr id="17" name="テキスト ボックス 16">
            <a:extLst>
              <a:ext uri="{FF2B5EF4-FFF2-40B4-BE49-F238E27FC236}">
                <a16:creationId xmlns:a16="http://schemas.microsoft.com/office/drawing/2014/main" id="{2D7D94EA-1472-24FB-AD4E-8463E31B372C}"/>
              </a:ext>
            </a:extLst>
          </p:cNvPr>
          <p:cNvSpPr txBox="1"/>
          <p:nvPr/>
        </p:nvSpPr>
        <p:spPr bwMode="auto">
          <a:xfrm>
            <a:off x="9408368" y="2780928"/>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chaptercover</a:t>
            </a:r>
            <a:r>
              <a:rPr kumimoji="1" lang="en-US" altLang="ja-JP" sz="1600" kern="0">
                <a:latin typeface="BIZ UDPゴシック" panose="020B0400000000000000" pitchFamily="50" charset="-128"/>
                <a:ea typeface="BIZ UDPゴシック" panose="020B0400000000000000" pitchFamily="50" charset="-128"/>
              </a:rPr>
              <a:t>.pptx</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19" name="直線矢印コネクタ 18">
            <a:extLst>
              <a:ext uri="{FF2B5EF4-FFF2-40B4-BE49-F238E27FC236}">
                <a16:creationId xmlns:a16="http://schemas.microsoft.com/office/drawing/2014/main" id="{C9AF5425-7BA8-91FC-1E87-3BA4D87893DC}"/>
              </a:ext>
            </a:extLst>
          </p:cNvPr>
          <p:cNvCxnSpPr>
            <a:cxnSpLocks/>
            <a:stCxn id="16" idx="1"/>
          </p:cNvCxnSpPr>
          <p:nvPr/>
        </p:nvCxnSpPr>
        <p:spPr bwMode="auto">
          <a:xfrm flipH="1" flipV="1">
            <a:off x="7752184" y="3031892"/>
            <a:ext cx="2088232" cy="536293"/>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23" name="直線矢印コネクタ 22">
            <a:extLst>
              <a:ext uri="{FF2B5EF4-FFF2-40B4-BE49-F238E27FC236}">
                <a16:creationId xmlns:a16="http://schemas.microsoft.com/office/drawing/2014/main" id="{5865C4E5-056A-879F-4778-CF1DA6D22852}"/>
              </a:ext>
            </a:extLst>
          </p:cNvPr>
          <p:cNvCxnSpPr>
            <a:cxnSpLocks/>
            <a:stCxn id="16" idx="1"/>
          </p:cNvCxnSpPr>
          <p:nvPr/>
        </p:nvCxnSpPr>
        <p:spPr bwMode="auto">
          <a:xfrm flipH="1">
            <a:off x="7896200" y="3568185"/>
            <a:ext cx="1944216" cy="123030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5F8F0640-B6DE-0DEC-A842-CFDBBBBADB29}"/>
              </a:ext>
            </a:extLst>
          </p:cNvPr>
          <p:cNvSpPr txBox="1"/>
          <p:nvPr/>
        </p:nvSpPr>
        <p:spPr bwMode="auto">
          <a:xfrm>
            <a:off x="9408368" y="5283826"/>
            <a:ext cx="2551331"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テンプレートの中身は</a:t>
            </a:r>
            <a:endParaRPr kumimoji="1" lang="en-US" altLang="ja-JP" sz="1600" kern="0">
              <a:latin typeface="BIZ UDPゴシック" panose="020B0400000000000000" pitchFamily="50" charset="-128"/>
              <a:ea typeface="BIZ UDPゴシック" panose="020B0400000000000000" pitchFamily="50" charset="-128"/>
            </a:endParaRPr>
          </a:p>
          <a:p>
            <a:r>
              <a:rPr kumimoji="1" lang="ja-JP" altLang="en-US" sz="1600" kern="0">
                <a:latin typeface="BIZ UDPゴシック" panose="020B0400000000000000" pitchFamily="50" charset="-128"/>
                <a:ea typeface="BIZ UDPゴシック" panose="020B0400000000000000" pitchFamily="50" charset="-128"/>
              </a:rPr>
              <a:t>変数で書き換える</a:t>
            </a:r>
          </a:p>
        </p:txBody>
      </p:sp>
      <p:cxnSp>
        <p:nvCxnSpPr>
          <p:cNvPr id="30" name="直線矢印コネクタ 29">
            <a:extLst>
              <a:ext uri="{FF2B5EF4-FFF2-40B4-BE49-F238E27FC236}">
                <a16:creationId xmlns:a16="http://schemas.microsoft.com/office/drawing/2014/main" id="{4B2178B9-517E-761E-0062-23E5E7448470}"/>
              </a:ext>
            </a:extLst>
          </p:cNvPr>
          <p:cNvCxnSpPr>
            <a:cxnSpLocks/>
            <a:stCxn id="29" idx="1"/>
          </p:cNvCxnSpPr>
          <p:nvPr/>
        </p:nvCxnSpPr>
        <p:spPr bwMode="auto">
          <a:xfrm flipH="1" flipV="1">
            <a:off x="7032104" y="5383993"/>
            <a:ext cx="2376264" cy="19222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5" name="テキスト ボックス 34">
            <a:extLst>
              <a:ext uri="{FF2B5EF4-FFF2-40B4-BE49-F238E27FC236}">
                <a16:creationId xmlns:a16="http://schemas.microsoft.com/office/drawing/2014/main" id="{777F6D0F-4AC1-C71F-5CC0-1C339D7A1C36}"/>
              </a:ext>
            </a:extLst>
          </p:cNvPr>
          <p:cNvSpPr txBox="1"/>
          <p:nvPr/>
        </p:nvSpPr>
        <p:spPr bwMode="auto">
          <a:xfrm>
            <a:off x="9754006" y="3996353"/>
            <a:ext cx="174259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１スライドだけの</a:t>
            </a:r>
            <a:endParaRPr kumimoji="1"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pptx</a:t>
            </a:r>
            <a:r>
              <a:rPr lang="ja-JP" altLang="en-US" sz="1600" kern="0">
                <a:latin typeface="BIZ UDPゴシック" panose="020B0400000000000000" pitchFamily="50" charset="-128"/>
                <a:ea typeface="BIZ UDPゴシック" panose="020B0400000000000000" pitchFamily="50" charset="-128"/>
              </a:rPr>
              <a:t>ファイル</a:t>
            </a:r>
            <a:endParaRPr kumimoji="1" lang="ja-JP" altLang="en-US" sz="1600" kern="0">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080B30F9-90AE-99E7-9846-CFBC34692F59}"/>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65736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A4CF3E6-CF18-0BE9-C01B-00702908DFB5}"/>
              </a:ext>
            </a:extLst>
          </p:cNvPr>
          <p:cNvSpPr/>
          <p:nvPr/>
        </p:nvSpPr>
        <p:spPr bwMode="auto">
          <a:xfrm>
            <a:off x="623391" y="1056644"/>
            <a:ext cx="10873207" cy="539669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Chapter Cover </a:t>
            </a:r>
            <a:r>
              <a:rPr lang="ja-JP" altLang="en-US"/>
              <a:t>テンプレートファイルの作り方</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pic>
        <p:nvPicPr>
          <p:cNvPr id="9" name="図 8">
            <a:extLst>
              <a:ext uri="{FF2B5EF4-FFF2-40B4-BE49-F238E27FC236}">
                <a16:creationId xmlns:a16="http://schemas.microsoft.com/office/drawing/2014/main" id="{C9788F26-4648-F8F7-F9A4-78632B2383E4}"/>
              </a:ext>
            </a:extLst>
          </p:cNvPr>
          <p:cNvPicPr>
            <a:picLocks noChangeAspect="1"/>
          </p:cNvPicPr>
          <p:nvPr/>
        </p:nvPicPr>
        <p:blipFill>
          <a:blip r:embed="rId3"/>
          <a:stretch>
            <a:fillRect/>
          </a:stretch>
        </p:blipFill>
        <p:spPr>
          <a:xfrm>
            <a:off x="931188" y="3058167"/>
            <a:ext cx="4876780" cy="2743189"/>
          </a:xfrm>
          <a:prstGeom prst="rect">
            <a:avLst/>
          </a:prstGeom>
          <a:ln>
            <a:solidFill>
              <a:schemeClr val="tx1"/>
            </a:solidFill>
          </a:ln>
        </p:spPr>
      </p:pic>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1702350" y="2555612"/>
            <a:ext cx="36015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chaptercover.pptx</a:t>
            </a:r>
            <a:endParaRPr kumimoji="1" lang="ja-JP" altLang="en-US" sz="24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84FFEAC4-FFBF-2669-1987-E8596E392741}"/>
              </a:ext>
            </a:extLst>
          </p:cNvPr>
          <p:cNvSpPr txBox="1"/>
          <p:nvPr/>
        </p:nvSpPr>
        <p:spPr bwMode="auto">
          <a:xfrm>
            <a:off x="6122076" y="1982601"/>
            <a:ext cx="537452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Chapter Cover </a:t>
            </a:r>
            <a:r>
              <a:rPr lang="ja-JP" altLang="en-US" sz="1800" kern="0">
                <a:solidFill>
                  <a:srgbClr val="FF0000"/>
                </a:solidFill>
                <a:latin typeface="BIZ UDPゴシック" panose="020B0400000000000000" pitchFamily="50" charset="-128"/>
                <a:ea typeface="BIZ UDPゴシック" panose="020B0400000000000000" pitchFamily="50" charset="-128"/>
              </a:rPr>
              <a:t>として使う、１スライドだけの</a:t>
            </a:r>
            <a:r>
              <a:rPr lang="en-US" altLang="ja-JP" sz="1800" kern="0">
                <a:solidFill>
                  <a:srgbClr val="FF0000"/>
                </a:solidFill>
                <a:latin typeface="BIZ UDPゴシック" panose="020B0400000000000000" pitchFamily="50" charset="-128"/>
                <a:ea typeface="BIZ UDPゴシック" panose="020B0400000000000000" pitchFamily="50" charset="-128"/>
              </a:rPr>
              <a:t>pptx</a:t>
            </a:r>
            <a:r>
              <a:rPr lang="ja-JP" altLang="en-US" sz="1800" kern="0">
                <a:solidFill>
                  <a:srgbClr val="FF0000"/>
                </a:solidFill>
                <a:latin typeface="BIZ UDPゴシック" panose="020B0400000000000000" pitchFamily="50" charset="-128"/>
                <a:ea typeface="BIZ UDPゴシック" panose="020B0400000000000000" pitchFamily="50" charset="-128"/>
              </a:rPr>
              <a:t>ファイルを用意します。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A7795360-FD92-A4BF-E5E6-E2481142DF5E}"/>
              </a:ext>
            </a:extLst>
          </p:cNvPr>
          <p:cNvSpPr txBox="1"/>
          <p:nvPr/>
        </p:nvSpPr>
        <p:spPr bwMode="auto">
          <a:xfrm>
            <a:off x="6122076" y="2913188"/>
            <a:ext cx="537452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その中のどこかに                 というテキストを入れておきます。</a:t>
            </a:r>
            <a:r>
              <a:rPr lang="en-US" altLang="ja-JP" sz="1800" kern="0">
                <a:solidFill>
                  <a:srgbClr val="FF0000"/>
                </a:solidFill>
                <a:latin typeface="BIZ UDPゴシック" panose="020B0400000000000000" pitchFamily="50" charset="-128"/>
                <a:ea typeface="BIZ UDPゴシック" panose="020B0400000000000000" pitchFamily="50" charset="-128"/>
              </a:rPr>
              <a:t> Chapter </a:t>
            </a:r>
            <a:r>
              <a:rPr lang="ja-JP" altLang="en-US" sz="1800" kern="0">
                <a:solidFill>
                  <a:srgbClr val="FF0000"/>
                </a:solidFill>
                <a:latin typeface="BIZ UDPゴシック" panose="020B0400000000000000" pitchFamily="50" charset="-128"/>
                <a:ea typeface="BIZ UDPゴシック" panose="020B0400000000000000" pitchFamily="50" charset="-128"/>
              </a:rPr>
              <a:t>番号をカウントアップしろ、という指示になります。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64E32F55-6028-3AB2-9512-F9698565EFE2}"/>
              </a:ext>
            </a:extLst>
          </p:cNvPr>
          <p:cNvSpPr txBox="1"/>
          <p:nvPr/>
        </p:nvSpPr>
        <p:spPr bwMode="auto">
          <a:xfrm>
            <a:off x="6122076" y="4221088"/>
            <a:ext cx="53745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solidFill>
                  <a:srgbClr val="FF0000"/>
                </a:solidFill>
                <a:latin typeface="BIZ UDPゴシック" panose="020B0400000000000000" pitchFamily="50" charset="-128"/>
                <a:ea typeface="BIZ UDPゴシック" panose="020B0400000000000000" pitchFamily="50" charset="-128"/>
              </a:rPr>
              <a:t>TITLE </a:t>
            </a:r>
            <a:r>
              <a:rPr lang="ja-JP" altLang="en-US" sz="1800" kern="0">
                <a:solidFill>
                  <a:srgbClr val="FF0000"/>
                </a:solidFill>
                <a:latin typeface="BIZ UDPゴシック" panose="020B0400000000000000" pitchFamily="50" charset="-128"/>
                <a:ea typeface="BIZ UDPゴシック" panose="020B0400000000000000" pitchFamily="50" charset="-128"/>
              </a:rPr>
              <a:t>プレースホルダーに</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pic>
        <p:nvPicPr>
          <p:cNvPr id="22" name="図 21">
            <a:extLst>
              <a:ext uri="{FF2B5EF4-FFF2-40B4-BE49-F238E27FC236}">
                <a16:creationId xmlns:a16="http://schemas.microsoft.com/office/drawing/2014/main" id="{A14A7B32-877D-AFFF-6E18-83733942E8E0}"/>
              </a:ext>
            </a:extLst>
          </p:cNvPr>
          <p:cNvPicPr>
            <a:picLocks noChangeAspect="1"/>
          </p:cNvPicPr>
          <p:nvPr/>
        </p:nvPicPr>
        <p:blipFill>
          <a:blip r:embed="rId4"/>
          <a:stretch>
            <a:fillRect/>
          </a:stretch>
        </p:blipFill>
        <p:spPr>
          <a:xfrm>
            <a:off x="6240016" y="4664533"/>
            <a:ext cx="2213157" cy="391914"/>
          </a:xfrm>
          <a:prstGeom prst="rect">
            <a:avLst/>
          </a:prstGeom>
        </p:spPr>
      </p:pic>
      <p:sp>
        <p:nvSpPr>
          <p:cNvPr id="23" name="テキスト ボックス 22">
            <a:extLst>
              <a:ext uri="{FF2B5EF4-FFF2-40B4-BE49-F238E27FC236}">
                <a16:creationId xmlns:a16="http://schemas.microsoft.com/office/drawing/2014/main" id="{03F629D5-4EA5-298C-4935-4F6BCCB8C534}"/>
              </a:ext>
            </a:extLst>
          </p:cNvPr>
          <p:cNvSpPr txBox="1"/>
          <p:nvPr/>
        </p:nvSpPr>
        <p:spPr bwMode="auto">
          <a:xfrm>
            <a:off x="6122076" y="5104814"/>
            <a:ext cx="537452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solidFill>
                  <a:srgbClr val="FF0000"/>
                </a:solidFill>
                <a:latin typeface="BIZ UDPゴシック" panose="020B0400000000000000" pitchFamily="50" charset="-128"/>
                <a:ea typeface="BIZ UDPゴシック" panose="020B0400000000000000" pitchFamily="50" charset="-128"/>
              </a:rPr>
              <a:t>というテキストを入れて、適切な場所（たとえば画面中央）に移動します。</a:t>
            </a:r>
            <a:endParaRPr lang="en-US" altLang="ja-JP" sz="1800" kern="0">
              <a:solidFill>
                <a:srgbClr val="FF0000"/>
              </a:solidFill>
              <a:latin typeface="BIZ UDPゴシック" panose="020B0400000000000000" pitchFamily="50" charset="-128"/>
              <a:ea typeface="BIZ UDPゴシック" panose="020B0400000000000000" pitchFamily="50" charset="-128"/>
            </a:endParaRPr>
          </a:p>
          <a:p>
            <a:r>
              <a:rPr lang="en-US" altLang="ja-JP" sz="1800" kern="0">
                <a:solidFill>
                  <a:srgbClr val="FF0000"/>
                </a:solidFill>
                <a:latin typeface="BIZ UDPゴシック" panose="020B0400000000000000" pitchFamily="50" charset="-128"/>
                <a:ea typeface="BIZ UDPゴシック" panose="020B0400000000000000" pitchFamily="50" charset="-128"/>
              </a:rPr>
              <a:t>recipe yaml </a:t>
            </a:r>
            <a:r>
              <a:rPr lang="ja-JP" altLang="en-US" sz="1800" kern="0">
                <a:solidFill>
                  <a:srgbClr val="FF0000"/>
                </a:solidFill>
                <a:latin typeface="BIZ UDPゴシック" panose="020B0400000000000000" pitchFamily="50" charset="-128"/>
                <a:ea typeface="BIZ UDPゴシック" panose="020B0400000000000000" pitchFamily="50" charset="-128"/>
              </a:rPr>
              <a:t>の </a:t>
            </a:r>
            <a:r>
              <a:rPr lang="en-US" altLang="ja-JP" sz="1800" kern="0">
                <a:solidFill>
                  <a:srgbClr val="FF0000"/>
                </a:solidFill>
                <a:latin typeface="BIZ UDPゴシック" panose="020B0400000000000000" pitchFamily="50" charset="-128"/>
                <a:ea typeface="BIZ UDPゴシック" panose="020B0400000000000000" pitchFamily="50" charset="-128"/>
              </a:rPr>
              <a:t>vars </a:t>
            </a:r>
            <a:r>
              <a:rPr lang="ja-JP" altLang="en-US" sz="1800" kern="0">
                <a:solidFill>
                  <a:srgbClr val="FF0000"/>
                </a:solidFill>
                <a:latin typeface="BIZ UDPゴシック" panose="020B0400000000000000" pitchFamily="50" charset="-128"/>
                <a:ea typeface="BIZ UDPゴシック" panose="020B0400000000000000" pitchFamily="50" charset="-128"/>
              </a:rPr>
              <a:t>セクションで名前を指定して置換できます。</a:t>
            </a:r>
            <a:endParaRPr kumimoji="1" lang="ja-JP" altLang="en-US" sz="1800" kern="0">
              <a:solidFill>
                <a:srgbClr val="FF0000"/>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章とびら</a:t>
            </a:r>
            <a:r>
              <a:rPr kumimoji="1" lang="en-US" altLang="ja-JP" sz="2400" kern="0">
                <a:latin typeface="BIZ UDPゴシック" panose="020B0400000000000000" pitchFamily="50" charset="-128"/>
                <a:ea typeface="BIZ UDPゴシック" panose="020B0400000000000000" pitchFamily="50" charset="-128"/>
              </a:rPr>
              <a:t>(Chapter Cover)</a:t>
            </a:r>
            <a:r>
              <a:rPr kumimoji="1" lang="ja-JP" altLang="en-US" sz="2400" kern="0">
                <a:latin typeface="BIZ UDPゴシック" panose="020B0400000000000000" pitchFamily="50" charset="-128"/>
                <a:ea typeface="BIZ UDPゴシック" panose="020B0400000000000000" pitchFamily="50" charset="-128"/>
              </a:rPr>
              <a:t> テンプレートファイルの構成例</a:t>
            </a:r>
          </a:p>
        </p:txBody>
      </p:sp>
      <p:pic>
        <p:nvPicPr>
          <p:cNvPr id="26" name="図 25">
            <a:extLst>
              <a:ext uri="{FF2B5EF4-FFF2-40B4-BE49-F238E27FC236}">
                <a16:creationId xmlns:a16="http://schemas.microsoft.com/office/drawing/2014/main" id="{12A74C38-3D97-EB17-6765-F6CDD5A46EB9}"/>
              </a:ext>
            </a:extLst>
          </p:cNvPr>
          <p:cNvPicPr>
            <a:picLocks noChangeAspect="1"/>
          </p:cNvPicPr>
          <p:nvPr/>
        </p:nvPicPr>
        <p:blipFill>
          <a:blip r:embed="rId5"/>
          <a:stretch>
            <a:fillRect/>
          </a:stretch>
        </p:blipFill>
        <p:spPr>
          <a:xfrm>
            <a:off x="8106710" y="2815653"/>
            <a:ext cx="1157642" cy="474216"/>
          </a:xfrm>
          <a:prstGeom prst="rect">
            <a:avLst/>
          </a:prstGeom>
        </p:spPr>
      </p:pic>
      <p:sp>
        <p:nvSpPr>
          <p:cNvPr id="5" name="正方形/長方形 4">
            <a:extLst>
              <a:ext uri="{FF2B5EF4-FFF2-40B4-BE49-F238E27FC236}">
                <a16:creationId xmlns:a16="http://schemas.microsoft.com/office/drawing/2014/main" id="{73F3C40D-B08E-30B1-A3CF-A2D8C4A0A9F6}"/>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853911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CC12E664-58FA-4637-A767-8E2A656FB784}"/>
              </a:ext>
            </a:extLst>
          </p:cNvPr>
          <p:cNvSpPr/>
          <p:nvPr/>
        </p:nvSpPr>
        <p:spPr bwMode="auto">
          <a:xfrm>
            <a:off x="623391" y="1075617"/>
            <a:ext cx="10957983" cy="537771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2" name="コネクタ: カギ線 41">
            <a:extLst>
              <a:ext uri="{FF2B5EF4-FFF2-40B4-BE49-F238E27FC236}">
                <a16:creationId xmlns:a16="http://schemas.microsoft.com/office/drawing/2014/main" id="{A162CA34-A10C-B56F-0EBC-B928364B89A2}"/>
              </a:ext>
            </a:extLst>
          </p:cNvPr>
          <p:cNvCxnSpPr>
            <a:cxnSpLocks/>
            <a:stCxn id="37" idx="2"/>
            <a:endCxn id="43" idx="1"/>
          </p:cNvCxnSpPr>
          <p:nvPr/>
        </p:nvCxnSpPr>
        <p:spPr bwMode="auto">
          <a:xfrm rot="16200000" flipH="1">
            <a:off x="678592" y="3549306"/>
            <a:ext cx="2647892"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48" name="コネクタ: カギ線 47">
            <a:extLst>
              <a:ext uri="{FF2B5EF4-FFF2-40B4-BE49-F238E27FC236}">
                <a16:creationId xmlns:a16="http://schemas.microsoft.com/office/drawing/2014/main" id="{0159C4C4-A2D3-868E-F2DE-827D1D16C1C7}"/>
              </a:ext>
            </a:extLst>
          </p:cNvPr>
          <p:cNvCxnSpPr>
            <a:cxnSpLocks/>
            <a:stCxn id="37" idx="2"/>
            <a:endCxn id="44" idx="1"/>
          </p:cNvCxnSpPr>
          <p:nvPr/>
        </p:nvCxnSpPr>
        <p:spPr bwMode="auto">
          <a:xfrm rot="16200000" flipH="1">
            <a:off x="319044" y="3908854"/>
            <a:ext cx="3366989" cy="862064"/>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6" name="コネクタ: カギ線 35">
            <a:extLst>
              <a:ext uri="{FF2B5EF4-FFF2-40B4-BE49-F238E27FC236}">
                <a16:creationId xmlns:a16="http://schemas.microsoft.com/office/drawing/2014/main" id="{AAA6AAC9-46B5-5303-C60D-A9C2D52DE075}"/>
              </a:ext>
            </a:extLst>
          </p:cNvPr>
          <p:cNvCxnSpPr>
            <a:cxnSpLocks/>
            <a:stCxn id="34" idx="2"/>
            <a:endCxn id="56" idx="1"/>
          </p:cNvCxnSpPr>
          <p:nvPr/>
        </p:nvCxnSpPr>
        <p:spPr bwMode="auto">
          <a:xfrm rot="16200000" flipH="1">
            <a:off x="2853979" y="3396742"/>
            <a:ext cx="629841" cy="719013"/>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cxnSp>
        <p:nvCxnSpPr>
          <p:cNvPr id="38" name="コネクタ: カギ線 37">
            <a:extLst>
              <a:ext uri="{FF2B5EF4-FFF2-40B4-BE49-F238E27FC236}">
                <a16:creationId xmlns:a16="http://schemas.microsoft.com/office/drawing/2014/main" id="{79C1828D-FF0A-FA6F-66A1-E02605A694AD}"/>
              </a:ext>
            </a:extLst>
          </p:cNvPr>
          <p:cNvCxnSpPr>
            <a:cxnSpLocks/>
            <a:stCxn id="37" idx="2"/>
          </p:cNvCxnSpPr>
          <p:nvPr/>
        </p:nvCxnSpPr>
        <p:spPr bwMode="auto">
          <a:xfrm rot="16200000" flipH="1">
            <a:off x="1593151" y="2634746"/>
            <a:ext cx="638355" cy="681645"/>
          </a:xfrm>
          <a:prstGeom prst="bentConnector2">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20" name="フリーフォーム: 図形 19">
            <a:extLst>
              <a:ext uri="{FF2B5EF4-FFF2-40B4-BE49-F238E27FC236}">
                <a16:creationId xmlns:a16="http://schemas.microsoft.com/office/drawing/2014/main" id="{C6E70061-13CF-A62B-187C-55232DE94038}"/>
              </a:ext>
            </a:extLst>
          </p:cNvPr>
          <p:cNvSpPr/>
          <p:nvPr/>
        </p:nvSpPr>
        <p:spPr bwMode="auto">
          <a:xfrm>
            <a:off x="2078114" y="2863555"/>
            <a:ext cx="1481608" cy="763595"/>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626909 w 1224469"/>
              <a:gd name="csY8" fmla="*/ 763271 h 763595"/>
              <a:gd name="csX9" fmla="*/ 76490 w 1224469"/>
              <a:gd name="csY9" fmla="*/ 763595 h 763595"/>
              <a:gd name="csX10" fmla="*/ 333 w 1224469"/>
              <a:gd name="csY10" fmla="*/ 687438 h 763595"/>
              <a:gd name="csX11" fmla="*/ 333 w 1224469"/>
              <a:gd name="csY11" fmla="*/ 208483 h 763595"/>
              <a:gd name="csX12" fmla="*/ 0 w 1224469"/>
              <a:gd name="csY12" fmla="*/ 208483 h 763595"/>
              <a:gd name="csX13" fmla="*/ 0 w 1224469"/>
              <a:gd name="csY13" fmla="*/ 65228 h 763595"/>
              <a:gd name="csX14" fmla="*/ 65228 w 1224469"/>
              <a:gd name="csY14"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626909" y="763271"/>
                </a:ln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common</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_assets</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フリーフォーム: 図形 17">
            <a:extLst>
              <a:ext uri="{FF2B5EF4-FFF2-40B4-BE49-F238E27FC236}">
                <a16:creationId xmlns:a16="http://schemas.microsoft.com/office/drawing/2014/main" id="{1E5FB0CB-1A6D-60FA-8735-E7958FE3AFDF}"/>
              </a:ext>
            </a:extLst>
          </p:cNvPr>
          <p:cNvSpPr/>
          <p:nvPr/>
        </p:nvSpPr>
        <p:spPr bwMode="auto">
          <a:xfrm>
            <a:off x="2078114" y="4945536"/>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文書１</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フリーフォーム: 図形 18">
            <a:extLst>
              <a:ext uri="{FF2B5EF4-FFF2-40B4-BE49-F238E27FC236}">
                <a16:creationId xmlns:a16="http://schemas.microsoft.com/office/drawing/2014/main" id="{F30BE1AD-8054-8B9B-B1BD-45C959EA5CCC}"/>
              </a:ext>
            </a:extLst>
          </p:cNvPr>
          <p:cNvSpPr/>
          <p:nvPr/>
        </p:nvSpPr>
        <p:spPr bwMode="auto">
          <a:xfrm>
            <a:off x="2078114" y="5684973"/>
            <a:ext cx="1113154" cy="573700"/>
          </a:xfrm>
          <a:custGeom>
            <a:avLst/>
            <a:gdLst>
              <a:gd name="csX0" fmla="*/ 65228 w 1224469"/>
              <a:gd name="csY0" fmla="*/ 0 h 763595"/>
              <a:gd name="csX1" fmla="*/ 539553 w 1224469"/>
              <a:gd name="csY1" fmla="*/ 0 h 763595"/>
              <a:gd name="csX2" fmla="*/ 604781 w 1224469"/>
              <a:gd name="csY2" fmla="*/ 65228 h 763595"/>
              <a:gd name="csX3" fmla="*/ 604781 w 1224469"/>
              <a:gd name="csY3" fmla="*/ 117264 h 763595"/>
              <a:gd name="csX4" fmla="*/ 1148312 w 1224469"/>
              <a:gd name="csY4" fmla="*/ 117264 h 763595"/>
              <a:gd name="csX5" fmla="*/ 1224469 w 1224469"/>
              <a:gd name="csY5" fmla="*/ 193421 h 763595"/>
              <a:gd name="csX6" fmla="*/ 1224469 w 1224469"/>
              <a:gd name="csY6" fmla="*/ 687438 h 763595"/>
              <a:gd name="csX7" fmla="*/ 1148312 w 1224469"/>
              <a:gd name="csY7" fmla="*/ 763595 h 763595"/>
              <a:gd name="csX8" fmla="*/ 76490 w 1224469"/>
              <a:gd name="csY8" fmla="*/ 763595 h 763595"/>
              <a:gd name="csX9" fmla="*/ 333 w 1224469"/>
              <a:gd name="csY9" fmla="*/ 687438 h 763595"/>
              <a:gd name="csX10" fmla="*/ 333 w 1224469"/>
              <a:gd name="csY10" fmla="*/ 208483 h 763595"/>
              <a:gd name="csX11" fmla="*/ 0 w 1224469"/>
              <a:gd name="csY11" fmla="*/ 208483 h 763595"/>
              <a:gd name="csX12" fmla="*/ 0 w 1224469"/>
              <a:gd name="csY12" fmla="*/ 65228 h 763595"/>
              <a:gd name="csX13" fmla="*/ 65228 w 1224469"/>
              <a:gd name="csY13" fmla="*/ 0 h 7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24469" h="763595">
                <a:moveTo>
                  <a:pt x="65228" y="0"/>
                </a:moveTo>
                <a:lnTo>
                  <a:pt x="539553" y="0"/>
                </a:lnTo>
                <a:cubicBezTo>
                  <a:pt x="575577" y="0"/>
                  <a:pt x="604781" y="29204"/>
                  <a:pt x="604781" y="65228"/>
                </a:cubicBezTo>
                <a:lnTo>
                  <a:pt x="604781" y="117264"/>
                </a:lnTo>
                <a:lnTo>
                  <a:pt x="1148312" y="117264"/>
                </a:lnTo>
                <a:cubicBezTo>
                  <a:pt x="1190372" y="117264"/>
                  <a:pt x="1224469" y="151361"/>
                  <a:pt x="1224469" y="193421"/>
                </a:cubicBezTo>
                <a:lnTo>
                  <a:pt x="1224469" y="687438"/>
                </a:lnTo>
                <a:cubicBezTo>
                  <a:pt x="1224469" y="729498"/>
                  <a:pt x="1190372" y="763595"/>
                  <a:pt x="1148312" y="763595"/>
                </a:cubicBezTo>
                <a:lnTo>
                  <a:pt x="76490" y="763595"/>
                </a:lnTo>
                <a:cubicBezTo>
                  <a:pt x="34430" y="763595"/>
                  <a:pt x="333" y="729498"/>
                  <a:pt x="333" y="687438"/>
                </a:cubicBezTo>
                <a:lnTo>
                  <a:pt x="333" y="208483"/>
                </a:lnTo>
                <a:lnTo>
                  <a:pt x="0" y="208483"/>
                </a:lnTo>
                <a:lnTo>
                  <a:pt x="0" y="65228"/>
                </a:lnTo>
                <a:cubicBezTo>
                  <a:pt x="0" y="29204"/>
                  <a:pt x="29204" y="0"/>
                  <a:pt x="65228" y="0"/>
                </a:cubicBezTo>
                <a:close/>
              </a:path>
            </a:pathLst>
          </a:custGeom>
          <a:solidFill>
            <a:srgbClr val="FFFF99"/>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文書２</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3010A81F-2B43-74F5-8FF8-58873BF0A6DB}"/>
              </a:ext>
            </a:extLst>
          </p:cNvPr>
          <p:cNvSpPr/>
          <p:nvPr/>
        </p:nvSpPr>
        <p:spPr bwMode="auto">
          <a:xfrm>
            <a:off x="2433570" y="519498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C1B1F20F-F447-94AD-363E-4391376A4365}"/>
              </a:ext>
            </a:extLst>
          </p:cNvPr>
          <p:cNvSpPr/>
          <p:nvPr/>
        </p:nvSpPr>
        <p:spPr bwMode="auto">
          <a:xfrm>
            <a:off x="2433570" y="5914086"/>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67245B1A-A1A0-84AA-E0C8-D4ADBE51AF9D}"/>
              </a:ext>
            </a:extLst>
          </p:cNvPr>
          <p:cNvSpPr/>
          <p:nvPr/>
        </p:nvSpPr>
        <p:spPr bwMode="auto">
          <a:xfrm>
            <a:off x="2593369" y="3222739"/>
            <a:ext cx="432048" cy="218590"/>
          </a:xfrm>
          <a:prstGeom prst="rect">
            <a:avLst/>
          </a:prstGeom>
          <a:solidFill>
            <a:srgbClr val="FFFF99">
              <a:alpha val="0"/>
            </a:srgbClr>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共通資材は共通資材のフォルダに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0" name="テキスト ボックス 9">
            <a:extLst>
              <a:ext uri="{FF2B5EF4-FFF2-40B4-BE49-F238E27FC236}">
                <a16:creationId xmlns:a16="http://schemas.microsoft.com/office/drawing/2014/main" id="{973F5C4F-2074-44F2-CE0B-B7BE6A6344C5}"/>
              </a:ext>
            </a:extLst>
          </p:cNvPr>
          <p:cNvSpPr txBox="1"/>
          <p:nvPr/>
        </p:nvSpPr>
        <p:spPr bwMode="auto">
          <a:xfrm>
            <a:off x="2834389" y="4293096"/>
            <a:ext cx="267498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chaptercover.pptx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13B55A77-2DFA-47DC-35F4-DCB1BD08FD96}"/>
              </a:ext>
            </a:extLst>
          </p:cNvPr>
          <p:cNvSpPr txBox="1"/>
          <p:nvPr/>
        </p:nvSpPr>
        <p:spPr bwMode="auto">
          <a:xfrm>
            <a:off x="898656" y="1095127"/>
            <a:ext cx="97210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Chapter Cover </a:t>
            </a:r>
            <a:r>
              <a:rPr lang="ja-JP" altLang="en-US" sz="2400" kern="0">
                <a:latin typeface="BIZ UDPゴシック" panose="020B0400000000000000" pitchFamily="50" charset="-128"/>
                <a:ea typeface="BIZ UDPゴシック" panose="020B0400000000000000" pitchFamily="50" charset="-128"/>
              </a:rPr>
              <a:t>のように複数の文書で共通に使いそうなファイルは</a:t>
            </a:r>
            <a:endParaRPr lang="en-US" altLang="ja-JP" sz="2400" kern="0">
              <a:latin typeface="BIZ UDPゴシック" panose="020B0400000000000000" pitchFamily="50" charset="-128"/>
              <a:ea typeface="BIZ UDPゴシック" panose="020B0400000000000000" pitchFamily="50" charset="-128"/>
            </a:endParaRPr>
          </a:p>
          <a:p>
            <a:r>
              <a:rPr kumimoji="1" lang="ja-JP" altLang="en-US" sz="2400" kern="0">
                <a:latin typeface="BIZ UDPゴシック" panose="020B0400000000000000" pitchFamily="50" charset="-128"/>
                <a:ea typeface="BIZ UDPゴシック" panose="020B0400000000000000" pitchFamily="50" charset="-128"/>
              </a:rPr>
              <a:t>共通資材用フォルダに置いて参照するのがおすすめ</a:t>
            </a:r>
          </a:p>
        </p:txBody>
      </p:sp>
      <p:sp>
        <p:nvSpPr>
          <p:cNvPr id="37" name="テキスト ボックス 36">
            <a:extLst>
              <a:ext uri="{FF2B5EF4-FFF2-40B4-BE49-F238E27FC236}">
                <a16:creationId xmlns:a16="http://schemas.microsoft.com/office/drawing/2014/main" id="{C4C14161-90F1-7605-A0FB-AF1F1009519B}"/>
              </a:ext>
            </a:extLst>
          </p:cNvPr>
          <p:cNvSpPr txBox="1"/>
          <p:nvPr/>
        </p:nvSpPr>
        <p:spPr bwMode="auto">
          <a:xfrm>
            <a:off x="887430" y="2287060"/>
            <a:ext cx="13681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親フォルダ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EEC9016C-B44F-0493-75A0-1D68A549DB10}"/>
              </a:ext>
            </a:extLst>
          </p:cNvPr>
          <p:cNvSpPr txBox="1"/>
          <p:nvPr/>
        </p:nvSpPr>
        <p:spPr bwMode="auto">
          <a:xfrm>
            <a:off x="6168008" y="3809263"/>
            <a:ext cx="5267923" cy="116955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procedure:</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 operation: insertpptx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pptxfilename: </a:t>
            </a:r>
            <a:r>
              <a:rPr lang="en-US" altLang="ja-JP" sz="1400" b="0" kern="0">
                <a:solidFill>
                  <a:schemeClr val="accent2"/>
                </a:solidFill>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../common_assets/</a:t>
            </a:r>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chaptercover.pptx</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vars:</a:t>
            </a:r>
          </a:p>
          <a:p>
            <a:r>
              <a:rPr lang="en-US" altLang="ja-JP"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      CHAPT_TITLE: </a:t>
            </a:r>
            <a:r>
              <a:rPr lang="ja-JP" altLang="en-US" sz="1400" b="0" kern="0">
                <a:latin typeface="Moralerspace Xenon HWJPDOC" panose="020B0509020203020207" pitchFamily="49" charset="-128"/>
                <a:ea typeface="Moralerspace Xenon HWJPDOC" panose="020B0509020203020207" pitchFamily="49" charset="-128"/>
                <a:cs typeface="Moralerspace Xenon HWJPDOC" panose="020B0509020203020207" pitchFamily="49" charset="-128"/>
              </a:rPr>
              <a:t>Ａ章</a:t>
            </a:r>
          </a:p>
        </p:txBody>
      </p:sp>
      <p:sp>
        <p:nvSpPr>
          <p:cNvPr id="52" name="テキスト ボックス 51">
            <a:extLst>
              <a:ext uri="{FF2B5EF4-FFF2-40B4-BE49-F238E27FC236}">
                <a16:creationId xmlns:a16="http://schemas.microsoft.com/office/drawing/2014/main" id="{8F631F3A-C56F-192C-0927-1FE4687662FA}"/>
              </a:ext>
            </a:extLst>
          </p:cNvPr>
          <p:cNvSpPr txBox="1"/>
          <p:nvPr/>
        </p:nvSpPr>
        <p:spPr bwMode="auto">
          <a:xfrm>
            <a:off x="6377648" y="3079222"/>
            <a:ext cx="474375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結合指示書上では相対パスまたは絶対パスで参照できます</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3" name="テキスト ボックス 52">
            <a:extLst>
              <a:ext uri="{FF2B5EF4-FFF2-40B4-BE49-F238E27FC236}">
                <a16:creationId xmlns:a16="http://schemas.microsoft.com/office/drawing/2014/main" id="{9359B4D9-85EB-A98F-99C3-4FAF8CAC9035}"/>
              </a:ext>
            </a:extLst>
          </p:cNvPr>
          <p:cNvSpPr txBox="1"/>
          <p:nvPr/>
        </p:nvSpPr>
        <p:spPr bwMode="auto">
          <a:xfrm>
            <a:off x="3250034" y="5081086"/>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4" name="テキスト ボックス 53">
            <a:extLst>
              <a:ext uri="{FF2B5EF4-FFF2-40B4-BE49-F238E27FC236}">
                <a16:creationId xmlns:a16="http://schemas.microsoft.com/office/drawing/2014/main" id="{EFFE72E0-FBB8-199F-4FA4-3757C1937B6B}"/>
              </a:ext>
            </a:extLst>
          </p:cNvPr>
          <p:cNvSpPr txBox="1"/>
          <p:nvPr/>
        </p:nvSpPr>
        <p:spPr bwMode="auto">
          <a:xfrm>
            <a:off x="3250034" y="582683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個別文書フォルダ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5" name="テキスト ボックス 54">
            <a:extLst>
              <a:ext uri="{FF2B5EF4-FFF2-40B4-BE49-F238E27FC236}">
                <a16:creationId xmlns:a16="http://schemas.microsoft.com/office/drawing/2014/main" id="{50019C45-D8C3-F2A2-096D-BF7D993AC64A}"/>
              </a:ext>
            </a:extLst>
          </p:cNvPr>
          <p:cNvSpPr txBox="1"/>
          <p:nvPr/>
        </p:nvSpPr>
        <p:spPr bwMode="auto">
          <a:xfrm>
            <a:off x="3690674" y="3104055"/>
            <a:ext cx="2290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共通資材フォルダ</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6" name="正方形/長方形 55">
            <a:extLst>
              <a:ext uri="{FF2B5EF4-FFF2-40B4-BE49-F238E27FC236}">
                <a16:creationId xmlns:a16="http://schemas.microsoft.com/office/drawing/2014/main" id="{4995A7E5-4376-9DB2-328E-74B892282E36}"/>
              </a:ext>
            </a:extLst>
          </p:cNvPr>
          <p:cNvSpPr/>
          <p:nvPr/>
        </p:nvSpPr>
        <p:spPr bwMode="auto">
          <a:xfrm>
            <a:off x="3528406" y="3775572"/>
            <a:ext cx="1138105" cy="5911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CC </a:t>
            </a:r>
          </a:p>
          <a:p>
            <a:pPr marL="0" marR="0" indent="0" algn="ctr" defTabSz="914400" rtl="0" eaLnBrk="1" fontAlgn="base" latinLnBrk="0" hangingPunct="1">
              <a:lnSpc>
                <a:spcPct val="100000"/>
              </a:lnSpc>
              <a:spcBef>
                <a:spcPct val="0"/>
              </a:spcBef>
              <a:spcAft>
                <a:spcPct val="0"/>
              </a:spcAft>
              <a:buClrTx/>
              <a:buSzTx/>
              <a:buFontTx/>
              <a:buNone/>
              <a:tabLst/>
            </a:pPr>
            <a:r>
              <a:rPr lang="en-US" altLang="ja-JP" sz="1600">
                <a:solidFill>
                  <a:srgbClr val="FF0000"/>
                </a:solidFill>
                <a:latin typeface="BIZ UDPゴシック" panose="020B0400000000000000" pitchFamily="50" charset="-128"/>
                <a:ea typeface="BIZ UDPゴシック" panose="020B0400000000000000" pitchFamily="50" charset="-128"/>
              </a:rPr>
              <a:t>template</a:t>
            </a:r>
          </a:p>
        </p:txBody>
      </p:sp>
      <p:sp>
        <p:nvSpPr>
          <p:cNvPr id="5" name="正方形/長方形 4">
            <a:extLst>
              <a:ext uri="{FF2B5EF4-FFF2-40B4-BE49-F238E27FC236}">
                <a16:creationId xmlns:a16="http://schemas.microsoft.com/office/drawing/2014/main" id="{E7AFEFFF-D737-F9AE-1239-2275BCF2B67E}"/>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58292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30428</TotalTime>
  <Words>2220</Words>
  <Application>Microsoft Office PowerPoint</Application>
  <PresentationFormat>ワイド画面</PresentationFormat>
  <Paragraphs>378</Paragraphs>
  <Slides>6</Slides>
  <Notes>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vt:i4>
      </vt:variant>
    </vt:vector>
  </HeadingPairs>
  <TitlesOfParts>
    <vt:vector size="13" baseType="lpstr">
      <vt:lpstr>BIZ UDPゴシック</vt:lpstr>
      <vt:lpstr>FOT-UD丸ゴ_ラージ Pr6 M</vt:lpstr>
      <vt:lpstr>Moralerspace Xenon HWJPDOC</vt:lpstr>
      <vt:lpstr>Arial</vt:lpstr>
      <vt:lpstr>Garamond</vt:lpstr>
      <vt:lpstr>Wingdings</vt:lpstr>
      <vt:lpstr>Edge</vt:lpstr>
      <vt:lpstr>Chapter Cover 挿入運用</vt:lpstr>
      <vt:lpstr>operation: chapter が使いにくい問題</vt:lpstr>
      <vt:lpstr>Chapter Cover で話題の転換を明示したい</vt:lpstr>
      <vt:lpstr>Chapter Cover の挿入方法</vt:lpstr>
      <vt:lpstr>Chapter Cover テンプレートファイルの作り方</vt:lpstr>
      <vt:lpstr>共通資材は共通資材のフォルダに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4119</cp:revision>
  <dcterms:modified xsi:type="dcterms:W3CDTF">2026-05-24T03:18:12Z</dcterms:modified>
</cp:coreProperties>
</file>