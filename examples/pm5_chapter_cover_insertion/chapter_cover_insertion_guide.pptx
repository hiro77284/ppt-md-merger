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8"/>
  </p:notesMasterIdLst>
  <p:sldIdLst>
    <p:sldId id="1785" r:id="rId2"/>
    <p:sldId id="1790" r:id="rId3"/>
    <p:sldId id="1792" r:id="rId4"/>
    <p:sldId id="1793" r:id="rId5"/>
    <p:sldId id="1794" r:id="rId6"/>
    <p:sldId id="1788" r:id="rId7"/>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CC66FF"/>
    <a:srgbClr val="FFCCFF"/>
    <a:srgbClr val="CCECFF"/>
    <a:srgbClr val="99FFCC"/>
    <a:srgbClr val="FFFF00"/>
    <a:srgbClr val="FF6347"/>
    <a:srgbClr val="FF9933"/>
    <a:srgbClr val="E34234"/>
    <a:srgbClr val="29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61772" autoAdjust="0"/>
  </p:normalViewPr>
  <p:slideViewPr>
    <p:cSldViewPr>
      <p:cViewPr varScale="1">
        <p:scale>
          <a:sx n="86" d="100"/>
          <a:sy n="86" d="100"/>
        </p:scale>
        <p:origin x="612" y="6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2026/5/24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{{BLOCK:IMAGE}}</a:t>
            </a:r>
          </a:p>
          <a:p/>
          <a:p>
            <a:r>
              <a:t>export-image-mode: slide_with_rectpct</a:t>
            </a:r>
          </a:p>
          <a:p>
            <a:r>
              <a:t>export-image-target: keyvisual</a:t>
            </a:r>
          </a:p>
          <a:p>
            <a:r>
              <a:t>export-image: extracted/figures/&lt;__BASEFILENAME__&gt;_keyvisual.png</a:t>
            </a:r>
          </a:p>
          <a:p/>
          <a:p>
            <a:r>
              <a:t>===BLOCK===</a:t>
            </a:r>
          </a:p>
          <a:p>
            <a:r>
              <a:t>{{BLOCK:MD:LONG}}</a:t>
            </a:r>
          </a:p>
          <a:p/>
          <a:p>
            <a:r>
              <a:t>export-note: extracted/&lt;__BASEFILENAME__&gt;_slide&lt;__SLIDENUM__&gt;_md.md</a:t>
            </a:r>
          </a:p>
          <a:p>
            <a:r>
              <a:t>{{#id:section:&lt;__BASEFILENAME__&gt;:slide&lt;__SLIDENUM__&gt;}}</a:t>
            </a:r>
          </a:p>
          <a:p>
            <a:r>
              <a:t>## &lt;__TITLE__&gt;</a:t>
            </a:r>
          </a:p>
          <a:p/>
          <a:p>
            <a:r>
              <a:t>章・節、つまり Chapter/Section 構造の書籍にはしばしば 「章とびら（Chapter Cover）」 をつけます。これは章全体の説明や、各節の概要、章単位での目次などを含むスライドであり、いわば  **「前置き」** です。</a:t>
            </a:r>
          </a:p>
          <a:p/>
          <a:p>
            <a:r>
              <a:t>それに対して、本題は **「節」** の部分に記述します。通常、この部分を文書部品マスターとして個別の pptx ファイルとして管理します。つまり、個別の文書部品マスターpptxには「本題」 部分しか入っていないことがあります。</a:t>
            </a:r>
          </a:p>
          <a:p/>
          <a:p>
            <a:r>
              <a:t>そこで、Chapter Cover が必要なら別途挿入します。</a:t>
            </a:r>
          </a:p>
          <a:p/>
          <a:p>
            <a:r>
              <a:t>{{vspace:1}}</a:t>
            </a:r>
          </a:p>
          <a:p/>
          <a:p>
            <a:r>
              <a:t>::: {.center}</a:t>
            </a:r>
          </a:p>
          <a:p/>
          <a:p>
            <a:r>
              <a:t>![](figures/&lt;__BASEFILENAME__&gt;_slide&lt;__SLIDENUM__&gt;_fig.png){ width=95% }</a:t>
            </a:r>
          </a:p>
          <a:p/>
          <a:p>
            <a:r>
              <a:t>![](figures/&lt;__BASEFILENAME__&gt;_keyvisual.png){ width=80% }</a:t>
            </a:r>
          </a:p>
          <a:p/>
          <a:p/>
          <a:p>
            <a:r>
              <a:t>:::</a:t>
            </a:r>
          </a:p>
          <a:p/>
          <a:p>
            <a:r>
              <a:t>{{vspace:1}}</a:t>
            </a:r>
          </a:p>
          <a:p/>
          <a:p>
            <a:r>
              <a:t>機能としては単なる operation:insertpptx と varsであり、Chapter Cover 用ファイルを用意して中身を変数置換することで実現します。</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4255248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Chapter Cover 挿入運用の詳しい説明をします。</a:t>
            </a:r>
          </a:p>
          <a:p/>
          <a:p>
            <a:r>
              <a:t>たとえばいずれも細かい情報の入った２つのpptxを結合したい、その際、話題が違うので Chapter 番号を変えたいとします。 operation: chapter を加えることで、Chapter 番号を変えること自体は可能ですが、この方式にはちょっとした欠点があります。</a:t>
            </a:r>
          </a:p>
          <a:p/>
          <a:p>
            <a:r>
              <a:t>{{vspace:1}}</a:t>
            </a:r>
          </a:p>
          <a:p/>
          <a:p>
            <a:r>
              <a:t>::: {.center}</a:t>
            </a:r>
          </a:p>
          <a:p/>
          <a:p>
            <a:r>
              <a:t>![](figures/&lt;__BASEFILENAME__&gt;_slide&lt;__SLIDENUM__&gt;_fig.png){ width=95% }</a:t>
            </a:r>
          </a:p>
          <a:p/>
          <a:p>
            <a:r>
              <a:t>:::</a:t>
            </a:r>
          </a:p>
          <a:p/>
          <a:p>
            <a:r>
              <a:t>{{vspace:1}}</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588972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929DC-4310-182A-AE1E-7FA3CF71DD9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6C0BB6-CD14-E1A3-7034-03093CDC2FD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7B240BE-5BBA-CE83-6CCD-42FCD3122964}"/>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章・節番号がついてはいても、全体として細かい情報が続いているので、読者には　「急に話題が変わった」　印象を与えやすいのです。</a:t>
            </a:r>
          </a:p>
          <a:p/>
          <a:p>
            <a:r>
              <a:t>{{vspace:1}}</a:t>
            </a:r>
          </a:p>
          <a:p/>
          <a:p>
            <a:r>
              <a:t>::: {.center}</a:t>
            </a:r>
          </a:p>
          <a:p/>
          <a:p>
            <a:r>
              <a:t>![](figures/&lt;__BASEFILENAME__&gt;_slide&lt;__SLIDENUM__&gt;_fig.png){ width=95% }</a:t>
            </a:r>
          </a:p>
          <a:p/>
          <a:p>
            <a:r>
              <a:t>:::</a:t>
            </a:r>
          </a:p>
          <a:p/>
          <a:p>
            <a:r>
              <a:t>{{vspace:1}}</a:t>
            </a:r>
          </a:p>
          <a:p/>
          <a:p>
            <a:r>
              <a:t>はっきりとデザインの違う Chapter Cover スライドを挿入しておけば、この問題を解決できます。</a:t>
            </a:r>
          </a:p>
        </p:txBody>
      </p:sp>
      <p:sp>
        <p:nvSpPr>
          <p:cNvPr id="4" name="スライド番号プレースホルダー 3">
            <a:extLst>
              <a:ext uri="{FF2B5EF4-FFF2-40B4-BE49-F238E27FC236}">
                <a16:creationId xmlns:a16="http://schemas.microsoft.com/office/drawing/2014/main" id="{924106A5-A885-2D59-5BC4-B3648EC8AF0E}"/>
              </a:ext>
            </a:extLst>
          </p:cNvPr>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4113907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そこで、Chapter Cover 用の1枚だけのスライドを作ってoperation: chapter の代わりに operation: insertpptx で挿入します。</a:t>
            </a:r>
          </a:p>
          <a:p/>
          <a:p>
            <a:r>
              <a:t>ただし、同じファイルだとChapterが分からないので、テンプレートの中身を変数で書き換えられるようにします。</a:t>
            </a:r>
          </a:p>
          <a:p/>
          <a:p>
            <a:r>
              <a:t>{{vspace:1}}</a:t>
            </a:r>
          </a:p>
          <a:p/>
          <a:p>
            <a:r>
              <a:t>::: {.center}</a:t>
            </a:r>
          </a:p>
          <a:p/>
          <a:p>
            <a:r>
              <a:t>![](figures/&lt;__BASEFILENAME__&gt;_slide&lt;__SLIDENUM__&gt;_fig.png){ width=95% }</a:t>
            </a:r>
          </a:p>
          <a:p/>
          <a:p>
            <a:r>
              <a:t>:::</a:t>
            </a:r>
          </a:p>
          <a:p/>
          <a:p>
            <a:r>
              <a:t>{{vspace:1}}</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3</a:t>
            </a:fld>
            <a:endParaRPr kumimoji="1" lang="ja-JP" altLang="en-US"/>
          </a:p>
        </p:txBody>
      </p:sp>
    </p:spTree>
    <p:extLst>
      <p:ext uri="{BB962C8B-B14F-4D97-AF65-F5344CB8AC3E}">
        <p14:creationId xmlns:p14="http://schemas.microsoft.com/office/powerpoint/2010/main" val="2087445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Chapter Cover テンプレートファイルの作り方です。</a:t>
            </a:r>
          </a:p>
          <a:p/>
          <a:p>
            <a:r>
              <a:t>#CHAPT# マーカーを入れておくこと、TITLE プレースホルダーに置換用の変数を入れておくことがポイントです。</a:t>
            </a:r>
          </a:p>
          <a:p/>
          <a:p>
            <a:r>
              <a:t>{{vspace:1}}</a:t>
            </a:r>
          </a:p>
          <a:p/>
          <a:p>
            <a:r>
              <a:t>::: {.center}</a:t>
            </a:r>
          </a:p>
          <a:p/>
          <a:p>
            <a:r>
              <a:t>![](figures/&lt;__BASEFILENAME__&gt;_slide&lt;__SLIDENUM__&gt;_fig.png){ width=95% }</a:t>
            </a:r>
          </a:p>
          <a:p/>
          <a:p>
            <a:r>
              <a:t>:::</a:t>
            </a:r>
          </a:p>
          <a:p/>
          <a:p>
            <a:r>
              <a:t>{{vspace:1}}</a:t>
            </a:r>
          </a:p>
          <a:p/>
          <a:p>
            <a:r>
              <a:t>概要説明文やChapter目次やも入れたければ、それも変数にしておけば置き換えられます。</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4</a:t>
            </a:fld>
            <a:endParaRPr kumimoji="1" lang="ja-JP" altLang="en-US"/>
          </a:p>
        </p:txBody>
      </p:sp>
    </p:spTree>
    <p:extLst>
      <p:ext uri="{BB962C8B-B14F-4D97-AF65-F5344CB8AC3E}">
        <p14:creationId xmlns:p14="http://schemas.microsoft.com/office/powerpoint/2010/main" val="3513973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Chapter Cover のように複数の文書で共通に使いそうなファイルは共通資材用フォルダに置いて参照するのがおすすめです。</a:t>
            </a:r>
          </a:p>
          <a:p/>
          <a:p>
            <a:r>
              <a:t>結合指示書上では相対パスまたは絶対パスで参照できます。</a:t>
            </a:r>
          </a:p>
          <a:p/>
          <a:p>
            <a:r>
              <a:t>{{vspace:1}}</a:t>
            </a:r>
          </a:p>
          <a:p/>
          <a:p>
            <a:r>
              <a:t>::: {.center}</a:t>
            </a:r>
          </a:p>
          <a:p/>
          <a:p>
            <a:r>
              <a:t>![](figures/&lt;__BASEFILENAME__&gt;_slide&lt;__SLIDENUM__&gt;_fig.png){ width=95% }</a:t>
            </a:r>
          </a:p>
          <a:p/>
          <a:p>
            <a:r>
              <a:t>:::</a:t>
            </a:r>
          </a:p>
          <a:p/>
          <a:p>
            <a:r>
              <a:t>{{vspace:1}}</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5</a:t>
            </a:fld>
            <a:endParaRPr kumimoji="1" lang="ja-JP" altLang="en-US"/>
          </a:p>
        </p:txBody>
      </p:sp>
    </p:spTree>
    <p:extLst>
      <p:ext uri="{BB962C8B-B14F-4D97-AF65-F5344CB8AC3E}">
        <p14:creationId xmlns:p14="http://schemas.microsoft.com/office/powerpoint/2010/main" val="312965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xportrange">
            <a:extLst>
              <a:ext uri="{FF2B5EF4-FFF2-40B4-BE49-F238E27FC236}">
                <a16:creationId xmlns:a16="http://schemas.microsoft.com/office/drawing/2014/main" id="{8438185F-68DD-B20C-4129-86B5B84AE529}"/>
              </a:ext>
            </a:extLst>
          </p:cNvPr>
          <p:cNvSpPr/>
          <p:nvPr/>
        </p:nvSpPr>
        <p:spPr bwMode="auto">
          <a:xfrm>
            <a:off x="623392" y="943478"/>
            <a:ext cx="10369152" cy="19032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 name="keyvisual">
            <a:extLst>
              <a:ext uri="{FF2B5EF4-FFF2-40B4-BE49-F238E27FC236}">
                <a16:creationId xmlns:a16="http://schemas.microsoft.com/office/drawing/2014/main" id="{7A56F199-610B-91DB-7524-CC7FF526D257}"/>
              </a:ext>
            </a:extLst>
          </p:cNvPr>
          <p:cNvSpPr/>
          <p:nvPr/>
        </p:nvSpPr>
        <p:spPr bwMode="auto">
          <a:xfrm>
            <a:off x="1947136" y="2790920"/>
            <a:ext cx="8541352" cy="380643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lang="en-US" altLang="ja-JP"/>
              <a:t>Chapter Cover </a:t>
            </a:r>
            <a:r>
              <a:rPr lang="ja-JP" altLang="en-US"/>
              <a:t>挿入運用</a:t>
            </a:r>
            <a:endParaRPr kumimoji="1" lang="ja-JP" altLang="en-US"/>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chapter_cover_insertion_recipe.yaml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17537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1</a:t>
            </a:r>
            <a:r>
              <a:rPr kumimoji="1" lang="ja-JP" altLang="en-US" sz="1600" kern="0">
                <a:latin typeface="BIZ UDPゴシック" panose="020B0400000000000000" pitchFamily="50" charset="-128"/>
                <a:ea typeface="BIZ UDPゴシック" panose="020B0400000000000000" pitchFamily="50" charset="-128"/>
              </a:rPr>
              <a:t>つの章をまとめる「章とびら（</a:t>
            </a:r>
            <a:r>
              <a:rPr kumimoji="1" lang="en-US" altLang="ja-JP" sz="1600" kern="0">
                <a:latin typeface="BIZ UDPゴシック" panose="020B0400000000000000" pitchFamily="50" charset="-128"/>
                <a:ea typeface="BIZ UDPゴシック" panose="020B0400000000000000" pitchFamily="50" charset="-128"/>
              </a:rPr>
              <a:t>Chapter Cover)</a:t>
            </a:r>
            <a:r>
              <a:rPr kumimoji="1" lang="ja-JP" altLang="en-US" sz="1600" kern="0">
                <a:latin typeface="BIZ UDPゴシック" panose="020B0400000000000000" pitchFamily="50" charset="-128"/>
                <a:ea typeface="BIZ UDPゴシック" panose="020B0400000000000000" pitchFamily="50" charset="-128"/>
              </a:rPr>
              <a:t>に当たるスライドを挿入する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400">
                <a:latin typeface="BIZ UDPゴシック" panose="020B0400000000000000" pitchFamily="50" charset="-128"/>
                <a:ea typeface="BIZ UDPゴシック" panose="020B0400000000000000" pitchFamily="50" charset="-128"/>
              </a:rPr>
              <a:t>&lt;__FILENAME__&gt;</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"operation: insertpptx", "variable replacement", vars</a:t>
            </a:r>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F73B6D62-BDC9-6F7C-180D-CB981C27FAC5}"/>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F6602273-ABE3-64F1-05A5-0BAA2D0ED607}"/>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pm5_chapter_cover_insertion</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4AAA7FF8-69F1-5A70-26E2-14AF997617D4}"/>
              </a:ext>
            </a:extLst>
          </p:cNvPr>
          <p:cNvSpPr/>
          <p:nvPr/>
        </p:nvSpPr>
        <p:spPr bwMode="auto">
          <a:xfrm>
            <a:off x="4439817" y="4043808"/>
            <a:ext cx="924955" cy="1187989"/>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en-US" altLang="ja-JP" sz="1600">
                <a:latin typeface="BIZ UDPゴシック" panose="020B0400000000000000" pitchFamily="50" charset="-128"/>
                <a:ea typeface="BIZ UDPゴシック" panose="020B0400000000000000" pitchFamily="50" charset="-128"/>
              </a:rPr>
              <a:t>2</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節</a:t>
            </a:r>
            <a:endPar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a:t>
            </a:r>
            <a:endParaRPr lang="en-US" altLang="ja-JP" sz="1400">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・・本文・</a:t>
            </a:r>
            <a:endParaRPr lang="en-US" altLang="ja-JP" sz="1400">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a:t>
            </a:r>
          </a:p>
        </p:txBody>
      </p:sp>
      <p:sp>
        <p:nvSpPr>
          <p:cNvPr id="16" name="正方形/長方形 15">
            <a:extLst>
              <a:ext uri="{FF2B5EF4-FFF2-40B4-BE49-F238E27FC236}">
                <a16:creationId xmlns:a16="http://schemas.microsoft.com/office/drawing/2014/main" id="{6816A134-8C6C-272E-5C05-572F6F630061}"/>
              </a:ext>
            </a:extLst>
          </p:cNvPr>
          <p:cNvSpPr/>
          <p:nvPr/>
        </p:nvSpPr>
        <p:spPr bwMode="auto">
          <a:xfrm>
            <a:off x="3429581" y="4043808"/>
            <a:ext cx="924955" cy="1187989"/>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節</a:t>
            </a:r>
            <a:endPar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a:ln>
                  <a:noFill/>
                </a:ln>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effectLst/>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a:ln>
                  <a:noFill/>
                </a:ln>
                <a:effectLst/>
                <a:latin typeface="BIZ UDPゴシック" panose="020B0400000000000000" pitchFamily="50" charset="-128"/>
                <a:ea typeface="BIZ UDPゴシック" panose="020B0400000000000000" pitchFamily="50" charset="-128"/>
              </a:rPr>
              <a:t>・・本文・</a:t>
            </a:r>
            <a:endParaRPr kumimoji="1" lang="en-US" altLang="ja-JP" sz="1400" b="1" i="0" u="none" strike="noStrike" cap="none" normalizeH="0" baseline="0">
              <a:ln>
                <a:noFill/>
              </a:ln>
              <a:effectLst/>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a:ln>
                  <a:noFill/>
                </a:ln>
                <a:effectLst/>
                <a:latin typeface="BIZ UDPゴシック" panose="020B0400000000000000" pitchFamily="50" charset="-128"/>
                <a:ea typeface="BIZ UDPゴシック" panose="020B0400000000000000" pitchFamily="50" charset="-128"/>
              </a:rPr>
              <a:t>・・・・・・・</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4BCDCB37-BD18-D17E-DC07-8287AFF97873}"/>
              </a:ext>
            </a:extLst>
          </p:cNvPr>
          <p:cNvSpPr/>
          <p:nvPr/>
        </p:nvSpPr>
        <p:spPr bwMode="auto">
          <a:xfrm>
            <a:off x="2419345" y="4043808"/>
            <a:ext cx="924955" cy="1187989"/>
          </a:xfrm>
          <a:prstGeom prst="rect">
            <a:avLst/>
          </a:prstGeom>
          <a:solidFill>
            <a:schemeClr val="accent3">
              <a:lumMod val="60000"/>
              <a:lumOff val="4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effectLst/>
                <a:latin typeface="BIZ UDPゴシック" panose="020B0400000000000000" pitchFamily="50" charset="-128"/>
                <a:ea typeface="BIZ UDPゴシック" panose="020B0400000000000000" pitchFamily="50" charset="-128"/>
              </a:rPr>
              <a:t>1</a:t>
            </a:r>
            <a:r>
              <a:rPr kumimoji="1" lang="ja-JP" altLang="en-US" sz="1800" b="1" i="0" u="none" strike="noStrike" cap="none" normalizeH="0" baseline="0">
                <a:ln>
                  <a:noFill/>
                </a:ln>
                <a:effectLst/>
                <a:latin typeface="BIZ UDPゴシック" panose="020B0400000000000000" pitchFamily="50" charset="-128"/>
                <a:ea typeface="BIZ UDPゴシック" panose="020B0400000000000000" pitchFamily="50" charset="-128"/>
              </a:rPr>
              <a:t>章</a:t>
            </a:r>
            <a:endParaRPr kumimoji="1" lang="ja-JP" altLang="en-US" sz="18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F3BAEF42-3D8B-9ACE-2249-15162E82D5E8}"/>
              </a:ext>
            </a:extLst>
          </p:cNvPr>
          <p:cNvSpPr/>
          <p:nvPr/>
        </p:nvSpPr>
        <p:spPr bwMode="auto">
          <a:xfrm>
            <a:off x="5450053" y="4043808"/>
            <a:ext cx="924955" cy="1187989"/>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en-US" altLang="ja-JP" sz="1600">
                <a:latin typeface="BIZ UDPゴシック" panose="020B0400000000000000" pitchFamily="50" charset="-128"/>
                <a:ea typeface="BIZ UDPゴシック" panose="020B0400000000000000" pitchFamily="50" charset="-128"/>
              </a:rPr>
              <a:t>3</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節</a:t>
            </a:r>
            <a:endPar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a:t>
            </a:r>
            <a:endParaRPr lang="en-US" altLang="ja-JP" sz="1400">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・・本文・</a:t>
            </a:r>
            <a:endParaRPr lang="en-US" altLang="ja-JP" sz="1400">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a:t>
            </a:r>
          </a:p>
        </p:txBody>
      </p:sp>
      <p:sp>
        <p:nvSpPr>
          <p:cNvPr id="20" name="テキスト ボックス 19">
            <a:extLst>
              <a:ext uri="{FF2B5EF4-FFF2-40B4-BE49-F238E27FC236}">
                <a16:creationId xmlns:a16="http://schemas.microsoft.com/office/drawing/2014/main" id="{544B2A0A-7EC7-6F65-8078-2BDCBB82A3AE}"/>
              </a:ext>
            </a:extLst>
          </p:cNvPr>
          <p:cNvSpPr txBox="1"/>
          <p:nvPr/>
        </p:nvSpPr>
        <p:spPr bwMode="auto">
          <a:xfrm>
            <a:off x="2490164" y="4422112"/>
            <a:ext cx="91795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latin typeface="BIZ UDPゴシック" panose="020B0400000000000000" pitchFamily="50" charset="-128"/>
                <a:ea typeface="BIZ UDPゴシック" panose="020B0400000000000000" pitchFamily="50" charset="-128"/>
              </a:rPr>
              <a:t>1</a:t>
            </a:r>
            <a:r>
              <a:rPr kumimoji="1" lang="ja-JP" altLang="en-US" sz="1400" kern="0">
                <a:latin typeface="BIZ UDPゴシック" panose="020B0400000000000000" pitchFamily="50" charset="-128"/>
                <a:ea typeface="BIZ UDPゴシック" panose="020B0400000000000000" pitchFamily="50" charset="-128"/>
              </a:rPr>
              <a:t>節 ・・・</a:t>
            </a:r>
            <a:endParaRPr kumimoji="1" lang="en-US" altLang="ja-JP" sz="1400" kern="0">
              <a:latin typeface="BIZ UDPゴシック" panose="020B0400000000000000" pitchFamily="50" charset="-128"/>
              <a:ea typeface="BIZ UDPゴシック" panose="020B0400000000000000" pitchFamily="50" charset="-128"/>
            </a:endParaRPr>
          </a:p>
          <a:p>
            <a:pPr algn="l"/>
            <a:r>
              <a:rPr kumimoji="1" lang="en-US" altLang="ja-JP" sz="1400" kern="0">
                <a:latin typeface="BIZ UDPゴシック" panose="020B0400000000000000" pitchFamily="50" charset="-128"/>
                <a:ea typeface="BIZ UDPゴシック" panose="020B0400000000000000" pitchFamily="50" charset="-128"/>
              </a:rPr>
              <a:t>2</a:t>
            </a:r>
            <a:r>
              <a:rPr kumimoji="1" lang="ja-JP" altLang="en-US" sz="1400" kern="0">
                <a:latin typeface="BIZ UDPゴシック" panose="020B0400000000000000" pitchFamily="50" charset="-128"/>
                <a:ea typeface="BIZ UDPゴシック" panose="020B0400000000000000" pitchFamily="50" charset="-128"/>
              </a:rPr>
              <a:t>節 ・・・</a:t>
            </a:r>
            <a:endParaRPr kumimoji="1" lang="en-US" altLang="ja-JP" sz="1400" kern="0">
              <a:latin typeface="BIZ UDPゴシック" panose="020B0400000000000000" pitchFamily="50" charset="-128"/>
              <a:ea typeface="BIZ UDPゴシック" panose="020B0400000000000000" pitchFamily="50" charset="-128"/>
            </a:endParaRPr>
          </a:p>
          <a:p>
            <a:pPr algn="l"/>
            <a:r>
              <a:rPr kumimoji="1" lang="en-US" altLang="ja-JP" sz="1400" kern="0">
                <a:latin typeface="BIZ UDPゴシック" panose="020B0400000000000000" pitchFamily="50" charset="-128"/>
                <a:ea typeface="BIZ UDPゴシック" panose="020B0400000000000000" pitchFamily="50" charset="-128"/>
              </a:rPr>
              <a:t>3</a:t>
            </a:r>
            <a:r>
              <a:rPr kumimoji="1" lang="ja-JP" altLang="en-US" sz="1400" kern="0">
                <a:latin typeface="BIZ UDPゴシック" panose="020B0400000000000000" pitchFamily="50" charset="-128"/>
                <a:ea typeface="BIZ UDPゴシック" panose="020B0400000000000000" pitchFamily="50" charset="-128"/>
              </a:rPr>
              <a:t>節 ・・・</a:t>
            </a:r>
          </a:p>
        </p:txBody>
      </p:sp>
      <p:sp>
        <p:nvSpPr>
          <p:cNvPr id="25" name="右中かっこ 24">
            <a:extLst>
              <a:ext uri="{FF2B5EF4-FFF2-40B4-BE49-F238E27FC236}">
                <a16:creationId xmlns:a16="http://schemas.microsoft.com/office/drawing/2014/main" id="{E70B072F-C8C8-6AB1-7D65-ADEF54545DCC}"/>
              </a:ext>
            </a:extLst>
          </p:cNvPr>
          <p:cNvSpPr/>
          <p:nvPr/>
        </p:nvSpPr>
        <p:spPr bwMode="auto">
          <a:xfrm rot="16200000" flipV="1">
            <a:off x="4764791" y="2410852"/>
            <a:ext cx="288032" cy="3033505"/>
          </a:xfrm>
          <a:prstGeom prst="rightBrace">
            <a:avLst>
              <a:gd name="adj1" fmla="val 32143"/>
              <a:gd name="adj2" fmla="val 50000"/>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cxnSp>
        <p:nvCxnSpPr>
          <p:cNvPr id="32" name="直線矢印コネクタ 31">
            <a:extLst>
              <a:ext uri="{FF2B5EF4-FFF2-40B4-BE49-F238E27FC236}">
                <a16:creationId xmlns:a16="http://schemas.microsoft.com/office/drawing/2014/main" id="{402FFB35-2601-4ED7-F2D2-1C99D6E39133}"/>
              </a:ext>
            </a:extLst>
          </p:cNvPr>
          <p:cNvCxnSpPr>
            <a:cxnSpLocks/>
          </p:cNvCxnSpPr>
          <p:nvPr/>
        </p:nvCxnSpPr>
        <p:spPr bwMode="auto">
          <a:xfrm>
            <a:off x="2855640" y="3429000"/>
            <a:ext cx="0" cy="614808"/>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2" name="テキスト ボックス 41">
            <a:extLst>
              <a:ext uri="{FF2B5EF4-FFF2-40B4-BE49-F238E27FC236}">
                <a16:creationId xmlns:a16="http://schemas.microsoft.com/office/drawing/2014/main" id="{87F10A7E-C7C5-F596-E7BB-872C45052AAE}"/>
              </a:ext>
            </a:extLst>
          </p:cNvPr>
          <p:cNvSpPr txBox="1"/>
          <p:nvPr/>
        </p:nvSpPr>
        <p:spPr bwMode="auto">
          <a:xfrm>
            <a:off x="2012826" y="2852936"/>
            <a:ext cx="5953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ja-JP" altLang="en-US"/>
              <a:t>章とびら＝</a:t>
            </a:r>
            <a:r>
              <a:rPr lang="en-US" altLang="ja-JP"/>
              <a:t>Chapter Cover </a:t>
            </a:r>
            <a:r>
              <a:rPr lang="ja-JP" altLang="en-US"/>
              <a:t>は、章全体の説明や、各節の概要、章単位での目次などを含むスライド。　いわば 「</a:t>
            </a:r>
            <a:r>
              <a:rPr lang="ja-JP" altLang="en-US">
                <a:solidFill>
                  <a:srgbClr val="FF0000"/>
                </a:solidFill>
              </a:rPr>
              <a:t>前置き</a:t>
            </a:r>
            <a:r>
              <a:rPr lang="ja-JP" altLang="en-US"/>
              <a:t>」</a:t>
            </a:r>
            <a:endParaRPr lang="en-US" altLang="ja-JP"/>
          </a:p>
        </p:txBody>
      </p:sp>
      <p:sp>
        <p:nvSpPr>
          <p:cNvPr id="43" name="テキスト ボックス 42">
            <a:extLst>
              <a:ext uri="{FF2B5EF4-FFF2-40B4-BE49-F238E27FC236}">
                <a16:creationId xmlns:a16="http://schemas.microsoft.com/office/drawing/2014/main" id="{2C0CA062-423F-CC8E-3A60-FFE98F0361EB}"/>
              </a:ext>
            </a:extLst>
          </p:cNvPr>
          <p:cNvSpPr txBox="1"/>
          <p:nvPr/>
        </p:nvSpPr>
        <p:spPr bwMode="auto">
          <a:xfrm>
            <a:off x="3946564" y="3429062"/>
            <a:ext cx="72728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ja-JP" altLang="en-US"/>
              <a:t>コンテンツの</a:t>
            </a:r>
            <a:r>
              <a:rPr lang="ja-JP" altLang="en-US">
                <a:solidFill>
                  <a:srgbClr val="FF0000"/>
                </a:solidFill>
              </a:rPr>
              <a:t>本題</a:t>
            </a:r>
            <a:r>
              <a:rPr lang="ja-JP" altLang="en-US"/>
              <a:t>はこちら。　通常、文書部品マスターとして管理される</a:t>
            </a:r>
            <a:endParaRPr lang="en-US" altLang="ja-JP"/>
          </a:p>
        </p:txBody>
      </p:sp>
      <p:sp>
        <p:nvSpPr>
          <p:cNvPr id="44" name="テキスト ボックス 43">
            <a:extLst>
              <a:ext uri="{FF2B5EF4-FFF2-40B4-BE49-F238E27FC236}">
                <a16:creationId xmlns:a16="http://schemas.microsoft.com/office/drawing/2014/main" id="{439D8338-AA5B-E61C-426A-7F253502C4A0}"/>
              </a:ext>
            </a:extLst>
          </p:cNvPr>
          <p:cNvSpPr txBox="1"/>
          <p:nvPr/>
        </p:nvSpPr>
        <p:spPr bwMode="auto">
          <a:xfrm>
            <a:off x="2927648" y="5661248"/>
            <a:ext cx="72728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ja-JP" altLang="en-US"/>
              <a:t>そこで、</a:t>
            </a:r>
            <a:r>
              <a:rPr lang="en-US" altLang="ja-JP"/>
              <a:t>Chapter Cover </a:t>
            </a:r>
            <a:r>
              <a:rPr lang="ja-JP" altLang="en-US"/>
              <a:t>が必要なら別途挿入する</a:t>
            </a:r>
            <a:endParaRPr lang="en-US" altLang="ja-JP"/>
          </a:p>
        </p:txBody>
      </p:sp>
      <p:cxnSp>
        <p:nvCxnSpPr>
          <p:cNvPr id="45" name="直線矢印コネクタ 44">
            <a:extLst>
              <a:ext uri="{FF2B5EF4-FFF2-40B4-BE49-F238E27FC236}">
                <a16:creationId xmlns:a16="http://schemas.microsoft.com/office/drawing/2014/main" id="{30C831A5-DD24-49F9-1B50-2B0F66A6AA50}"/>
              </a:ext>
            </a:extLst>
          </p:cNvPr>
          <p:cNvCxnSpPr>
            <a:cxnSpLocks/>
            <a:endCxn id="17" idx="2"/>
          </p:cNvCxnSpPr>
          <p:nvPr/>
        </p:nvCxnSpPr>
        <p:spPr bwMode="auto">
          <a:xfrm flipH="1" flipV="1">
            <a:off x="2881823" y="5231797"/>
            <a:ext cx="367738" cy="498822"/>
          </a:xfrm>
          <a:prstGeom prst="straightConnector1">
            <a:avLst/>
          </a:prstGeom>
          <a:solidFill>
            <a:srgbClr val="CCFFFF"/>
          </a:solidFill>
          <a:ln w="28575" cap="flat" cmpd="sng" algn="ctr">
            <a:solidFill>
              <a:schemeClr val="tx1">
                <a:lumMod val="75000"/>
                <a:lumOff val="25000"/>
              </a:schemeClr>
            </a:solidFill>
            <a:prstDash val="sysDash"/>
            <a:round/>
            <a:headEnd type="none" w="med" len="med"/>
            <a:tailEnd type="none" w="med" len="med"/>
          </a:ln>
          <a:effectLst/>
        </p:spPr>
      </p:cxnSp>
      <p:sp>
        <p:nvSpPr>
          <p:cNvPr id="49" name="テキスト ボックス 48">
            <a:extLst>
              <a:ext uri="{FF2B5EF4-FFF2-40B4-BE49-F238E27FC236}">
                <a16:creationId xmlns:a16="http://schemas.microsoft.com/office/drawing/2014/main" id="{E56F9387-45B6-23D1-B298-4B41A139DA77}"/>
              </a:ext>
            </a:extLst>
          </p:cNvPr>
          <p:cNvSpPr txBox="1"/>
          <p:nvPr/>
        </p:nvSpPr>
        <p:spPr bwMode="auto">
          <a:xfrm>
            <a:off x="3503712" y="5321947"/>
            <a:ext cx="73752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ja-JP" altLang="en-US"/>
              <a:t>個別の文書部品マスター</a:t>
            </a:r>
            <a:r>
              <a:rPr lang="en-US" altLang="ja-JP"/>
              <a:t>pptx</a:t>
            </a:r>
            <a:r>
              <a:rPr lang="ja-JP" altLang="en-US"/>
              <a:t>には「本題」 部分しか入っていないことがある</a:t>
            </a:r>
            <a:endParaRPr lang="en-US" altLang="ja-JP"/>
          </a:p>
        </p:txBody>
      </p:sp>
      <p:sp>
        <p:nvSpPr>
          <p:cNvPr id="54" name="テキスト ボックス 53">
            <a:extLst>
              <a:ext uri="{FF2B5EF4-FFF2-40B4-BE49-F238E27FC236}">
                <a16:creationId xmlns:a16="http://schemas.microsoft.com/office/drawing/2014/main" id="{2AB0836E-ED04-B2A6-A327-5F5274155AF1}"/>
              </a:ext>
            </a:extLst>
          </p:cNvPr>
          <p:cNvSpPr txBox="1"/>
          <p:nvPr/>
        </p:nvSpPr>
        <p:spPr bwMode="auto">
          <a:xfrm>
            <a:off x="2927648" y="6039258"/>
            <a:ext cx="72728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pPr marL="285750" indent="-285750">
              <a:buFont typeface="Arial" panose="020B0604020202020204" pitchFamily="34" charset="0"/>
              <a:buChar char="•"/>
            </a:pPr>
            <a:r>
              <a:rPr lang="ja-JP" altLang="en-US"/>
              <a:t>機能としては単なる </a:t>
            </a:r>
            <a:r>
              <a:rPr lang="en-US" altLang="ja-JP"/>
              <a:t>operation:insertpptx </a:t>
            </a:r>
            <a:r>
              <a:rPr lang="ja-JP" altLang="en-US"/>
              <a:t>と </a:t>
            </a:r>
            <a:r>
              <a:rPr lang="en-US" altLang="ja-JP"/>
              <a:t>vars</a:t>
            </a:r>
          </a:p>
          <a:p>
            <a:pPr marL="285750" indent="-285750">
              <a:buFont typeface="Arial" panose="020B0604020202020204" pitchFamily="34" charset="0"/>
              <a:buChar char="•"/>
            </a:pPr>
            <a:r>
              <a:rPr lang="en-US" altLang="ja-JP"/>
              <a:t>Chapter Cover </a:t>
            </a:r>
            <a:r>
              <a:rPr lang="ja-JP" altLang="en-US"/>
              <a:t>用ファイルを用意して中身を変数置換する</a:t>
            </a:r>
            <a:endParaRPr lang="en-US" altLang="ja-JP"/>
          </a:p>
        </p:txBody>
      </p:sp>
    </p:spTree>
    <p:extLst>
      <p:ext uri="{BB962C8B-B14F-4D97-AF65-F5344CB8AC3E}">
        <p14:creationId xmlns:p14="http://schemas.microsoft.com/office/powerpoint/2010/main" val="116542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1" name="exportrange">
            <a:extLst>
              <a:ext uri="{FF2B5EF4-FFF2-40B4-BE49-F238E27FC236}">
                <a16:creationId xmlns:a16="http://schemas.microsoft.com/office/drawing/2014/main" id="{846E8EB3-72BA-C1A4-7D41-E896C28C478E}"/>
              </a:ext>
            </a:extLst>
          </p:cNvPr>
          <p:cNvSpPr/>
          <p:nvPr/>
        </p:nvSpPr>
        <p:spPr bwMode="auto">
          <a:xfrm>
            <a:off x="623391" y="1207558"/>
            <a:ext cx="10892537" cy="5245778"/>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矢印: 右 15">
            <a:extLst>
              <a:ext uri="{FF2B5EF4-FFF2-40B4-BE49-F238E27FC236}">
                <a16:creationId xmlns:a16="http://schemas.microsoft.com/office/drawing/2014/main" id="{FD43F7B3-73AD-36D0-8678-7B8F7155DD2B}"/>
              </a:ext>
            </a:extLst>
          </p:cNvPr>
          <p:cNvSpPr/>
          <p:nvPr/>
        </p:nvSpPr>
        <p:spPr bwMode="auto">
          <a:xfrm>
            <a:off x="3431704" y="3842148"/>
            <a:ext cx="5778865" cy="708677"/>
          </a:xfrm>
          <a:prstGeom prst="rightArrow">
            <a:avLst/>
          </a:prstGeom>
          <a:solidFill>
            <a:schemeClr val="accent3">
              <a:lumMod val="60000"/>
              <a:lumOff val="4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operation: chapter </a:t>
            </a:r>
            <a:r>
              <a:rPr lang="ja-JP" altLang="en-US"/>
              <a:t>が使いにくい問題</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18" name="テキスト ボックス 17">
            <a:extLst>
              <a:ext uri="{FF2B5EF4-FFF2-40B4-BE49-F238E27FC236}">
                <a16:creationId xmlns:a16="http://schemas.microsoft.com/office/drawing/2014/main" id="{B24022ED-02D5-08FB-B46D-BB55671847D3}"/>
              </a:ext>
            </a:extLst>
          </p:cNvPr>
          <p:cNvSpPr txBox="1"/>
          <p:nvPr/>
        </p:nvSpPr>
        <p:spPr bwMode="auto">
          <a:xfrm>
            <a:off x="698280" y="1298544"/>
            <a:ext cx="343244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いずれも細かい情報の入った</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２つの</a:t>
            </a:r>
            <a:r>
              <a:rPr kumimoji="1" lang="en-US" altLang="ja-JP" sz="1800" kern="0">
                <a:latin typeface="BIZ UDPゴシック" panose="020B0400000000000000" pitchFamily="50" charset="-128"/>
                <a:ea typeface="BIZ UDPゴシック" panose="020B0400000000000000" pitchFamily="50" charset="-128"/>
              </a:rPr>
              <a:t>pptx</a:t>
            </a:r>
            <a:r>
              <a:rPr kumimoji="1" lang="ja-JP" altLang="en-US" sz="1800" kern="0">
                <a:latin typeface="BIZ UDPゴシック" panose="020B0400000000000000" pitchFamily="50" charset="-128"/>
                <a:ea typeface="BIZ UDPゴシック" panose="020B0400000000000000" pitchFamily="50" charset="-128"/>
              </a:rPr>
              <a:t>を結合したいとき</a:t>
            </a:r>
          </a:p>
        </p:txBody>
      </p:sp>
      <p:sp>
        <p:nvSpPr>
          <p:cNvPr id="7" name="正方形/長方形 6">
            <a:extLst>
              <a:ext uri="{FF2B5EF4-FFF2-40B4-BE49-F238E27FC236}">
                <a16:creationId xmlns:a16="http://schemas.microsoft.com/office/drawing/2014/main" id="{51350175-C0B6-AA0C-087C-A327BCE9E516}"/>
              </a:ext>
            </a:extLst>
          </p:cNvPr>
          <p:cNvSpPr/>
          <p:nvPr/>
        </p:nvSpPr>
        <p:spPr bwMode="auto">
          <a:xfrm>
            <a:off x="1202336" y="2439852"/>
            <a:ext cx="1884976" cy="159474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3B1D6BAA-96AE-843D-364F-A4FCE8CCE419}"/>
              </a:ext>
            </a:extLst>
          </p:cNvPr>
          <p:cNvSpPr/>
          <p:nvPr/>
        </p:nvSpPr>
        <p:spPr bwMode="auto">
          <a:xfrm>
            <a:off x="1387414" y="2609471"/>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A1</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8AD558AE-A8DE-992D-118B-6E830EE543FC}"/>
              </a:ext>
            </a:extLst>
          </p:cNvPr>
          <p:cNvSpPr/>
          <p:nvPr/>
        </p:nvSpPr>
        <p:spPr bwMode="auto">
          <a:xfrm>
            <a:off x="1387414" y="3305124"/>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A2</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C83A1BEE-2517-E729-75B1-A1687382372B}"/>
              </a:ext>
            </a:extLst>
          </p:cNvPr>
          <p:cNvSpPr/>
          <p:nvPr/>
        </p:nvSpPr>
        <p:spPr bwMode="auto">
          <a:xfrm>
            <a:off x="1202336" y="4557059"/>
            <a:ext cx="1884976" cy="148476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2A60EEEC-286E-2EEA-FA79-A52160FED473}"/>
              </a:ext>
            </a:extLst>
          </p:cNvPr>
          <p:cNvSpPr/>
          <p:nvPr/>
        </p:nvSpPr>
        <p:spPr bwMode="auto">
          <a:xfrm>
            <a:off x="1387414" y="4681838"/>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B1</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D790BCFC-DC74-BF15-64A5-70D4AAB44FBE}"/>
              </a:ext>
            </a:extLst>
          </p:cNvPr>
          <p:cNvSpPr/>
          <p:nvPr/>
        </p:nvSpPr>
        <p:spPr bwMode="auto">
          <a:xfrm>
            <a:off x="1387414" y="5354845"/>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B2</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5" name="テキスト ボックス 24">
            <a:extLst>
              <a:ext uri="{FF2B5EF4-FFF2-40B4-BE49-F238E27FC236}">
                <a16:creationId xmlns:a16="http://schemas.microsoft.com/office/drawing/2014/main" id="{E972A0A5-D863-9A1A-3F1A-128D5E57271A}"/>
              </a:ext>
            </a:extLst>
          </p:cNvPr>
          <p:cNvSpPr txBox="1"/>
          <p:nvPr/>
        </p:nvSpPr>
        <p:spPr bwMode="auto">
          <a:xfrm>
            <a:off x="1203707" y="2074621"/>
            <a:ext cx="158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B87ACC64-E580-B468-8DB8-95A9A2453751}"/>
              </a:ext>
            </a:extLst>
          </p:cNvPr>
          <p:cNvSpPr txBox="1"/>
          <p:nvPr/>
        </p:nvSpPr>
        <p:spPr bwMode="auto">
          <a:xfrm>
            <a:off x="1203707" y="4169526"/>
            <a:ext cx="158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39" name="テキスト ボックス 38">
            <a:extLst>
              <a:ext uri="{FF2B5EF4-FFF2-40B4-BE49-F238E27FC236}">
                <a16:creationId xmlns:a16="http://schemas.microsoft.com/office/drawing/2014/main" id="{04930B9E-19C5-0A88-5717-71BD29D2012C}"/>
              </a:ext>
            </a:extLst>
          </p:cNvPr>
          <p:cNvSpPr txBox="1"/>
          <p:nvPr/>
        </p:nvSpPr>
        <p:spPr bwMode="auto">
          <a:xfrm>
            <a:off x="4534459" y="2788120"/>
            <a:ext cx="3528392" cy="2862322"/>
          </a:xfrm>
          <a:prstGeom prst="rect">
            <a:avLst/>
          </a:prstGeom>
          <a:solidFill>
            <a:schemeClr val="bg1"/>
          </a:solidFill>
          <a:ln w="9525">
            <a:solidFill>
              <a:srgbClr val="000000"/>
            </a:solidFill>
            <a:miter lim="800000"/>
            <a:headEnd/>
            <a:tailEnd/>
          </a:ln>
        </p:spPr>
        <p:txBody>
          <a:bodyPr vert="horz" wrap="square" lIns="91440" tIns="45720" rIns="91440" bIns="45720" numCol="1" rtlCol="0" anchor="t" anchorCtr="0" compatLnSpc="1">
            <a:prstTxWarp prst="textNoShape">
              <a:avLst/>
            </a:prstTxWarp>
            <a:spAutoFit/>
          </a:bodyPr>
          <a:lstStyle/>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procedure:</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 operation: chapter</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chapter: "+"</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operation: insertpptx</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A.pptx</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operation: chapter</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chapter: "+"</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operation: insertpptx</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B.pptx</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p:txBody>
      </p:sp>
      <p:sp>
        <p:nvSpPr>
          <p:cNvPr id="40" name="テキスト ボックス 39">
            <a:extLst>
              <a:ext uri="{FF2B5EF4-FFF2-40B4-BE49-F238E27FC236}">
                <a16:creationId xmlns:a16="http://schemas.microsoft.com/office/drawing/2014/main" id="{46D474F4-E8E6-7CA2-3AA8-D11D89E48039}"/>
              </a:ext>
            </a:extLst>
          </p:cNvPr>
          <p:cNvSpPr txBox="1"/>
          <p:nvPr/>
        </p:nvSpPr>
        <p:spPr bwMode="auto">
          <a:xfrm>
            <a:off x="4223792" y="1944875"/>
            <a:ext cx="448992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operation: chapter </a:t>
            </a:r>
            <a:r>
              <a:rPr kumimoji="1" lang="ja-JP" altLang="en-US" sz="1800" kern="0">
                <a:latin typeface="BIZ UDPゴシック" panose="020B0400000000000000" pitchFamily="50" charset="-128"/>
                <a:ea typeface="BIZ UDPゴシック" panose="020B0400000000000000" pitchFamily="50" charset="-128"/>
              </a:rPr>
              <a:t>を加えることで、</a:t>
            </a:r>
            <a:r>
              <a:rPr kumimoji="1" lang="en-US" altLang="ja-JP" sz="1800" kern="0">
                <a:latin typeface="BIZ UDPゴシック" panose="020B0400000000000000" pitchFamily="50" charset="-128"/>
                <a:ea typeface="BIZ UDPゴシック" panose="020B0400000000000000" pitchFamily="50" charset="-128"/>
              </a:rPr>
              <a:t>Chapter </a:t>
            </a:r>
            <a:r>
              <a:rPr kumimoji="1" lang="ja-JP" altLang="en-US" sz="1800" kern="0">
                <a:latin typeface="BIZ UDPゴシック" panose="020B0400000000000000" pitchFamily="50" charset="-128"/>
                <a:ea typeface="BIZ UDPゴシック" panose="020B0400000000000000" pitchFamily="50" charset="-128"/>
              </a:rPr>
              <a:t>番号を変えることは可能</a:t>
            </a:r>
          </a:p>
        </p:txBody>
      </p:sp>
      <p:sp>
        <p:nvSpPr>
          <p:cNvPr id="41" name="テキスト ボックス 40">
            <a:extLst>
              <a:ext uri="{FF2B5EF4-FFF2-40B4-BE49-F238E27FC236}">
                <a16:creationId xmlns:a16="http://schemas.microsoft.com/office/drawing/2014/main" id="{79BA2837-C07B-C964-45EB-3C9DB2859073}"/>
              </a:ext>
            </a:extLst>
          </p:cNvPr>
          <p:cNvSpPr txBox="1"/>
          <p:nvPr/>
        </p:nvSpPr>
        <p:spPr bwMode="auto">
          <a:xfrm>
            <a:off x="4404606" y="5971591"/>
            <a:ext cx="71113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ただし、この方式にはちょっとした欠点がある。それは・・・・？</a:t>
            </a:r>
            <a:endParaRPr kumimoji="1" lang="en-US" altLang="ja-JP" kern="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367DE8D9-4E3E-2725-2157-98221579C491}"/>
              </a:ext>
            </a:extLst>
          </p:cNvPr>
          <p:cNvSpPr/>
          <p:nvPr/>
        </p:nvSpPr>
        <p:spPr bwMode="auto">
          <a:xfrm>
            <a:off x="9509998" y="2439852"/>
            <a:ext cx="1884976" cy="3315464"/>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E49B9C49-329E-726D-9E9B-04344D558559}"/>
              </a:ext>
            </a:extLst>
          </p:cNvPr>
          <p:cNvSpPr/>
          <p:nvPr/>
        </p:nvSpPr>
        <p:spPr bwMode="auto">
          <a:xfrm>
            <a:off x="9695076" y="2642376"/>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1.1) A1</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01DD4055-BD94-B542-46F0-E9FBB906E411}"/>
              </a:ext>
            </a:extLst>
          </p:cNvPr>
          <p:cNvSpPr/>
          <p:nvPr/>
        </p:nvSpPr>
        <p:spPr bwMode="auto">
          <a:xfrm>
            <a:off x="9695076" y="3380180"/>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1.2) A2</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331CBB36-A640-367E-BC2F-FAD6FC250246}"/>
              </a:ext>
            </a:extLst>
          </p:cNvPr>
          <p:cNvSpPr/>
          <p:nvPr/>
        </p:nvSpPr>
        <p:spPr bwMode="auto">
          <a:xfrm>
            <a:off x="9695076" y="4205175"/>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2.1) B1</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30E12934-31B2-FD28-B87E-3E69271FA8F5}"/>
              </a:ext>
            </a:extLst>
          </p:cNvPr>
          <p:cNvSpPr/>
          <p:nvPr/>
        </p:nvSpPr>
        <p:spPr bwMode="auto">
          <a:xfrm>
            <a:off x="9695076" y="4918218"/>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2.2) B2</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3417793D-01E0-6BBF-042E-BC5D957EC340}"/>
              </a:ext>
            </a:extLst>
          </p:cNvPr>
          <p:cNvSpPr txBox="1"/>
          <p:nvPr/>
        </p:nvSpPr>
        <p:spPr bwMode="auto">
          <a:xfrm>
            <a:off x="9408368" y="1959223"/>
            <a:ext cx="21085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結合後</a:t>
            </a:r>
            <a:r>
              <a:rPr kumimoji="1" lang="en-US" altLang="ja-JP" sz="2400" kern="0">
                <a:latin typeface="BIZ UDPゴシック" panose="020B0400000000000000" pitchFamily="50" charset="-128"/>
                <a:ea typeface="BIZ UDPゴシック" panose="020B0400000000000000" pitchFamily="50" charset="-128"/>
              </a:rPr>
              <a:t>.pptx</a:t>
            </a:r>
            <a:endParaRPr kumimoji="1" lang="ja-JP" altLang="en-US" sz="2400" kern="0">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3093B5D2-DF57-3AAE-38BC-0B5755D87645}"/>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898973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835DD-A761-53F5-030F-2ADDE1B90C2D}"/>
            </a:ext>
          </a:extLst>
        </p:cNvPr>
        <p:cNvGrpSpPr/>
        <p:nvPr/>
      </p:nvGrpSpPr>
      <p:grpSpPr>
        <a:xfrm>
          <a:off x="0" y="0"/>
          <a:ext cx="0" cy="0"/>
          <a:chOff x="0" y="0"/>
          <a:chExt cx="0" cy="0"/>
        </a:xfrm>
      </p:grpSpPr>
      <p:sp>
        <p:nvSpPr>
          <p:cNvPr id="9" name="exportrange">
            <a:extLst>
              <a:ext uri="{FF2B5EF4-FFF2-40B4-BE49-F238E27FC236}">
                <a16:creationId xmlns:a16="http://schemas.microsoft.com/office/drawing/2014/main" id="{ECF491E9-9E5C-0304-CB27-AFE9B814E6B3}"/>
              </a:ext>
            </a:extLst>
          </p:cNvPr>
          <p:cNvSpPr/>
          <p:nvPr/>
        </p:nvSpPr>
        <p:spPr bwMode="auto">
          <a:xfrm>
            <a:off x="623391" y="1052736"/>
            <a:ext cx="10688129" cy="5550034"/>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906C8B2-7075-D1E8-092E-185D0C0717FE}"/>
              </a:ext>
            </a:extLst>
          </p:cNvPr>
          <p:cNvSpPr>
            <a:spLocks noGrp="1"/>
          </p:cNvSpPr>
          <p:nvPr>
            <p:ph type="title"/>
          </p:nvPr>
        </p:nvSpPr>
        <p:spPr/>
        <p:txBody>
          <a:bodyPr/>
          <a:lstStyle/>
          <a:p>
            <a:r>
              <a:rPr lang="en-US" altLang="ja-JP"/>
              <a:t>Chapter Cover </a:t>
            </a:r>
            <a:r>
              <a:rPr lang="ja-JP" altLang="en-US"/>
              <a:t>で話題の転換を明示したい</a:t>
            </a:r>
            <a:endParaRPr kumimoji="1" lang="ja-JP" altLang="en-US"/>
          </a:p>
        </p:txBody>
      </p:sp>
      <p:sp>
        <p:nvSpPr>
          <p:cNvPr id="3" name="フッター プレースホルダー 2">
            <a:extLst>
              <a:ext uri="{FF2B5EF4-FFF2-40B4-BE49-F238E27FC236}">
                <a16:creationId xmlns:a16="http://schemas.microsoft.com/office/drawing/2014/main" id="{DFC7C7BE-C72A-964E-131D-9C87E7640321}"/>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19" name="正方形/長方形 18">
            <a:extLst>
              <a:ext uri="{FF2B5EF4-FFF2-40B4-BE49-F238E27FC236}">
                <a16:creationId xmlns:a16="http://schemas.microsoft.com/office/drawing/2014/main" id="{90D50E72-80AE-D5D9-6D69-28DBA833D0B8}"/>
              </a:ext>
            </a:extLst>
          </p:cNvPr>
          <p:cNvSpPr/>
          <p:nvPr/>
        </p:nvSpPr>
        <p:spPr bwMode="auto">
          <a:xfrm>
            <a:off x="1131077" y="2852936"/>
            <a:ext cx="1884976" cy="3315464"/>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1" name="正方形/長方形 20">
            <a:extLst>
              <a:ext uri="{FF2B5EF4-FFF2-40B4-BE49-F238E27FC236}">
                <a16:creationId xmlns:a16="http://schemas.microsoft.com/office/drawing/2014/main" id="{074D680D-F354-D21B-FE21-47D55207E6BF}"/>
              </a:ext>
            </a:extLst>
          </p:cNvPr>
          <p:cNvSpPr/>
          <p:nvPr/>
        </p:nvSpPr>
        <p:spPr bwMode="auto">
          <a:xfrm>
            <a:off x="1316155" y="3055460"/>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1.1) A1</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70529DA2-F6C6-4ECC-88DF-8067696EBB7D}"/>
              </a:ext>
            </a:extLst>
          </p:cNvPr>
          <p:cNvSpPr/>
          <p:nvPr/>
        </p:nvSpPr>
        <p:spPr bwMode="auto">
          <a:xfrm>
            <a:off x="1316155" y="3793264"/>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1.2) A2</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AD20986F-7CAF-F935-3D57-7935637E02E8}"/>
              </a:ext>
            </a:extLst>
          </p:cNvPr>
          <p:cNvSpPr/>
          <p:nvPr/>
        </p:nvSpPr>
        <p:spPr bwMode="auto">
          <a:xfrm>
            <a:off x="1316155" y="4618259"/>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2.1) B1</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3D04DC95-43EF-2C51-AE05-A588016668E5}"/>
              </a:ext>
            </a:extLst>
          </p:cNvPr>
          <p:cNvSpPr/>
          <p:nvPr/>
        </p:nvSpPr>
        <p:spPr bwMode="auto">
          <a:xfrm>
            <a:off x="1316155" y="5331302"/>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2.2) B2</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8" name="フリーフォーム: 図形 27">
            <a:extLst>
              <a:ext uri="{FF2B5EF4-FFF2-40B4-BE49-F238E27FC236}">
                <a16:creationId xmlns:a16="http://schemas.microsoft.com/office/drawing/2014/main" id="{E007AF48-608D-DA1E-F6FB-FC46E41E7CC2}"/>
              </a:ext>
            </a:extLst>
          </p:cNvPr>
          <p:cNvSpPr/>
          <p:nvPr/>
        </p:nvSpPr>
        <p:spPr bwMode="auto">
          <a:xfrm>
            <a:off x="3162734" y="4267599"/>
            <a:ext cx="266305" cy="486137"/>
          </a:xfrm>
          <a:custGeom>
            <a:avLst/>
            <a:gdLst>
              <a:gd name="csX0" fmla="*/ 0 w 266305"/>
              <a:gd name="csY0" fmla="*/ 0 h 486137"/>
              <a:gd name="csX1" fmla="*/ 266217 w 266305"/>
              <a:gd name="csY1" fmla="*/ 231494 h 486137"/>
              <a:gd name="csX2" fmla="*/ 23149 w 266305"/>
              <a:gd name="csY2" fmla="*/ 486137 h 486137"/>
            </a:gdLst>
            <a:ahLst/>
            <a:cxnLst>
              <a:cxn ang="0">
                <a:pos x="csX0" y="csY0"/>
              </a:cxn>
              <a:cxn ang="0">
                <a:pos x="csX1" y="csY1"/>
              </a:cxn>
              <a:cxn ang="0">
                <a:pos x="csX2" y="csY2"/>
              </a:cxn>
            </a:cxnLst>
            <a:rect l="l" t="t" r="r" b="b"/>
            <a:pathLst>
              <a:path w="266305" h="486137">
                <a:moveTo>
                  <a:pt x="0" y="0"/>
                </a:moveTo>
                <a:cubicBezTo>
                  <a:pt x="131179" y="75235"/>
                  <a:pt x="262359" y="150471"/>
                  <a:pt x="266217" y="231494"/>
                </a:cubicBezTo>
                <a:cubicBezTo>
                  <a:pt x="270075" y="312517"/>
                  <a:pt x="146612" y="399327"/>
                  <a:pt x="23149" y="486137"/>
                </a:cubicBezTo>
              </a:path>
            </a:pathLst>
          </a:custGeom>
          <a:noFill/>
          <a:ln w="57150" cap="flat" cmpd="sng" algn="ctr">
            <a:solidFill>
              <a:srgbClr val="FF0000"/>
            </a:solidFill>
            <a:prstDash val="solid"/>
            <a:round/>
            <a:headEnd type="none" w="med" len="med"/>
            <a:tailEnd type="triangle" w="med" len="med"/>
          </a:ln>
          <a:effectLst/>
        </p:spPr>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45C0A1C4-344C-A0AA-B020-05096433D65C}"/>
              </a:ext>
            </a:extLst>
          </p:cNvPr>
          <p:cNvSpPr txBox="1"/>
          <p:nvPr/>
        </p:nvSpPr>
        <p:spPr bwMode="auto">
          <a:xfrm>
            <a:off x="749371" y="1206396"/>
            <a:ext cx="477056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章・節番号がついてはいても、全体として</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細かい情報が続いているので、読者には　</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「急に話題が変わった」　印象を与えやすい</a:t>
            </a:r>
          </a:p>
        </p:txBody>
      </p:sp>
      <p:sp>
        <p:nvSpPr>
          <p:cNvPr id="30" name="テキスト ボックス 29">
            <a:extLst>
              <a:ext uri="{FF2B5EF4-FFF2-40B4-BE49-F238E27FC236}">
                <a16:creationId xmlns:a16="http://schemas.microsoft.com/office/drawing/2014/main" id="{F4F11B07-4A73-4F69-4A5A-119771D4C24A}"/>
              </a:ext>
            </a:extLst>
          </p:cNvPr>
          <p:cNvSpPr txBox="1"/>
          <p:nvPr/>
        </p:nvSpPr>
        <p:spPr bwMode="auto">
          <a:xfrm>
            <a:off x="1338238" y="2411596"/>
            <a:ext cx="158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結合後</a:t>
            </a:r>
            <a:r>
              <a:rPr kumimoji="1" lang="en-US" altLang="ja-JP" sz="1800" kern="0">
                <a:latin typeface="BIZ UDPゴシック" panose="020B0400000000000000" pitchFamily="50" charset="-128"/>
                <a:ea typeface="BIZ UDPゴシック" panose="020B0400000000000000" pitchFamily="50" charset="-128"/>
              </a:rPr>
              <a:t>.pptx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7C690CB2-DB3F-B0CA-28A4-4CE0D1B8550E}"/>
              </a:ext>
            </a:extLst>
          </p:cNvPr>
          <p:cNvSpPr txBox="1"/>
          <p:nvPr/>
        </p:nvSpPr>
        <p:spPr bwMode="auto">
          <a:xfrm>
            <a:off x="3575719" y="4060556"/>
            <a:ext cx="15121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唐突な</a:t>
            </a:r>
            <a:endParaRPr kumimoji="1" lang="en-US" altLang="ja-JP" sz="2400" kern="0">
              <a:latin typeface="BIZ UDPゴシック" panose="020B0400000000000000" pitchFamily="50" charset="-128"/>
              <a:ea typeface="BIZ UDPゴシック" panose="020B0400000000000000" pitchFamily="50" charset="-128"/>
            </a:endParaRPr>
          </a:p>
          <a:p>
            <a:pPr algn="l"/>
            <a:r>
              <a:rPr kumimoji="1" lang="ja-JP" altLang="en-US" sz="2400" kern="0">
                <a:latin typeface="BIZ UDPゴシック" panose="020B0400000000000000" pitchFamily="50" charset="-128"/>
                <a:ea typeface="BIZ UDPゴシック" panose="020B0400000000000000" pitchFamily="50" charset="-128"/>
              </a:rPr>
              <a:t>話題転換</a:t>
            </a:r>
          </a:p>
        </p:txBody>
      </p:sp>
      <p:sp>
        <p:nvSpPr>
          <p:cNvPr id="8" name="正方形/長方形 7">
            <a:extLst>
              <a:ext uri="{FF2B5EF4-FFF2-40B4-BE49-F238E27FC236}">
                <a16:creationId xmlns:a16="http://schemas.microsoft.com/office/drawing/2014/main" id="{8090BC7B-37A1-82A3-C286-396D7944D476}"/>
              </a:ext>
            </a:extLst>
          </p:cNvPr>
          <p:cNvSpPr/>
          <p:nvPr/>
        </p:nvSpPr>
        <p:spPr bwMode="auto">
          <a:xfrm>
            <a:off x="7104112" y="2276872"/>
            <a:ext cx="1884976" cy="4176464"/>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8D617A7D-EA6A-3B41-890D-C23F6C76865A}"/>
              </a:ext>
            </a:extLst>
          </p:cNvPr>
          <p:cNvSpPr/>
          <p:nvPr/>
        </p:nvSpPr>
        <p:spPr bwMode="auto">
          <a:xfrm>
            <a:off x="7289190" y="3056895"/>
            <a:ext cx="1514819" cy="53745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1.1) A1</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621BAAC9-8A6F-8893-1E7A-B92D74FA17FA}"/>
              </a:ext>
            </a:extLst>
          </p:cNvPr>
          <p:cNvSpPr/>
          <p:nvPr/>
        </p:nvSpPr>
        <p:spPr bwMode="auto">
          <a:xfrm>
            <a:off x="7289190" y="3663654"/>
            <a:ext cx="1514819" cy="53745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1.2) A2</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7B77B52B-A2AF-BF26-87C7-8F5AEBEED1E9}"/>
              </a:ext>
            </a:extLst>
          </p:cNvPr>
          <p:cNvSpPr/>
          <p:nvPr/>
        </p:nvSpPr>
        <p:spPr bwMode="auto">
          <a:xfrm>
            <a:off x="7289190" y="5129043"/>
            <a:ext cx="1514819" cy="53745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2.1) B1</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8F68DFDB-35A0-A5A3-46A0-8CECD6ADBA6A}"/>
              </a:ext>
            </a:extLst>
          </p:cNvPr>
          <p:cNvSpPr/>
          <p:nvPr/>
        </p:nvSpPr>
        <p:spPr bwMode="auto">
          <a:xfrm>
            <a:off x="7289190" y="5740568"/>
            <a:ext cx="1514819" cy="53745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2.2) B2</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2AA2D443-F233-6DCE-541E-0060488FCD56}"/>
              </a:ext>
            </a:extLst>
          </p:cNvPr>
          <p:cNvSpPr/>
          <p:nvPr/>
        </p:nvSpPr>
        <p:spPr bwMode="auto">
          <a:xfrm>
            <a:off x="7289190" y="2456688"/>
            <a:ext cx="1514819" cy="537450"/>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800" b="1" i="0" u="none" strike="noStrike" cap="none" normalizeH="0" baseline="0">
                <a:ln>
                  <a:noFill/>
                </a:ln>
                <a:solidFill>
                  <a:srgbClr val="FF0000"/>
                </a:solidFill>
                <a:effectLst/>
                <a:latin typeface="BIZ UDPゴシック" panose="020B0400000000000000" pitchFamily="50" charset="-128"/>
                <a:ea typeface="BIZ UDPゴシック" panose="020B0400000000000000" pitchFamily="50" charset="-128"/>
              </a:rPr>
              <a:t>1) A</a:t>
            </a:r>
            <a:endParaRPr lang="en-US" altLang="ja-JP">
              <a:solidFill>
                <a:srgbClr val="FF0000"/>
              </a:solidFill>
              <a:latin typeface="BIZ UDPゴシック" panose="020B0400000000000000" pitchFamily="50" charset="-128"/>
              <a:ea typeface="BIZ UDPゴシック" panose="020B0400000000000000" pitchFamily="50" charset="-128"/>
            </a:endParaRPr>
          </a:p>
        </p:txBody>
      </p:sp>
      <p:sp>
        <p:nvSpPr>
          <p:cNvPr id="31" name="正方形/長方形 30">
            <a:extLst>
              <a:ext uri="{FF2B5EF4-FFF2-40B4-BE49-F238E27FC236}">
                <a16:creationId xmlns:a16="http://schemas.microsoft.com/office/drawing/2014/main" id="{CD3B53F2-CCC9-F6B2-3E79-9B057EB7E489}"/>
              </a:ext>
            </a:extLst>
          </p:cNvPr>
          <p:cNvSpPr/>
          <p:nvPr/>
        </p:nvSpPr>
        <p:spPr bwMode="auto">
          <a:xfrm>
            <a:off x="7289190" y="4504698"/>
            <a:ext cx="1514819" cy="537450"/>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800" b="1" i="0" u="none" strike="noStrike" cap="none" normalizeH="0" baseline="0">
                <a:ln>
                  <a:noFill/>
                </a:ln>
                <a:solidFill>
                  <a:srgbClr val="FF0000"/>
                </a:solidFill>
                <a:effectLst/>
                <a:latin typeface="BIZ UDPゴシック" panose="020B0400000000000000" pitchFamily="50" charset="-128"/>
                <a:ea typeface="BIZ UDPゴシック" panose="020B0400000000000000" pitchFamily="50" charset="-128"/>
              </a:rPr>
              <a:t>2) </a:t>
            </a:r>
            <a:r>
              <a:rPr kumimoji="1" lang="ja-JP" altLang="en-US" sz="2800" b="1" i="0" u="none" strike="noStrike" cap="none" normalizeH="0" baseline="0">
                <a:ln>
                  <a:noFill/>
                </a:ln>
                <a:solidFill>
                  <a:srgbClr val="FF0000"/>
                </a:solidFill>
                <a:effectLst/>
                <a:latin typeface="BIZ UDPゴシック" panose="020B0400000000000000" pitchFamily="50" charset="-128"/>
                <a:ea typeface="BIZ UDPゴシック" panose="020B0400000000000000" pitchFamily="50" charset="-128"/>
              </a:rPr>
              <a:t>Ｂ</a:t>
            </a:r>
            <a:endParaRPr lang="en-US" altLang="ja-JP">
              <a:solidFill>
                <a:srgbClr val="FF0000"/>
              </a:solidFill>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C514EE70-0B4E-0259-6C59-972E253ECDF6}"/>
              </a:ext>
            </a:extLst>
          </p:cNvPr>
          <p:cNvSpPr txBox="1"/>
          <p:nvPr/>
        </p:nvSpPr>
        <p:spPr bwMode="auto">
          <a:xfrm>
            <a:off x="6377648" y="1340768"/>
            <a:ext cx="39109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Chapter Cover </a:t>
            </a:r>
            <a:r>
              <a:rPr kumimoji="1" lang="ja-JP" altLang="en-US" sz="1800" kern="0">
                <a:latin typeface="BIZ UDPゴシック" panose="020B0400000000000000" pitchFamily="50" charset="-128"/>
                <a:ea typeface="BIZ UDPゴシック" panose="020B0400000000000000" pitchFamily="50" charset="-128"/>
              </a:rPr>
              <a:t>スライドを挿入しておけば、話題の転換を明示できる</a:t>
            </a:r>
          </a:p>
        </p:txBody>
      </p:sp>
      <p:sp>
        <p:nvSpPr>
          <p:cNvPr id="33" name="テキスト ボックス 32">
            <a:extLst>
              <a:ext uri="{FF2B5EF4-FFF2-40B4-BE49-F238E27FC236}">
                <a16:creationId xmlns:a16="http://schemas.microsoft.com/office/drawing/2014/main" id="{565844C8-7757-F2B8-B847-2E73EECF742B}"/>
              </a:ext>
            </a:extLst>
          </p:cNvPr>
          <p:cNvSpPr txBox="1"/>
          <p:nvPr/>
        </p:nvSpPr>
        <p:spPr bwMode="auto">
          <a:xfrm>
            <a:off x="9655337" y="3293814"/>
            <a:ext cx="16561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2400" kern="0">
                <a:latin typeface="BIZ UDPゴシック" panose="020B0400000000000000" pitchFamily="50" charset="-128"/>
                <a:ea typeface="BIZ UDPゴシック" panose="020B0400000000000000" pitchFamily="50" charset="-128"/>
              </a:rPr>
              <a:t>Chapter</a:t>
            </a:r>
          </a:p>
          <a:p>
            <a:pPr algn="l"/>
            <a:r>
              <a:rPr kumimoji="1" lang="en-US" altLang="ja-JP" sz="2400" kern="0">
                <a:latin typeface="BIZ UDPゴシック" panose="020B0400000000000000" pitchFamily="50" charset="-128"/>
                <a:ea typeface="BIZ UDPゴシック" panose="020B0400000000000000" pitchFamily="50" charset="-128"/>
              </a:rPr>
              <a:t>Cover</a:t>
            </a:r>
            <a:endParaRPr kumimoji="1" lang="ja-JP" altLang="en-US" sz="2400" kern="0">
              <a:latin typeface="BIZ UDPゴシック" panose="020B0400000000000000" pitchFamily="50" charset="-128"/>
              <a:ea typeface="BIZ UDPゴシック" panose="020B0400000000000000" pitchFamily="50" charset="-128"/>
            </a:endParaRPr>
          </a:p>
        </p:txBody>
      </p:sp>
      <p:cxnSp>
        <p:nvCxnSpPr>
          <p:cNvPr id="35" name="直線矢印コネクタ 34">
            <a:extLst>
              <a:ext uri="{FF2B5EF4-FFF2-40B4-BE49-F238E27FC236}">
                <a16:creationId xmlns:a16="http://schemas.microsoft.com/office/drawing/2014/main" id="{367BD1CC-93A9-F985-8AE5-755A14C95C98}"/>
              </a:ext>
            </a:extLst>
          </p:cNvPr>
          <p:cNvCxnSpPr>
            <a:cxnSpLocks/>
          </p:cNvCxnSpPr>
          <p:nvPr/>
        </p:nvCxnSpPr>
        <p:spPr bwMode="auto">
          <a:xfrm flipH="1" flipV="1">
            <a:off x="8616280" y="2852936"/>
            <a:ext cx="1039057" cy="832792"/>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36" name="直線矢印コネクタ 35">
            <a:extLst>
              <a:ext uri="{FF2B5EF4-FFF2-40B4-BE49-F238E27FC236}">
                <a16:creationId xmlns:a16="http://schemas.microsoft.com/office/drawing/2014/main" id="{BCF4776F-5831-D33F-AC98-90E4F3575F1A}"/>
              </a:ext>
            </a:extLst>
          </p:cNvPr>
          <p:cNvCxnSpPr>
            <a:cxnSpLocks/>
          </p:cNvCxnSpPr>
          <p:nvPr/>
        </p:nvCxnSpPr>
        <p:spPr bwMode="auto">
          <a:xfrm flipH="1">
            <a:off x="8616280" y="3732897"/>
            <a:ext cx="1039057" cy="1040526"/>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6" name="正方形/長方形 5">
            <a:extLst>
              <a:ext uri="{FF2B5EF4-FFF2-40B4-BE49-F238E27FC236}">
                <a16:creationId xmlns:a16="http://schemas.microsoft.com/office/drawing/2014/main" id="{F7241224-5930-E161-D8F7-8FE72C7D87BE}"/>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86671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8" name="exportrange">
            <a:extLst>
              <a:ext uri="{FF2B5EF4-FFF2-40B4-BE49-F238E27FC236}">
                <a16:creationId xmlns:a16="http://schemas.microsoft.com/office/drawing/2014/main" id="{65377F82-607D-C114-057D-33B73049F3DA}"/>
              </a:ext>
            </a:extLst>
          </p:cNvPr>
          <p:cNvSpPr/>
          <p:nvPr/>
        </p:nvSpPr>
        <p:spPr bwMode="auto">
          <a:xfrm>
            <a:off x="623392" y="943477"/>
            <a:ext cx="11089232" cy="5659293"/>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Chapter Cover </a:t>
            </a:r>
            <a:r>
              <a:rPr lang="ja-JP" altLang="en-US"/>
              <a:t>の挿入方法</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正方形/長方形 6">
            <a:extLst>
              <a:ext uri="{FF2B5EF4-FFF2-40B4-BE49-F238E27FC236}">
                <a16:creationId xmlns:a16="http://schemas.microsoft.com/office/drawing/2014/main" id="{51350175-C0B6-AA0C-087C-A327BCE9E516}"/>
              </a:ext>
            </a:extLst>
          </p:cNvPr>
          <p:cNvSpPr/>
          <p:nvPr/>
        </p:nvSpPr>
        <p:spPr bwMode="auto">
          <a:xfrm>
            <a:off x="1127448" y="2439852"/>
            <a:ext cx="1884976" cy="159474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3B1D6BAA-96AE-843D-364F-A4FCE8CCE419}"/>
              </a:ext>
            </a:extLst>
          </p:cNvPr>
          <p:cNvSpPr/>
          <p:nvPr/>
        </p:nvSpPr>
        <p:spPr bwMode="auto">
          <a:xfrm>
            <a:off x="1312526" y="2609471"/>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A1</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8AD558AE-A8DE-992D-118B-6E830EE543FC}"/>
              </a:ext>
            </a:extLst>
          </p:cNvPr>
          <p:cNvSpPr/>
          <p:nvPr/>
        </p:nvSpPr>
        <p:spPr bwMode="auto">
          <a:xfrm>
            <a:off x="1312526" y="3305124"/>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A2</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C83A1BEE-2517-E729-75B1-A1687382372B}"/>
              </a:ext>
            </a:extLst>
          </p:cNvPr>
          <p:cNvSpPr/>
          <p:nvPr/>
        </p:nvSpPr>
        <p:spPr bwMode="auto">
          <a:xfrm>
            <a:off x="1127448" y="4557059"/>
            <a:ext cx="1884976" cy="148476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2A60EEEC-286E-2EEA-FA79-A52160FED473}"/>
              </a:ext>
            </a:extLst>
          </p:cNvPr>
          <p:cNvSpPr/>
          <p:nvPr/>
        </p:nvSpPr>
        <p:spPr bwMode="auto">
          <a:xfrm>
            <a:off x="1312526" y="4681838"/>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B1</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D790BCFC-DC74-BF15-64A5-70D4AAB44FBE}"/>
              </a:ext>
            </a:extLst>
          </p:cNvPr>
          <p:cNvSpPr/>
          <p:nvPr/>
        </p:nvSpPr>
        <p:spPr bwMode="auto">
          <a:xfrm>
            <a:off x="1312526" y="5354845"/>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B2</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5" name="テキスト ボックス 24">
            <a:extLst>
              <a:ext uri="{FF2B5EF4-FFF2-40B4-BE49-F238E27FC236}">
                <a16:creationId xmlns:a16="http://schemas.microsoft.com/office/drawing/2014/main" id="{E972A0A5-D863-9A1A-3F1A-128D5E57271A}"/>
              </a:ext>
            </a:extLst>
          </p:cNvPr>
          <p:cNvSpPr txBox="1"/>
          <p:nvPr/>
        </p:nvSpPr>
        <p:spPr bwMode="auto">
          <a:xfrm>
            <a:off x="1128819" y="2074621"/>
            <a:ext cx="158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B87ACC64-E580-B468-8DB8-95A9A2453751}"/>
              </a:ext>
            </a:extLst>
          </p:cNvPr>
          <p:cNvSpPr txBox="1"/>
          <p:nvPr/>
        </p:nvSpPr>
        <p:spPr bwMode="auto">
          <a:xfrm>
            <a:off x="1128819" y="4169526"/>
            <a:ext cx="158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39" name="テキスト ボックス 38">
            <a:extLst>
              <a:ext uri="{FF2B5EF4-FFF2-40B4-BE49-F238E27FC236}">
                <a16:creationId xmlns:a16="http://schemas.microsoft.com/office/drawing/2014/main" id="{04930B9E-19C5-0A88-5717-71BD29D2012C}"/>
              </a:ext>
            </a:extLst>
          </p:cNvPr>
          <p:cNvSpPr txBox="1"/>
          <p:nvPr/>
        </p:nvSpPr>
        <p:spPr bwMode="auto">
          <a:xfrm>
            <a:off x="4084271" y="2184367"/>
            <a:ext cx="5051899" cy="39703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procedure:</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 operation: insertpptx</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chaptercover.pptx</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vars:</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CHAPT_TITLE: </a:t>
            </a:r>
            <a:r>
              <a:rPr lang="ja-JP" altLang="en-US"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Ａ章</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 operation: insertpptx</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A.pptx</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 operation: insertpptx</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chaptercover.pptx</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vars:</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CHAPT_TITLE: </a:t>
            </a:r>
            <a:r>
              <a:rPr lang="ja-JP" altLang="en-US"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Ｂ章</a:t>
            </a:r>
            <a:endPar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operation: insertpptx</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B.pptx</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p:txBody>
      </p:sp>
      <p:sp>
        <p:nvSpPr>
          <p:cNvPr id="4" name="テキスト ボックス 3">
            <a:extLst>
              <a:ext uri="{FF2B5EF4-FFF2-40B4-BE49-F238E27FC236}">
                <a16:creationId xmlns:a16="http://schemas.microsoft.com/office/drawing/2014/main" id="{A6207AC3-BF77-33DB-E1CA-44C33C449BE0}"/>
              </a:ext>
            </a:extLst>
          </p:cNvPr>
          <p:cNvSpPr txBox="1"/>
          <p:nvPr/>
        </p:nvSpPr>
        <p:spPr bwMode="auto">
          <a:xfrm>
            <a:off x="3924477" y="1295368"/>
            <a:ext cx="53714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Chapter Cover </a:t>
            </a:r>
            <a:r>
              <a:rPr kumimoji="1" lang="ja-JP" altLang="en-US" sz="1800" kern="0">
                <a:latin typeface="BIZ UDPゴシック" panose="020B0400000000000000" pitchFamily="50" charset="-128"/>
                <a:ea typeface="BIZ UDPゴシック" panose="020B0400000000000000" pitchFamily="50" charset="-128"/>
              </a:rPr>
              <a:t>用の</a:t>
            </a:r>
            <a:r>
              <a:rPr kumimoji="1" lang="en-US" altLang="ja-JP" sz="1800" kern="0">
                <a:latin typeface="BIZ UDPゴシック" panose="020B0400000000000000" pitchFamily="50" charset="-128"/>
                <a:ea typeface="BIZ UDPゴシック" panose="020B0400000000000000" pitchFamily="50" charset="-128"/>
              </a:rPr>
              <a:t>1</a:t>
            </a:r>
            <a:r>
              <a:rPr kumimoji="1" lang="ja-JP" altLang="en-US" sz="1800" kern="0">
                <a:latin typeface="BIZ UDPゴシック" panose="020B0400000000000000" pitchFamily="50" charset="-128"/>
                <a:ea typeface="BIZ UDPゴシック" panose="020B0400000000000000" pitchFamily="50" charset="-128"/>
              </a:rPr>
              <a:t>枚だけのスライドを作って</a:t>
            </a:r>
            <a:r>
              <a:rPr kumimoji="1" lang="en-US" altLang="ja-JP" sz="1800" kern="0">
                <a:latin typeface="BIZ UDPゴシック" panose="020B0400000000000000" pitchFamily="50" charset="-128"/>
                <a:ea typeface="BIZ UDPゴシック" panose="020B0400000000000000" pitchFamily="50" charset="-128"/>
              </a:rPr>
              <a:t>operation: chapter </a:t>
            </a:r>
            <a:r>
              <a:rPr kumimoji="1" lang="ja-JP" altLang="en-US" sz="1800" kern="0">
                <a:latin typeface="BIZ UDPゴシック" panose="020B0400000000000000" pitchFamily="50" charset="-128"/>
                <a:ea typeface="BIZ UDPゴシック" panose="020B0400000000000000" pitchFamily="50" charset="-128"/>
              </a:rPr>
              <a:t>の代わりに挿入します</a:t>
            </a:r>
          </a:p>
        </p:txBody>
      </p:sp>
      <p:sp>
        <p:nvSpPr>
          <p:cNvPr id="5" name="テキスト ボックス 4">
            <a:extLst>
              <a:ext uri="{FF2B5EF4-FFF2-40B4-BE49-F238E27FC236}">
                <a16:creationId xmlns:a16="http://schemas.microsoft.com/office/drawing/2014/main" id="{182AE493-7D97-872D-C7A0-A68D1FF3AF53}"/>
              </a:ext>
            </a:extLst>
          </p:cNvPr>
          <p:cNvSpPr txBox="1"/>
          <p:nvPr/>
        </p:nvSpPr>
        <p:spPr bwMode="auto">
          <a:xfrm>
            <a:off x="1055440" y="1171258"/>
            <a:ext cx="23042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コンテンツの入った</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文書部品 </a:t>
            </a:r>
            <a:r>
              <a:rPr kumimoji="1" lang="en-US" altLang="ja-JP" sz="1800" kern="0">
                <a:latin typeface="BIZ UDPゴシック" panose="020B0400000000000000" pitchFamily="50" charset="-128"/>
                <a:ea typeface="BIZ UDPゴシック" panose="020B0400000000000000" pitchFamily="50" charset="-128"/>
              </a:rPr>
              <a:t>pptx</a:t>
            </a:r>
            <a:endParaRPr kumimoji="1" lang="ja-JP" altLang="en-US" sz="1800" kern="0">
              <a:latin typeface="BIZ UDPゴシック" panose="020B0400000000000000" pitchFamily="50" charset="-128"/>
              <a:ea typeface="BIZ UDPゴシック" panose="020B0400000000000000" pitchFamily="50" charset="-128"/>
            </a:endParaRPr>
          </a:p>
        </p:txBody>
      </p:sp>
      <p:cxnSp>
        <p:nvCxnSpPr>
          <p:cNvPr id="6" name="直線矢印コネクタ 5">
            <a:extLst>
              <a:ext uri="{FF2B5EF4-FFF2-40B4-BE49-F238E27FC236}">
                <a16:creationId xmlns:a16="http://schemas.microsoft.com/office/drawing/2014/main" id="{5F7D1EB7-B067-6964-CBC7-2616FDA45DB3}"/>
              </a:ext>
            </a:extLst>
          </p:cNvPr>
          <p:cNvCxnSpPr>
            <a:cxnSpLocks/>
            <a:stCxn id="7" idx="3"/>
          </p:cNvCxnSpPr>
          <p:nvPr/>
        </p:nvCxnSpPr>
        <p:spPr bwMode="auto">
          <a:xfrm>
            <a:off x="3012424" y="3237223"/>
            <a:ext cx="1571408" cy="659096"/>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F5F11058-0407-9A89-FF84-FD4EF54A1597}"/>
              </a:ext>
            </a:extLst>
          </p:cNvPr>
          <p:cNvCxnSpPr>
            <a:cxnSpLocks/>
          </p:cNvCxnSpPr>
          <p:nvPr/>
        </p:nvCxnSpPr>
        <p:spPr bwMode="auto">
          <a:xfrm>
            <a:off x="3012424" y="5295849"/>
            <a:ext cx="1699897" cy="572216"/>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16" name="正方形/長方形 15">
            <a:extLst>
              <a:ext uri="{FF2B5EF4-FFF2-40B4-BE49-F238E27FC236}">
                <a16:creationId xmlns:a16="http://schemas.microsoft.com/office/drawing/2014/main" id="{F25A2A18-3BFD-8E6F-24CC-AFB90BCBBEB4}"/>
              </a:ext>
            </a:extLst>
          </p:cNvPr>
          <p:cNvSpPr/>
          <p:nvPr/>
        </p:nvSpPr>
        <p:spPr bwMode="auto">
          <a:xfrm>
            <a:off x="9840416" y="3174744"/>
            <a:ext cx="1514819" cy="786882"/>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solidFill>
                  <a:srgbClr val="FF0000"/>
                </a:solidFill>
                <a:latin typeface="BIZ UDPゴシック" panose="020B0400000000000000" pitchFamily="50" charset="-128"/>
                <a:ea typeface="BIZ UDPゴシック" panose="020B0400000000000000" pitchFamily="50" charset="-128"/>
              </a:rPr>
              <a:t>CC </a:t>
            </a:r>
          </a:p>
          <a:p>
            <a:pPr marL="0" marR="0" indent="0" algn="ctr" defTabSz="914400" rtl="0" eaLnBrk="1" fontAlgn="base" latinLnBrk="0" hangingPunct="1">
              <a:lnSpc>
                <a:spcPct val="100000"/>
              </a:lnSpc>
              <a:spcBef>
                <a:spcPct val="0"/>
              </a:spcBef>
              <a:spcAft>
                <a:spcPct val="0"/>
              </a:spcAft>
              <a:buClrTx/>
              <a:buSzTx/>
              <a:buFontTx/>
              <a:buNone/>
              <a:tabLst/>
            </a:pPr>
            <a:r>
              <a:rPr lang="en-US" altLang="ja-JP">
                <a:solidFill>
                  <a:srgbClr val="FF0000"/>
                </a:solidFill>
                <a:latin typeface="BIZ UDPゴシック" panose="020B0400000000000000" pitchFamily="50" charset="-128"/>
                <a:ea typeface="BIZ UDPゴシック" panose="020B0400000000000000" pitchFamily="50" charset="-128"/>
              </a:rPr>
              <a:t>template</a:t>
            </a:r>
          </a:p>
        </p:txBody>
      </p:sp>
      <p:sp>
        <p:nvSpPr>
          <p:cNvPr id="17" name="テキスト ボックス 16">
            <a:extLst>
              <a:ext uri="{FF2B5EF4-FFF2-40B4-BE49-F238E27FC236}">
                <a16:creationId xmlns:a16="http://schemas.microsoft.com/office/drawing/2014/main" id="{2D7D94EA-1472-24FB-AD4E-8463E31B372C}"/>
              </a:ext>
            </a:extLst>
          </p:cNvPr>
          <p:cNvSpPr txBox="1"/>
          <p:nvPr/>
        </p:nvSpPr>
        <p:spPr bwMode="auto">
          <a:xfrm>
            <a:off x="9408368" y="2780928"/>
            <a:ext cx="25513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chaptercover</a:t>
            </a:r>
            <a:r>
              <a:rPr kumimoji="1" lang="en-US" altLang="ja-JP" sz="1600" kern="0">
                <a:latin typeface="BIZ UDPゴシック" panose="020B0400000000000000" pitchFamily="50" charset="-128"/>
                <a:ea typeface="BIZ UDPゴシック" panose="020B0400000000000000" pitchFamily="50" charset="-128"/>
              </a:rPr>
              <a:t>.pptx</a:t>
            </a:r>
            <a:endParaRPr kumimoji="1" lang="ja-JP" altLang="en-US" sz="1600" kern="0">
              <a:latin typeface="BIZ UDPゴシック" panose="020B0400000000000000" pitchFamily="50" charset="-128"/>
              <a:ea typeface="BIZ UDPゴシック" panose="020B0400000000000000" pitchFamily="50" charset="-128"/>
            </a:endParaRPr>
          </a:p>
        </p:txBody>
      </p:sp>
      <p:cxnSp>
        <p:nvCxnSpPr>
          <p:cNvPr id="19" name="直線矢印コネクタ 18">
            <a:extLst>
              <a:ext uri="{FF2B5EF4-FFF2-40B4-BE49-F238E27FC236}">
                <a16:creationId xmlns:a16="http://schemas.microsoft.com/office/drawing/2014/main" id="{C9AF5425-7BA8-91FC-1E87-3BA4D87893DC}"/>
              </a:ext>
            </a:extLst>
          </p:cNvPr>
          <p:cNvCxnSpPr>
            <a:cxnSpLocks/>
            <a:stCxn id="16" idx="1"/>
          </p:cNvCxnSpPr>
          <p:nvPr/>
        </p:nvCxnSpPr>
        <p:spPr bwMode="auto">
          <a:xfrm flipH="1" flipV="1">
            <a:off x="7752184" y="3031892"/>
            <a:ext cx="2088232" cy="536293"/>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23" name="直線矢印コネクタ 22">
            <a:extLst>
              <a:ext uri="{FF2B5EF4-FFF2-40B4-BE49-F238E27FC236}">
                <a16:creationId xmlns:a16="http://schemas.microsoft.com/office/drawing/2014/main" id="{5865C4E5-056A-879F-4778-CF1DA6D22852}"/>
              </a:ext>
            </a:extLst>
          </p:cNvPr>
          <p:cNvCxnSpPr>
            <a:cxnSpLocks/>
            <a:stCxn id="16" idx="1"/>
          </p:cNvCxnSpPr>
          <p:nvPr/>
        </p:nvCxnSpPr>
        <p:spPr bwMode="auto">
          <a:xfrm flipH="1">
            <a:off x="7896200" y="3568185"/>
            <a:ext cx="1944216" cy="1230305"/>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9" name="テキスト ボックス 28">
            <a:extLst>
              <a:ext uri="{FF2B5EF4-FFF2-40B4-BE49-F238E27FC236}">
                <a16:creationId xmlns:a16="http://schemas.microsoft.com/office/drawing/2014/main" id="{5F8F0640-B6DE-0DEC-A842-CFDBBBBADB29}"/>
              </a:ext>
            </a:extLst>
          </p:cNvPr>
          <p:cNvSpPr txBox="1"/>
          <p:nvPr/>
        </p:nvSpPr>
        <p:spPr bwMode="auto">
          <a:xfrm>
            <a:off x="9408368" y="5283826"/>
            <a:ext cx="25513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600" kern="0">
                <a:latin typeface="BIZ UDPゴシック" panose="020B0400000000000000" pitchFamily="50" charset="-128"/>
                <a:ea typeface="BIZ UDPゴシック" panose="020B0400000000000000" pitchFamily="50" charset="-128"/>
              </a:rPr>
              <a:t>テンプレートの中身は</a:t>
            </a:r>
            <a:endParaRPr kumimoji="1" lang="en-US" altLang="ja-JP" sz="1600" kern="0">
              <a:latin typeface="BIZ UDPゴシック" panose="020B0400000000000000" pitchFamily="50" charset="-128"/>
              <a:ea typeface="BIZ UDPゴシック" panose="020B0400000000000000" pitchFamily="50" charset="-128"/>
            </a:endParaRPr>
          </a:p>
          <a:p>
            <a:r>
              <a:rPr kumimoji="1" lang="ja-JP" altLang="en-US" sz="1600" kern="0">
                <a:latin typeface="BIZ UDPゴシック" panose="020B0400000000000000" pitchFamily="50" charset="-128"/>
                <a:ea typeface="BIZ UDPゴシック" panose="020B0400000000000000" pitchFamily="50" charset="-128"/>
              </a:rPr>
              <a:t>変数で書き換える</a:t>
            </a:r>
          </a:p>
        </p:txBody>
      </p:sp>
      <p:cxnSp>
        <p:nvCxnSpPr>
          <p:cNvPr id="30" name="直線矢印コネクタ 29">
            <a:extLst>
              <a:ext uri="{FF2B5EF4-FFF2-40B4-BE49-F238E27FC236}">
                <a16:creationId xmlns:a16="http://schemas.microsoft.com/office/drawing/2014/main" id="{4B2178B9-517E-761E-0062-23E5E7448470}"/>
              </a:ext>
            </a:extLst>
          </p:cNvPr>
          <p:cNvCxnSpPr>
            <a:cxnSpLocks/>
            <a:stCxn id="29" idx="1"/>
          </p:cNvCxnSpPr>
          <p:nvPr/>
        </p:nvCxnSpPr>
        <p:spPr bwMode="auto">
          <a:xfrm flipH="1" flipV="1">
            <a:off x="7032104" y="5383993"/>
            <a:ext cx="2376264" cy="192221"/>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35" name="テキスト ボックス 34">
            <a:extLst>
              <a:ext uri="{FF2B5EF4-FFF2-40B4-BE49-F238E27FC236}">
                <a16:creationId xmlns:a16="http://schemas.microsoft.com/office/drawing/2014/main" id="{777F6D0F-4AC1-C71F-5CC0-1C339D7A1C36}"/>
              </a:ext>
            </a:extLst>
          </p:cNvPr>
          <p:cNvSpPr txBox="1"/>
          <p:nvPr/>
        </p:nvSpPr>
        <p:spPr bwMode="auto">
          <a:xfrm>
            <a:off x="9754006" y="3996353"/>
            <a:ext cx="17425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600" kern="0">
                <a:latin typeface="BIZ UDPゴシック" panose="020B0400000000000000" pitchFamily="50" charset="-128"/>
                <a:ea typeface="BIZ UDPゴシック" panose="020B0400000000000000" pitchFamily="50" charset="-128"/>
              </a:rPr>
              <a:t>１スライドだけの</a:t>
            </a:r>
            <a:endParaRPr kumimoji="1" lang="en-US" altLang="ja-JP" sz="1600" kern="0">
              <a:latin typeface="BIZ UDPゴシック" panose="020B0400000000000000" pitchFamily="50" charset="-128"/>
              <a:ea typeface="BIZ UDPゴシック" panose="020B0400000000000000" pitchFamily="50" charset="-128"/>
            </a:endParaRPr>
          </a:p>
          <a:p>
            <a:r>
              <a:rPr lang="en-US" altLang="ja-JP" sz="1600" kern="0">
                <a:latin typeface="BIZ UDPゴシック" panose="020B0400000000000000" pitchFamily="50" charset="-128"/>
                <a:ea typeface="BIZ UDPゴシック" panose="020B0400000000000000" pitchFamily="50" charset="-128"/>
              </a:rPr>
              <a:t>pptx</a:t>
            </a:r>
            <a:r>
              <a:rPr lang="ja-JP" altLang="en-US" sz="1600" kern="0">
                <a:latin typeface="BIZ UDPゴシック" panose="020B0400000000000000" pitchFamily="50" charset="-128"/>
                <a:ea typeface="BIZ UDPゴシック" panose="020B0400000000000000" pitchFamily="50" charset="-128"/>
              </a:rPr>
              <a:t>ファイル</a:t>
            </a:r>
            <a:endParaRPr kumimoji="1" lang="ja-JP" altLang="en-US" sz="1600" kern="0">
              <a:latin typeface="BIZ UDPゴシック" panose="020B0400000000000000" pitchFamily="50" charset="-128"/>
              <a:ea typeface="BIZ UDPゴシック" panose="020B0400000000000000" pitchFamily="50" charset="-128"/>
            </a:endParaRPr>
          </a:p>
        </p:txBody>
      </p:sp>
      <p:sp>
        <p:nvSpPr>
          <p:cNvPr id="14" name="正方形/長方形 13">
            <a:extLst>
              <a:ext uri="{FF2B5EF4-FFF2-40B4-BE49-F238E27FC236}">
                <a16:creationId xmlns:a16="http://schemas.microsoft.com/office/drawing/2014/main" id="{080B30F9-90AE-99E7-9846-CFBC34692F59}"/>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6573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2A4CF3E6-CF18-0BE9-C01B-00702908DFB5}"/>
              </a:ext>
            </a:extLst>
          </p:cNvPr>
          <p:cNvSpPr/>
          <p:nvPr/>
        </p:nvSpPr>
        <p:spPr bwMode="auto">
          <a:xfrm>
            <a:off x="623391" y="1056644"/>
            <a:ext cx="10873207" cy="539669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Chapter Cover </a:t>
            </a:r>
            <a:r>
              <a:rPr lang="ja-JP" altLang="en-US"/>
              <a:t>テンプレートファイルの作り方</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pic>
        <p:nvPicPr>
          <p:cNvPr id="9" name="図 8">
            <a:extLst>
              <a:ext uri="{FF2B5EF4-FFF2-40B4-BE49-F238E27FC236}">
                <a16:creationId xmlns:a16="http://schemas.microsoft.com/office/drawing/2014/main" id="{C9788F26-4648-F8F7-F9A4-78632B2383E4}"/>
              </a:ext>
            </a:extLst>
          </p:cNvPr>
          <p:cNvPicPr>
            <a:picLocks noChangeAspect="1"/>
          </p:cNvPicPr>
          <p:nvPr/>
        </p:nvPicPr>
        <p:blipFill>
          <a:blip r:embed="rId3"/>
          <a:stretch>
            <a:fillRect/>
          </a:stretch>
        </p:blipFill>
        <p:spPr>
          <a:xfrm>
            <a:off x="931188" y="3058167"/>
            <a:ext cx="4876780" cy="2743189"/>
          </a:xfrm>
          <a:prstGeom prst="rect">
            <a:avLst/>
          </a:prstGeom>
          <a:ln>
            <a:solidFill>
              <a:schemeClr val="tx1"/>
            </a:solidFill>
          </a:ln>
        </p:spPr>
      </p:pic>
      <p:sp>
        <p:nvSpPr>
          <p:cNvPr id="10" name="テキスト ボックス 9">
            <a:extLst>
              <a:ext uri="{FF2B5EF4-FFF2-40B4-BE49-F238E27FC236}">
                <a16:creationId xmlns:a16="http://schemas.microsoft.com/office/drawing/2014/main" id="{973F5C4F-2074-44F2-CE0B-B7BE6A6344C5}"/>
              </a:ext>
            </a:extLst>
          </p:cNvPr>
          <p:cNvSpPr txBox="1"/>
          <p:nvPr/>
        </p:nvSpPr>
        <p:spPr bwMode="auto">
          <a:xfrm>
            <a:off x="1702350" y="2555612"/>
            <a:ext cx="36015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chaptercover.pptx</a:t>
            </a:r>
            <a:endParaRPr kumimoji="1" lang="ja-JP" altLang="en-US" sz="2400"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84FFEAC4-FFBF-2669-1987-E8596E392741}"/>
              </a:ext>
            </a:extLst>
          </p:cNvPr>
          <p:cNvSpPr txBox="1"/>
          <p:nvPr/>
        </p:nvSpPr>
        <p:spPr bwMode="auto">
          <a:xfrm>
            <a:off x="6122076" y="1982601"/>
            <a:ext cx="537452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solidFill>
                  <a:srgbClr val="FF0000"/>
                </a:solidFill>
                <a:latin typeface="BIZ UDPゴシック" panose="020B0400000000000000" pitchFamily="50" charset="-128"/>
                <a:ea typeface="BIZ UDPゴシック" panose="020B0400000000000000" pitchFamily="50" charset="-128"/>
              </a:rPr>
              <a:t>Chapter Cover </a:t>
            </a:r>
            <a:r>
              <a:rPr lang="ja-JP" altLang="en-US" sz="1800" kern="0">
                <a:solidFill>
                  <a:srgbClr val="FF0000"/>
                </a:solidFill>
                <a:latin typeface="BIZ UDPゴシック" panose="020B0400000000000000" pitchFamily="50" charset="-128"/>
                <a:ea typeface="BIZ UDPゴシック" panose="020B0400000000000000" pitchFamily="50" charset="-128"/>
              </a:rPr>
              <a:t>として使う、１スライドだけの</a:t>
            </a:r>
            <a:r>
              <a:rPr lang="en-US" altLang="ja-JP" sz="1800" kern="0">
                <a:solidFill>
                  <a:srgbClr val="FF0000"/>
                </a:solidFill>
                <a:latin typeface="BIZ UDPゴシック" panose="020B0400000000000000" pitchFamily="50" charset="-128"/>
                <a:ea typeface="BIZ UDPゴシック" panose="020B0400000000000000" pitchFamily="50" charset="-128"/>
              </a:rPr>
              <a:t>pptx</a:t>
            </a:r>
            <a:r>
              <a:rPr lang="ja-JP" altLang="en-US" sz="1800" kern="0">
                <a:solidFill>
                  <a:srgbClr val="FF0000"/>
                </a:solidFill>
                <a:latin typeface="BIZ UDPゴシック" panose="020B0400000000000000" pitchFamily="50" charset="-128"/>
                <a:ea typeface="BIZ UDPゴシック" panose="020B0400000000000000" pitchFamily="50" charset="-128"/>
              </a:rPr>
              <a:t>ファイルを用意します。</a:t>
            </a:r>
            <a:endParaRPr kumimoji="1" lang="ja-JP" altLang="en-US" sz="1800" kern="0">
              <a:solidFill>
                <a:srgbClr val="FF0000"/>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A7795360-FD92-A4BF-E5E6-E2481142DF5E}"/>
              </a:ext>
            </a:extLst>
          </p:cNvPr>
          <p:cNvSpPr txBox="1"/>
          <p:nvPr/>
        </p:nvSpPr>
        <p:spPr bwMode="auto">
          <a:xfrm>
            <a:off x="6122076" y="2913188"/>
            <a:ext cx="537452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solidFill>
                  <a:srgbClr val="FF0000"/>
                </a:solidFill>
                <a:latin typeface="BIZ UDPゴシック" panose="020B0400000000000000" pitchFamily="50" charset="-128"/>
                <a:ea typeface="BIZ UDPゴシック" panose="020B0400000000000000" pitchFamily="50" charset="-128"/>
              </a:rPr>
              <a:t>その中のどこかに                 というテキストを入れておきます。</a:t>
            </a:r>
            <a:r>
              <a:rPr lang="en-US" altLang="ja-JP" sz="1800" kern="0">
                <a:solidFill>
                  <a:srgbClr val="FF0000"/>
                </a:solidFill>
                <a:latin typeface="BIZ UDPゴシック" panose="020B0400000000000000" pitchFamily="50" charset="-128"/>
                <a:ea typeface="BIZ UDPゴシック" panose="020B0400000000000000" pitchFamily="50" charset="-128"/>
              </a:rPr>
              <a:t> Chapter </a:t>
            </a:r>
            <a:r>
              <a:rPr lang="ja-JP" altLang="en-US" sz="1800" kern="0">
                <a:solidFill>
                  <a:srgbClr val="FF0000"/>
                </a:solidFill>
                <a:latin typeface="BIZ UDPゴシック" panose="020B0400000000000000" pitchFamily="50" charset="-128"/>
                <a:ea typeface="BIZ UDPゴシック" panose="020B0400000000000000" pitchFamily="50" charset="-128"/>
              </a:rPr>
              <a:t>番号をカウントアップしろ、という指示になります。</a:t>
            </a:r>
            <a:endParaRPr kumimoji="1" lang="ja-JP" altLang="en-US" sz="1800" kern="0">
              <a:solidFill>
                <a:srgbClr val="FF0000"/>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64E32F55-6028-3AB2-9512-F9698565EFE2}"/>
              </a:ext>
            </a:extLst>
          </p:cNvPr>
          <p:cNvSpPr txBox="1"/>
          <p:nvPr/>
        </p:nvSpPr>
        <p:spPr bwMode="auto">
          <a:xfrm>
            <a:off x="6122076" y="4221088"/>
            <a:ext cx="53745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solidFill>
                  <a:srgbClr val="FF0000"/>
                </a:solidFill>
                <a:latin typeface="BIZ UDPゴシック" panose="020B0400000000000000" pitchFamily="50" charset="-128"/>
                <a:ea typeface="BIZ UDPゴシック" panose="020B0400000000000000" pitchFamily="50" charset="-128"/>
              </a:rPr>
              <a:t>TITLE </a:t>
            </a:r>
            <a:r>
              <a:rPr lang="ja-JP" altLang="en-US" sz="1800" kern="0">
                <a:solidFill>
                  <a:srgbClr val="FF0000"/>
                </a:solidFill>
                <a:latin typeface="BIZ UDPゴシック" panose="020B0400000000000000" pitchFamily="50" charset="-128"/>
                <a:ea typeface="BIZ UDPゴシック" panose="020B0400000000000000" pitchFamily="50" charset="-128"/>
              </a:rPr>
              <a:t>プレースホルダーに</a:t>
            </a:r>
            <a:endParaRPr kumimoji="1" lang="ja-JP" altLang="en-US" sz="1800" kern="0">
              <a:solidFill>
                <a:srgbClr val="FF0000"/>
              </a:solidFill>
              <a:latin typeface="BIZ UDPゴシック" panose="020B0400000000000000" pitchFamily="50" charset="-128"/>
              <a:ea typeface="BIZ UDPゴシック" panose="020B0400000000000000" pitchFamily="50" charset="-128"/>
            </a:endParaRPr>
          </a:p>
        </p:txBody>
      </p:sp>
      <p:pic>
        <p:nvPicPr>
          <p:cNvPr id="22" name="図 21">
            <a:extLst>
              <a:ext uri="{FF2B5EF4-FFF2-40B4-BE49-F238E27FC236}">
                <a16:creationId xmlns:a16="http://schemas.microsoft.com/office/drawing/2014/main" id="{A14A7B32-877D-AFFF-6E18-83733942E8E0}"/>
              </a:ext>
            </a:extLst>
          </p:cNvPr>
          <p:cNvPicPr>
            <a:picLocks noChangeAspect="1"/>
          </p:cNvPicPr>
          <p:nvPr/>
        </p:nvPicPr>
        <p:blipFill>
          <a:blip r:embed="rId4"/>
          <a:stretch>
            <a:fillRect/>
          </a:stretch>
        </p:blipFill>
        <p:spPr>
          <a:xfrm>
            <a:off x="6240016" y="4664533"/>
            <a:ext cx="2213157" cy="391914"/>
          </a:xfrm>
          <a:prstGeom prst="rect">
            <a:avLst/>
          </a:prstGeom>
        </p:spPr>
      </p:pic>
      <p:sp>
        <p:nvSpPr>
          <p:cNvPr id="23" name="テキスト ボックス 22">
            <a:extLst>
              <a:ext uri="{FF2B5EF4-FFF2-40B4-BE49-F238E27FC236}">
                <a16:creationId xmlns:a16="http://schemas.microsoft.com/office/drawing/2014/main" id="{03F629D5-4EA5-298C-4935-4F6BCCB8C534}"/>
              </a:ext>
            </a:extLst>
          </p:cNvPr>
          <p:cNvSpPr txBox="1"/>
          <p:nvPr/>
        </p:nvSpPr>
        <p:spPr bwMode="auto">
          <a:xfrm>
            <a:off x="6122076" y="5104814"/>
            <a:ext cx="537452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solidFill>
                  <a:srgbClr val="FF0000"/>
                </a:solidFill>
                <a:latin typeface="BIZ UDPゴシック" panose="020B0400000000000000" pitchFamily="50" charset="-128"/>
                <a:ea typeface="BIZ UDPゴシック" panose="020B0400000000000000" pitchFamily="50" charset="-128"/>
              </a:rPr>
              <a:t>というテキストを入れて、適切な場所（たとえば画面中央）に移動します。</a:t>
            </a:r>
            <a:endParaRPr lang="en-US" altLang="ja-JP" sz="1800" kern="0">
              <a:solidFill>
                <a:srgbClr val="FF0000"/>
              </a:solidFill>
              <a:latin typeface="BIZ UDPゴシック" panose="020B0400000000000000" pitchFamily="50" charset="-128"/>
              <a:ea typeface="BIZ UDPゴシック" panose="020B0400000000000000" pitchFamily="50" charset="-128"/>
            </a:endParaRPr>
          </a:p>
          <a:p>
            <a:r>
              <a:rPr lang="en-US" altLang="ja-JP" sz="1800" kern="0">
                <a:solidFill>
                  <a:srgbClr val="FF0000"/>
                </a:solidFill>
                <a:latin typeface="BIZ UDPゴシック" panose="020B0400000000000000" pitchFamily="50" charset="-128"/>
                <a:ea typeface="BIZ UDPゴシック" panose="020B0400000000000000" pitchFamily="50" charset="-128"/>
              </a:rPr>
              <a:t>recipe yaml </a:t>
            </a:r>
            <a:r>
              <a:rPr lang="ja-JP" altLang="en-US" sz="1800" kern="0">
                <a:solidFill>
                  <a:srgbClr val="FF0000"/>
                </a:solidFill>
                <a:latin typeface="BIZ UDPゴシック" panose="020B0400000000000000" pitchFamily="50" charset="-128"/>
                <a:ea typeface="BIZ UDPゴシック" panose="020B0400000000000000" pitchFamily="50" charset="-128"/>
              </a:rPr>
              <a:t>の </a:t>
            </a:r>
            <a:r>
              <a:rPr lang="en-US" altLang="ja-JP" sz="1800" kern="0">
                <a:solidFill>
                  <a:srgbClr val="FF0000"/>
                </a:solidFill>
                <a:latin typeface="BIZ UDPゴシック" panose="020B0400000000000000" pitchFamily="50" charset="-128"/>
                <a:ea typeface="BIZ UDPゴシック" panose="020B0400000000000000" pitchFamily="50" charset="-128"/>
              </a:rPr>
              <a:t>vars </a:t>
            </a:r>
            <a:r>
              <a:rPr lang="ja-JP" altLang="en-US" sz="1800" kern="0">
                <a:solidFill>
                  <a:srgbClr val="FF0000"/>
                </a:solidFill>
                <a:latin typeface="BIZ UDPゴシック" panose="020B0400000000000000" pitchFamily="50" charset="-128"/>
                <a:ea typeface="BIZ UDPゴシック" panose="020B0400000000000000" pitchFamily="50" charset="-128"/>
              </a:rPr>
              <a:t>セクションで名前を指定して置換できます。</a:t>
            </a:r>
            <a:endParaRPr kumimoji="1" lang="ja-JP" altLang="en-US" sz="1800" kern="0">
              <a:solidFill>
                <a:srgbClr val="FF0000"/>
              </a:solidFill>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13B55A77-2DFA-47DC-35F4-DCB1BD08FD96}"/>
              </a:ext>
            </a:extLst>
          </p:cNvPr>
          <p:cNvSpPr txBox="1"/>
          <p:nvPr/>
        </p:nvSpPr>
        <p:spPr bwMode="auto">
          <a:xfrm>
            <a:off x="898656" y="1095127"/>
            <a:ext cx="9721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2400" kern="0">
                <a:latin typeface="BIZ UDPゴシック" panose="020B0400000000000000" pitchFamily="50" charset="-128"/>
                <a:ea typeface="BIZ UDPゴシック" panose="020B0400000000000000" pitchFamily="50" charset="-128"/>
              </a:rPr>
              <a:t>章とびら</a:t>
            </a:r>
            <a:r>
              <a:rPr kumimoji="1" lang="en-US" altLang="ja-JP" sz="2400" kern="0">
                <a:latin typeface="BIZ UDPゴシック" panose="020B0400000000000000" pitchFamily="50" charset="-128"/>
                <a:ea typeface="BIZ UDPゴシック" panose="020B0400000000000000" pitchFamily="50" charset="-128"/>
              </a:rPr>
              <a:t>(Chapter Cover)</a:t>
            </a:r>
            <a:r>
              <a:rPr kumimoji="1" lang="ja-JP" altLang="en-US" sz="2400" kern="0">
                <a:latin typeface="BIZ UDPゴシック" panose="020B0400000000000000" pitchFamily="50" charset="-128"/>
                <a:ea typeface="BIZ UDPゴシック" panose="020B0400000000000000" pitchFamily="50" charset="-128"/>
              </a:rPr>
              <a:t> テンプレートファイルの構成例</a:t>
            </a:r>
          </a:p>
        </p:txBody>
      </p:sp>
      <p:pic>
        <p:nvPicPr>
          <p:cNvPr id="26" name="図 25">
            <a:extLst>
              <a:ext uri="{FF2B5EF4-FFF2-40B4-BE49-F238E27FC236}">
                <a16:creationId xmlns:a16="http://schemas.microsoft.com/office/drawing/2014/main" id="{12A74C38-3D97-EB17-6765-F6CDD5A46EB9}"/>
              </a:ext>
            </a:extLst>
          </p:cNvPr>
          <p:cNvPicPr>
            <a:picLocks noChangeAspect="1"/>
          </p:cNvPicPr>
          <p:nvPr/>
        </p:nvPicPr>
        <p:blipFill>
          <a:blip r:embed="rId5"/>
          <a:stretch>
            <a:fillRect/>
          </a:stretch>
        </p:blipFill>
        <p:spPr>
          <a:xfrm>
            <a:off x="8106710" y="2815653"/>
            <a:ext cx="1157642" cy="474216"/>
          </a:xfrm>
          <a:prstGeom prst="rect">
            <a:avLst/>
          </a:prstGeom>
        </p:spPr>
      </p:pic>
      <p:sp>
        <p:nvSpPr>
          <p:cNvPr id="5" name="正方形/長方形 4">
            <a:extLst>
              <a:ext uri="{FF2B5EF4-FFF2-40B4-BE49-F238E27FC236}">
                <a16:creationId xmlns:a16="http://schemas.microsoft.com/office/drawing/2014/main" id="{73F3C40D-B08E-30B1-A3CF-A2D8C4A0A9F6}"/>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85391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CC12E664-58FA-4637-A767-8E2A656FB784}"/>
              </a:ext>
            </a:extLst>
          </p:cNvPr>
          <p:cNvSpPr/>
          <p:nvPr/>
        </p:nvSpPr>
        <p:spPr bwMode="auto">
          <a:xfrm>
            <a:off x="623391" y="1075617"/>
            <a:ext cx="10957983" cy="5377719"/>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42" name="コネクタ: カギ線 41">
            <a:extLst>
              <a:ext uri="{FF2B5EF4-FFF2-40B4-BE49-F238E27FC236}">
                <a16:creationId xmlns:a16="http://schemas.microsoft.com/office/drawing/2014/main" id="{A162CA34-A10C-B56F-0EBC-B928364B89A2}"/>
              </a:ext>
            </a:extLst>
          </p:cNvPr>
          <p:cNvCxnSpPr>
            <a:cxnSpLocks/>
            <a:stCxn id="37" idx="2"/>
            <a:endCxn id="43" idx="1"/>
          </p:cNvCxnSpPr>
          <p:nvPr/>
        </p:nvCxnSpPr>
        <p:spPr bwMode="auto">
          <a:xfrm rot="16200000" flipH="1">
            <a:off x="678592" y="3549306"/>
            <a:ext cx="2647892" cy="862064"/>
          </a:xfrm>
          <a:prstGeom prst="bentConnector2">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cxnSp>
        <p:nvCxnSpPr>
          <p:cNvPr id="48" name="コネクタ: カギ線 47">
            <a:extLst>
              <a:ext uri="{FF2B5EF4-FFF2-40B4-BE49-F238E27FC236}">
                <a16:creationId xmlns:a16="http://schemas.microsoft.com/office/drawing/2014/main" id="{0159C4C4-A2D3-868E-F2DE-827D1D16C1C7}"/>
              </a:ext>
            </a:extLst>
          </p:cNvPr>
          <p:cNvCxnSpPr>
            <a:cxnSpLocks/>
            <a:stCxn id="37" idx="2"/>
            <a:endCxn id="44" idx="1"/>
          </p:cNvCxnSpPr>
          <p:nvPr/>
        </p:nvCxnSpPr>
        <p:spPr bwMode="auto">
          <a:xfrm rot="16200000" flipH="1">
            <a:off x="319044" y="3908854"/>
            <a:ext cx="3366989" cy="862064"/>
          </a:xfrm>
          <a:prstGeom prst="bentConnector2">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cxnSp>
        <p:nvCxnSpPr>
          <p:cNvPr id="36" name="コネクタ: カギ線 35">
            <a:extLst>
              <a:ext uri="{FF2B5EF4-FFF2-40B4-BE49-F238E27FC236}">
                <a16:creationId xmlns:a16="http://schemas.microsoft.com/office/drawing/2014/main" id="{AAA6AAC9-46B5-5303-C60D-A9C2D52DE075}"/>
              </a:ext>
            </a:extLst>
          </p:cNvPr>
          <p:cNvCxnSpPr>
            <a:cxnSpLocks/>
            <a:stCxn id="34" idx="2"/>
            <a:endCxn id="56" idx="1"/>
          </p:cNvCxnSpPr>
          <p:nvPr/>
        </p:nvCxnSpPr>
        <p:spPr bwMode="auto">
          <a:xfrm rot="16200000" flipH="1">
            <a:off x="2853979" y="3396742"/>
            <a:ext cx="629841" cy="719013"/>
          </a:xfrm>
          <a:prstGeom prst="bentConnector2">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cxnSp>
        <p:nvCxnSpPr>
          <p:cNvPr id="38" name="コネクタ: カギ線 37">
            <a:extLst>
              <a:ext uri="{FF2B5EF4-FFF2-40B4-BE49-F238E27FC236}">
                <a16:creationId xmlns:a16="http://schemas.microsoft.com/office/drawing/2014/main" id="{79C1828D-FF0A-FA6F-66A1-E02605A694AD}"/>
              </a:ext>
            </a:extLst>
          </p:cNvPr>
          <p:cNvCxnSpPr>
            <a:cxnSpLocks/>
            <a:stCxn id="37" idx="2"/>
          </p:cNvCxnSpPr>
          <p:nvPr/>
        </p:nvCxnSpPr>
        <p:spPr bwMode="auto">
          <a:xfrm rot="16200000" flipH="1">
            <a:off x="1593151" y="2634746"/>
            <a:ext cx="638355" cy="681645"/>
          </a:xfrm>
          <a:prstGeom prst="bentConnector2">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sp>
        <p:nvSpPr>
          <p:cNvPr id="20" name="フリーフォーム: 図形 19">
            <a:extLst>
              <a:ext uri="{FF2B5EF4-FFF2-40B4-BE49-F238E27FC236}">
                <a16:creationId xmlns:a16="http://schemas.microsoft.com/office/drawing/2014/main" id="{C6E70061-13CF-A62B-187C-55232DE94038}"/>
              </a:ext>
            </a:extLst>
          </p:cNvPr>
          <p:cNvSpPr/>
          <p:nvPr/>
        </p:nvSpPr>
        <p:spPr bwMode="auto">
          <a:xfrm>
            <a:off x="2078114" y="2863555"/>
            <a:ext cx="1481608" cy="763595"/>
          </a:xfrm>
          <a:custGeom>
            <a:avLst/>
            <a:gdLst>
              <a:gd name="csX0" fmla="*/ 65228 w 1224469"/>
              <a:gd name="csY0" fmla="*/ 0 h 763595"/>
              <a:gd name="csX1" fmla="*/ 539553 w 1224469"/>
              <a:gd name="csY1" fmla="*/ 0 h 763595"/>
              <a:gd name="csX2" fmla="*/ 604781 w 1224469"/>
              <a:gd name="csY2" fmla="*/ 65228 h 763595"/>
              <a:gd name="csX3" fmla="*/ 604781 w 1224469"/>
              <a:gd name="csY3" fmla="*/ 117264 h 763595"/>
              <a:gd name="csX4" fmla="*/ 1148312 w 1224469"/>
              <a:gd name="csY4" fmla="*/ 117264 h 763595"/>
              <a:gd name="csX5" fmla="*/ 1224469 w 1224469"/>
              <a:gd name="csY5" fmla="*/ 193421 h 763595"/>
              <a:gd name="csX6" fmla="*/ 1224469 w 1224469"/>
              <a:gd name="csY6" fmla="*/ 687438 h 763595"/>
              <a:gd name="csX7" fmla="*/ 1148312 w 1224469"/>
              <a:gd name="csY7" fmla="*/ 763595 h 763595"/>
              <a:gd name="csX8" fmla="*/ 76490 w 1224469"/>
              <a:gd name="csY8" fmla="*/ 763595 h 763595"/>
              <a:gd name="csX9" fmla="*/ 333 w 1224469"/>
              <a:gd name="csY9" fmla="*/ 687438 h 763595"/>
              <a:gd name="csX10" fmla="*/ 333 w 1224469"/>
              <a:gd name="csY10" fmla="*/ 208483 h 763595"/>
              <a:gd name="csX11" fmla="*/ 0 w 1224469"/>
              <a:gd name="csY11" fmla="*/ 208483 h 763595"/>
              <a:gd name="csX12" fmla="*/ 0 w 1224469"/>
              <a:gd name="csY12" fmla="*/ 65228 h 763595"/>
              <a:gd name="csX13" fmla="*/ 65228 w 1224469"/>
              <a:gd name="csY13" fmla="*/ 0 h 763595"/>
              <a:gd name="csX0" fmla="*/ 65228 w 1224469"/>
              <a:gd name="csY0" fmla="*/ 0 h 763595"/>
              <a:gd name="csX1" fmla="*/ 539553 w 1224469"/>
              <a:gd name="csY1" fmla="*/ 0 h 763595"/>
              <a:gd name="csX2" fmla="*/ 604781 w 1224469"/>
              <a:gd name="csY2" fmla="*/ 65228 h 763595"/>
              <a:gd name="csX3" fmla="*/ 604781 w 1224469"/>
              <a:gd name="csY3" fmla="*/ 117264 h 763595"/>
              <a:gd name="csX4" fmla="*/ 1148312 w 1224469"/>
              <a:gd name="csY4" fmla="*/ 117264 h 763595"/>
              <a:gd name="csX5" fmla="*/ 1224469 w 1224469"/>
              <a:gd name="csY5" fmla="*/ 193421 h 763595"/>
              <a:gd name="csX6" fmla="*/ 1224469 w 1224469"/>
              <a:gd name="csY6" fmla="*/ 687438 h 763595"/>
              <a:gd name="csX7" fmla="*/ 1148312 w 1224469"/>
              <a:gd name="csY7" fmla="*/ 763595 h 763595"/>
              <a:gd name="csX8" fmla="*/ 626909 w 1224469"/>
              <a:gd name="csY8" fmla="*/ 763271 h 763595"/>
              <a:gd name="csX9" fmla="*/ 76490 w 1224469"/>
              <a:gd name="csY9" fmla="*/ 763595 h 763595"/>
              <a:gd name="csX10" fmla="*/ 333 w 1224469"/>
              <a:gd name="csY10" fmla="*/ 687438 h 763595"/>
              <a:gd name="csX11" fmla="*/ 333 w 1224469"/>
              <a:gd name="csY11" fmla="*/ 208483 h 763595"/>
              <a:gd name="csX12" fmla="*/ 0 w 1224469"/>
              <a:gd name="csY12" fmla="*/ 208483 h 763595"/>
              <a:gd name="csX13" fmla="*/ 0 w 1224469"/>
              <a:gd name="csY13" fmla="*/ 65228 h 763595"/>
              <a:gd name="csX14" fmla="*/ 65228 w 1224469"/>
              <a:gd name="csY14" fmla="*/ 0 h 763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224469" h="763595">
                <a:moveTo>
                  <a:pt x="65228" y="0"/>
                </a:moveTo>
                <a:lnTo>
                  <a:pt x="539553" y="0"/>
                </a:lnTo>
                <a:cubicBezTo>
                  <a:pt x="575577" y="0"/>
                  <a:pt x="604781" y="29204"/>
                  <a:pt x="604781" y="65228"/>
                </a:cubicBezTo>
                <a:lnTo>
                  <a:pt x="604781" y="117264"/>
                </a:lnTo>
                <a:lnTo>
                  <a:pt x="1148312" y="117264"/>
                </a:lnTo>
                <a:cubicBezTo>
                  <a:pt x="1190372" y="117264"/>
                  <a:pt x="1224469" y="151361"/>
                  <a:pt x="1224469" y="193421"/>
                </a:cubicBezTo>
                <a:lnTo>
                  <a:pt x="1224469" y="687438"/>
                </a:lnTo>
                <a:cubicBezTo>
                  <a:pt x="1224469" y="729498"/>
                  <a:pt x="1190372" y="763595"/>
                  <a:pt x="1148312" y="763595"/>
                </a:cubicBezTo>
                <a:lnTo>
                  <a:pt x="626909" y="763271"/>
                </a:lnTo>
                <a:lnTo>
                  <a:pt x="76490" y="763595"/>
                </a:lnTo>
                <a:cubicBezTo>
                  <a:pt x="34430" y="763595"/>
                  <a:pt x="333" y="729498"/>
                  <a:pt x="333" y="687438"/>
                </a:cubicBezTo>
                <a:lnTo>
                  <a:pt x="333" y="208483"/>
                </a:lnTo>
                <a:lnTo>
                  <a:pt x="0" y="208483"/>
                </a:lnTo>
                <a:lnTo>
                  <a:pt x="0" y="65228"/>
                </a:lnTo>
                <a:cubicBezTo>
                  <a:pt x="0" y="29204"/>
                  <a:pt x="29204" y="0"/>
                  <a:pt x="65228" y="0"/>
                </a:cubicBezTo>
                <a:close/>
              </a:path>
            </a:pathLst>
          </a:custGeom>
          <a:solidFill>
            <a:srgbClr val="FFFF99"/>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common</a:t>
            </a:r>
          </a:p>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_assets</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8" name="フリーフォーム: 図形 17">
            <a:extLst>
              <a:ext uri="{FF2B5EF4-FFF2-40B4-BE49-F238E27FC236}">
                <a16:creationId xmlns:a16="http://schemas.microsoft.com/office/drawing/2014/main" id="{1E5FB0CB-1A6D-60FA-8735-E7958FE3AFDF}"/>
              </a:ext>
            </a:extLst>
          </p:cNvPr>
          <p:cNvSpPr/>
          <p:nvPr/>
        </p:nvSpPr>
        <p:spPr bwMode="auto">
          <a:xfrm>
            <a:off x="2078114" y="4945536"/>
            <a:ext cx="1113154" cy="573700"/>
          </a:xfrm>
          <a:custGeom>
            <a:avLst/>
            <a:gdLst>
              <a:gd name="csX0" fmla="*/ 65228 w 1224469"/>
              <a:gd name="csY0" fmla="*/ 0 h 763595"/>
              <a:gd name="csX1" fmla="*/ 539553 w 1224469"/>
              <a:gd name="csY1" fmla="*/ 0 h 763595"/>
              <a:gd name="csX2" fmla="*/ 604781 w 1224469"/>
              <a:gd name="csY2" fmla="*/ 65228 h 763595"/>
              <a:gd name="csX3" fmla="*/ 604781 w 1224469"/>
              <a:gd name="csY3" fmla="*/ 117264 h 763595"/>
              <a:gd name="csX4" fmla="*/ 1148312 w 1224469"/>
              <a:gd name="csY4" fmla="*/ 117264 h 763595"/>
              <a:gd name="csX5" fmla="*/ 1224469 w 1224469"/>
              <a:gd name="csY5" fmla="*/ 193421 h 763595"/>
              <a:gd name="csX6" fmla="*/ 1224469 w 1224469"/>
              <a:gd name="csY6" fmla="*/ 687438 h 763595"/>
              <a:gd name="csX7" fmla="*/ 1148312 w 1224469"/>
              <a:gd name="csY7" fmla="*/ 763595 h 763595"/>
              <a:gd name="csX8" fmla="*/ 76490 w 1224469"/>
              <a:gd name="csY8" fmla="*/ 763595 h 763595"/>
              <a:gd name="csX9" fmla="*/ 333 w 1224469"/>
              <a:gd name="csY9" fmla="*/ 687438 h 763595"/>
              <a:gd name="csX10" fmla="*/ 333 w 1224469"/>
              <a:gd name="csY10" fmla="*/ 208483 h 763595"/>
              <a:gd name="csX11" fmla="*/ 0 w 1224469"/>
              <a:gd name="csY11" fmla="*/ 208483 h 763595"/>
              <a:gd name="csX12" fmla="*/ 0 w 1224469"/>
              <a:gd name="csY12" fmla="*/ 65228 h 763595"/>
              <a:gd name="csX13" fmla="*/ 65228 w 1224469"/>
              <a:gd name="csY13" fmla="*/ 0 h 763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24469" h="763595">
                <a:moveTo>
                  <a:pt x="65228" y="0"/>
                </a:moveTo>
                <a:lnTo>
                  <a:pt x="539553" y="0"/>
                </a:lnTo>
                <a:cubicBezTo>
                  <a:pt x="575577" y="0"/>
                  <a:pt x="604781" y="29204"/>
                  <a:pt x="604781" y="65228"/>
                </a:cubicBezTo>
                <a:lnTo>
                  <a:pt x="604781" y="117264"/>
                </a:lnTo>
                <a:lnTo>
                  <a:pt x="1148312" y="117264"/>
                </a:lnTo>
                <a:cubicBezTo>
                  <a:pt x="1190372" y="117264"/>
                  <a:pt x="1224469" y="151361"/>
                  <a:pt x="1224469" y="193421"/>
                </a:cubicBezTo>
                <a:lnTo>
                  <a:pt x="1224469" y="687438"/>
                </a:lnTo>
                <a:cubicBezTo>
                  <a:pt x="1224469" y="729498"/>
                  <a:pt x="1190372" y="763595"/>
                  <a:pt x="1148312" y="763595"/>
                </a:cubicBezTo>
                <a:lnTo>
                  <a:pt x="76490" y="763595"/>
                </a:lnTo>
                <a:cubicBezTo>
                  <a:pt x="34430" y="763595"/>
                  <a:pt x="333" y="729498"/>
                  <a:pt x="333" y="687438"/>
                </a:cubicBezTo>
                <a:lnTo>
                  <a:pt x="333" y="208483"/>
                </a:lnTo>
                <a:lnTo>
                  <a:pt x="0" y="208483"/>
                </a:lnTo>
                <a:lnTo>
                  <a:pt x="0" y="65228"/>
                </a:lnTo>
                <a:cubicBezTo>
                  <a:pt x="0" y="29204"/>
                  <a:pt x="29204" y="0"/>
                  <a:pt x="65228" y="0"/>
                </a:cubicBezTo>
                <a:close/>
              </a:path>
            </a:pathLst>
          </a:custGeom>
          <a:solidFill>
            <a:srgbClr val="FFFF99"/>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文書１</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9" name="フリーフォーム: 図形 18">
            <a:extLst>
              <a:ext uri="{FF2B5EF4-FFF2-40B4-BE49-F238E27FC236}">
                <a16:creationId xmlns:a16="http://schemas.microsoft.com/office/drawing/2014/main" id="{F30BE1AD-8054-8B9B-B1BD-45C959EA5CCC}"/>
              </a:ext>
            </a:extLst>
          </p:cNvPr>
          <p:cNvSpPr/>
          <p:nvPr/>
        </p:nvSpPr>
        <p:spPr bwMode="auto">
          <a:xfrm>
            <a:off x="2078114" y="5684973"/>
            <a:ext cx="1113154" cy="573700"/>
          </a:xfrm>
          <a:custGeom>
            <a:avLst/>
            <a:gdLst>
              <a:gd name="csX0" fmla="*/ 65228 w 1224469"/>
              <a:gd name="csY0" fmla="*/ 0 h 763595"/>
              <a:gd name="csX1" fmla="*/ 539553 w 1224469"/>
              <a:gd name="csY1" fmla="*/ 0 h 763595"/>
              <a:gd name="csX2" fmla="*/ 604781 w 1224469"/>
              <a:gd name="csY2" fmla="*/ 65228 h 763595"/>
              <a:gd name="csX3" fmla="*/ 604781 w 1224469"/>
              <a:gd name="csY3" fmla="*/ 117264 h 763595"/>
              <a:gd name="csX4" fmla="*/ 1148312 w 1224469"/>
              <a:gd name="csY4" fmla="*/ 117264 h 763595"/>
              <a:gd name="csX5" fmla="*/ 1224469 w 1224469"/>
              <a:gd name="csY5" fmla="*/ 193421 h 763595"/>
              <a:gd name="csX6" fmla="*/ 1224469 w 1224469"/>
              <a:gd name="csY6" fmla="*/ 687438 h 763595"/>
              <a:gd name="csX7" fmla="*/ 1148312 w 1224469"/>
              <a:gd name="csY7" fmla="*/ 763595 h 763595"/>
              <a:gd name="csX8" fmla="*/ 76490 w 1224469"/>
              <a:gd name="csY8" fmla="*/ 763595 h 763595"/>
              <a:gd name="csX9" fmla="*/ 333 w 1224469"/>
              <a:gd name="csY9" fmla="*/ 687438 h 763595"/>
              <a:gd name="csX10" fmla="*/ 333 w 1224469"/>
              <a:gd name="csY10" fmla="*/ 208483 h 763595"/>
              <a:gd name="csX11" fmla="*/ 0 w 1224469"/>
              <a:gd name="csY11" fmla="*/ 208483 h 763595"/>
              <a:gd name="csX12" fmla="*/ 0 w 1224469"/>
              <a:gd name="csY12" fmla="*/ 65228 h 763595"/>
              <a:gd name="csX13" fmla="*/ 65228 w 1224469"/>
              <a:gd name="csY13" fmla="*/ 0 h 763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24469" h="763595">
                <a:moveTo>
                  <a:pt x="65228" y="0"/>
                </a:moveTo>
                <a:lnTo>
                  <a:pt x="539553" y="0"/>
                </a:lnTo>
                <a:cubicBezTo>
                  <a:pt x="575577" y="0"/>
                  <a:pt x="604781" y="29204"/>
                  <a:pt x="604781" y="65228"/>
                </a:cubicBezTo>
                <a:lnTo>
                  <a:pt x="604781" y="117264"/>
                </a:lnTo>
                <a:lnTo>
                  <a:pt x="1148312" y="117264"/>
                </a:lnTo>
                <a:cubicBezTo>
                  <a:pt x="1190372" y="117264"/>
                  <a:pt x="1224469" y="151361"/>
                  <a:pt x="1224469" y="193421"/>
                </a:cubicBezTo>
                <a:lnTo>
                  <a:pt x="1224469" y="687438"/>
                </a:lnTo>
                <a:cubicBezTo>
                  <a:pt x="1224469" y="729498"/>
                  <a:pt x="1190372" y="763595"/>
                  <a:pt x="1148312" y="763595"/>
                </a:cubicBezTo>
                <a:lnTo>
                  <a:pt x="76490" y="763595"/>
                </a:lnTo>
                <a:cubicBezTo>
                  <a:pt x="34430" y="763595"/>
                  <a:pt x="333" y="729498"/>
                  <a:pt x="333" y="687438"/>
                </a:cubicBezTo>
                <a:lnTo>
                  <a:pt x="333" y="208483"/>
                </a:lnTo>
                <a:lnTo>
                  <a:pt x="0" y="208483"/>
                </a:lnTo>
                <a:lnTo>
                  <a:pt x="0" y="65228"/>
                </a:lnTo>
                <a:cubicBezTo>
                  <a:pt x="0" y="29204"/>
                  <a:pt x="29204" y="0"/>
                  <a:pt x="65228" y="0"/>
                </a:cubicBezTo>
                <a:close/>
              </a:path>
            </a:pathLst>
          </a:custGeom>
          <a:solidFill>
            <a:srgbClr val="FFFF99"/>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文書２</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3" name="正方形/長方形 42">
            <a:extLst>
              <a:ext uri="{FF2B5EF4-FFF2-40B4-BE49-F238E27FC236}">
                <a16:creationId xmlns:a16="http://schemas.microsoft.com/office/drawing/2014/main" id="{3010A81F-2B43-74F5-8FF8-58873BF0A6DB}"/>
              </a:ext>
            </a:extLst>
          </p:cNvPr>
          <p:cNvSpPr/>
          <p:nvPr/>
        </p:nvSpPr>
        <p:spPr bwMode="auto">
          <a:xfrm>
            <a:off x="2433570" y="5194989"/>
            <a:ext cx="432048" cy="218590"/>
          </a:xfrm>
          <a:prstGeom prst="rect">
            <a:avLst/>
          </a:prstGeom>
          <a:solidFill>
            <a:srgbClr val="FFFF99">
              <a:alpha val="0"/>
            </a:srgbClr>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4" name="正方形/長方形 43">
            <a:extLst>
              <a:ext uri="{FF2B5EF4-FFF2-40B4-BE49-F238E27FC236}">
                <a16:creationId xmlns:a16="http://schemas.microsoft.com/office/drawing/2014/main" id="{C1B1F20F-F447-94AD-363E-4391376A4365}"/>
              </a:ext>
            </a:extLst>
          </p:cNvPr>
          <p:cNvSpPr/>
          <p:nvPr/>
        </p:nvSpPr>
        <p:spPr bwMode="auto">
          <a:xfrm>
            <a:off x="2433570" y="5914086"/>
            <a:ext cx="432048" cy="218590"/>
          </a:xfrm>
          <a:prstGeom prst="rect">
            <a:avLst/>
          </a:prstGeom>
          <a:solidFill>
            <a:srgbClr val="FFFF99">
              <a:alpha val="0"/>
            </a:srgbClr>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34" name="正方形/長方形 33">
            <a:extLst>
              <a:ext uri="{FF2B5EF4-FFF2-40B4-BE49-F238E27FC236}">
                <a16:creationId xmlns:a16="http://schemas.microsoft.com/office/drawing/2014/main" id="{67245B1A-A1A0-84AA-E0C8-D4ADBE51AF9D}"/>
              </a:ext>
            </a:extLst>
          </p:cNvPr>
          <p:cNvSpPr/>
          <p:nvPr/>
        </p:nvSpPr>
        <p:spPr bwMode="auto">
          <a:xfrm>
            <a:off x="2593369" y="3222739"/>
            <a:ext cx="432048" cy="218590"/>
          </a:xfrm>
          <a:prstGeom prst="rect">
            <a:avLst/>
          </a:prstGeom>
          <a:solidFill>
            <a:srgbClr val="FFFF99">
              <a:alpha val="0"/>
            </a:srgbClr>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共通資材は共通資材のフォルダに</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10" name="テキスト ボックス 9">
            <a:extLst>
              <a:ext uri="{FF2B5EF4-FFF2-40B4-BE49-F238E27FC236}">
                <a16:creationId xmlns:a16="http://schemas.microsoft.com/office/drawing/2014/main" id="{973F5C4F-2074-44F2-CE0B-B7BE6A6344C5}"/>
              </a:ext>
            </a:extLst>
          </p:cNvPr>
          <p:cNvSpPr txBox="1"/>
          <p:nvPr/>
        </p:nvSpPr>
        <p:spPr bwMode="auto">
          <a:xfrm>
            <a:off x="2834389" y="4293096"/>
            <a:ext cx="26749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latin typeface="BIZ UDPゴシック" panose="020B0400000000000000" pitchFamily="50" charset="-128"/>
                <a:ea typeface="BIZ UDPゴシック" panose="020B0400000000000000" pitchFamily="50" charset="-128"/>
              </a:rPr>
              <a:t>chaptercover.pptx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13B55A77-2DFA-47DC-35F4-DCB1BD08FD96}"/>
              </a:ext>
            </a:extLst>
          </p:cNvPr>
          <p:cNvSpPr txBox="1"/>
          <p:nvPr/>
        </p:nvSpPr>
        <p:spPr bwMode="auto">
          <a:xfrm>
            <a:off x="898656" y="1095127"/>
            <a:ext cx="97210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Chapter Cover </a:t>
            </a:r>
            <a:r>
              <a:rPr lang="ja-JP" altLang="en-US" sz="2400" kern="0">
                <a:latin typeface="BIZ UDPゴシック" panose="020B0400000000000000" pitchFamily="50" charset="-128"/>
                <a:ea typeface="BIZ UDPゴシック" panose="020B0400000000000000" pitchFamily="50" charset="-128"/>
              </a:rPr>
              <a:t>のように複数の文書で共通に使いそうなファイルは</a:t>
            </a:r>
            <a:endParaRPr lang="en-US" altLang="ja-JP" sz="2400" kern="0">
              <a:latin typeface="BIZ UDPゴシック" panose="020B0400000000000000" pitchFamily="50" charset="-128"/>
              <a:ea typeface="BIZ UDPゴシック" panose="020B0400000000000000" pitchFamily="50" charset="-128"/>
            </a:endParaRPr>
          </a:p>
          <a:p>
            <a:r>
              <a:rPr kumimoji="1" lang="ja-JP" altLang="en-US" sz="2400" kern="0">
                <a:latin typeface="BIZ UDPゴシック" panose="020B0400000000000000" pitchFamily="50" charset="-128"/>
                <a:ea typeface="BIZ UDPゴシック" panose="020B0400000000000000" pitchFamily="50" charset="-128"/>
              </a:rPr>
              <a:t>共通資材用フォルダに置いて参照するのがおすすめ</a:t>
            </a:r>
          </a:p>
        </p:txBody>
      </p:sp>
      <p:sp>
        <p:nvSpPr>
          <p:cNvPr id="37" name="テキスト ボックス 36">
            <a:extLst>
              <a:ext uri="{FF2B5EF4-FFF2-40B4-BE49-F238E27FC236}">
                <a16:creationId xmlns:a16="http://schemas.microsoft.com/office/drawing/2014/main" id="{C4C14161-90F1-7605-A0FB-AF1F1009519B}"/>
              </a:ext>
            </a:extLst>
          </p:cNvPr>
          <p:cNvSpPr txBox="1"/>
          <p:nvPr/>
        </p:nvSpPr>
        <p:spPr bwMode="auto">
          <a:xfrm>
            <a:off x="887430" y="2287060"/>
            <a:ext cx="13681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親フォルダ</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1" name="テキスト ボックス 50">
            <a:extLst>
              <a:ext uri="{FF2B5EF4-FFF2-40B4-BE49-F238E27FC236}">
                <a16:creationId xmlns:a16="http://schemas.microsoft.com/office/drawing/2014/main" id="{EEC9016C-B44F-0493-75A0-1D68A549DB10}"/>
              </a:ext>
            </a:extLst>
          </p:cNvPr>
          <p:cNvSpPr txBox="1"/>
          <p:nvPr/>
        </p:nvSpPr>
        <p:spPr bwMode="auto">
          <a:xfrm>
            <a:off x="6168008" y="3809263"/>
            <a:ext cx="5267923" cy="11695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procedure:</a:t>
            </a:r>
          </a:p>
          <a:p>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 operation: insertpptx</a:t>
            </a:r>
          </a:p>
          <a:p>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a:t>
            </a:r>
            <a:r>
              <a:rPr lang="en-US" altLang="ja-JP" sz="1400" b="0" kern="0">
                <a:solidFill>
                  <a:schemeClr val="accent2"/>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../common_assets/</a:t>
            </a:r>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chaptercover.pptx</a:t>
            </a:r>
          </a:p>
          <a:p>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vars:</a:t>
            </a:r>
          </a:p>
          <a:p>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CHAPT_TITLE: </a:t>
            </a:r>
            <a:r>
              <a:rPr lang="ja-JP" altLang="en-US"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Ａ章</a:t>
            </a:r>
          </a:p>
        </p:txBody>
      </p:sp>
      <p:sp>
        <p:nvSpPr>
          <p:cNvPr id="52" name="テキスト ボックス 51">
            <a:extLst>
              <a:ext uri="{FF2B5EF4-FFF2-40B4-BE49-F238E27FC236}">
                <a16:creationId xmlns:a16="http://schemas.microsoft.com/office/drawing/2014/main" id="{8F631F3A-C56F-192C-0927-1FE4687662FA}"/>
              </a:ext>
            </a:extLst>
          </p:cNvPr>
          <p:cNvSpPr txBox="1"/>
          <p:nvPr/>
        </p:nvSpPr>
        <p:spPr bwMode="auto">
          <a:xfrm>
            <a:off x="6377648" y="3079222"/>
            <a:ext cx="474375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結合指示書上では相対パスまたは絶対パスで参照できます</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3" name="テキスト ボックス 52">
            <a:extLst>
              <a:ext uri="{FF2B5EF4-FFF2-40B4-BE49-F238E27FC236}">
                <a16:creationId xmlns:a16="http://schemas.microsoft.com/office/drawing/2014/main" id="{9359B4D9-85EB-A98F-99C3-4FAF8CAC9035}"/>
              </a:ext>
            </a:extLst>
          </p:cNvPr>
          <p:cNvSpPr txBox="1"/>
          <p:nvPr/>
        </p:nvSpPr>
        <p:spPr bwMode="auto">
          <a:xfrm>
            <a:off x="3250034" y="5081086"/>
            <a:ext cx="22905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個別文書フォルダ</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4" name="テキスト ボックス 53">
            <a:extLst>
              <a:ext uri="{FF2B5EF4-FFF2-40B4-BE49-F238E27FC236}">
                <a16:creationId xmlns:a16="http://schemas.microsoft.com/office/drawing/2014/main" id="{EFFE72E0-FBB8-199F-4FA4-3757C1937B6B}"/>
              </a:ext>
            </a:extLst>
          </p:cNvPr>
          <p:cNvSpPr txBox="1"/>
          <p:nvPr/>
        </p:nvSpPr>
        <p:spPr bwMode="auto">
          <a:xfrm>
            <a:off x="3250034" y="5826835"/>
            <a:ext cx="22905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個別文書フォルダ</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5" name="テキスト ボックス 54">
            <a:extLst>
              <a:ext uri="{FF2B5EF4-FFF2-40B4-BE49-F238E27FC236}">
                <a16:creationId xmlns:a16="http://schemas.microsoft.com/office/drawing/2014/main" id="{50019C45-D8C3-F2A2-096D-BF7D993AC64A}"/>
              </a:ext>
            </a:extLst>
          </p:cNvPr>
          <p:cNvSpPr txBox="1"/>
          <p:nvPr/>
        </p:nvSpPr>
        <p:spPr bwMode="auto">
          <a:xfrm>
            <a:off x="3690674" y="3104055"/>
            <a:ext cx="22905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共通資材フォルダ</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6" name="正方形/長方形 55">
            <a:extLst>
              <a:ext uri="{FF2B5EF4-FFF2-40B4-BE49-F238E27FC236}">
                <a16:creationId xmlns:a16="http://schemas.microsoft.com/office/drawing/2014/main" id="{4995A7E5-4376-9DB2-328E-74B892282E36}"/>
              </a:ext>
            </a:extLst>
          </p:cNvPr>
          <p:cNvSpPr/>
          <p:nvPr/>
        </p:nvSpPr>
        <p:spPr bwMode="auto">
          <a:xfrm>
            <a:off x="3528406" y="3775572"/>
            <a:ext cx="1138105" cy="5911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600">
                <a:solidFill>
                  <a:srgbClr val="FF0000"/>
                </a:solidFill>
                <a:latin typeface="BIZ UDPゴシック" panose="020B0400000000000000" pitchFamily="50" charset="-128"/>
                <a:ea typeface="BIZ UDPゴシック" panose="020B0400000000000000" pitchFamily="50" charset="-128"/>
              </a:rPr>
              <a:t>CC </a:t>
            </a:r>
          </a:p>
          <a:p>
            <a:pPr marL="0" marR="0" indent="0" algn="ctr" defTabSz="914400" rtl="0" eaLnBrk="1" fontAlgn="base" latinLnBrk="0" hangingPunct="1">
              <a:lnSpc>
                <a:spcPct val="100000"/>
              </a:lnSpc>
              <a:spcBef>
                <a:spcPct val="0"/>
              </a:spcBef>
              <a:spcAft>
                <a:spcPct val="0"/>
              </a:spcAft>
              <a:buClrTx/>
              <a:buSzTx/>
              <a:buFontTx/>
              <a:buNone/>
              <a:tabLst/>
            </a:pPr>
            <a:r>
              <a:rPr lang="en-US" altLang="ja-JP" sz="1600">
                <a:solidFill>
                  <a:srgbClr val="FF0000"/>
                </a:solidFill>
                <a:latin typeface="BIZ UDPゴシック" panose="020B0400000000000000" pitchFamily="50" charset="-128"/>
                <a:ea typeface="BIZ UDPゴシック" panose="020B0400000000000000" pitchFamily="50" charset="-128"/>
              </a:rPr>
              <a:t>template</a:t>
            </a:r>
          </a:p>
        </p:txBody>
      </p:sp>
      <p:sp>
        <p:nvSpPr>
          <p:cNvPr id="5" name="正方形/長方形 4">
            <a:extLst>
              <a:ext uri="{FF2B5EF4-FFF2-40B4-BE49-F238E27FC236}">
                <a16:creationId xmlns:a16="http://schemas.microsoft.com/office/drawing/2014/main" id="{E7AFEFFF-D737-F9AE-1239-2275BCF2B67E}"/>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582929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30428</TotalTime>
  <Words>2220</Words>
  <Application>Microsoft Office PowerPoint</Application>
  <PresentationFormat>ワイド画面</PresentationFormat>
  <Paragraphs>378</Paragraphs>
  <Slides>6</Slides>
  <Notes>6</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vt:i4>
      </vt:variant>
    </vt:vector>
  </HeadingPairs>
  <TitlesOfParts>
    <vt:vector size="13" baseType="lpstr">
      <vt:lpstr>BIZ UDPゴシック</vt:lpstr>
      <vt:lpstr>FOT-UD丸ゴ_ラージ Pr6 M</vt:lpstr>
      <vt:lpstr>Moralerspace Xenon HWJPDOC</vt:lpstr>
      <vt:lpstr>Arial</vt:lpstr>
      <vt:lpstr>Garamond</vt:lpstr>
      <vt:lpstr>Wingdings</vt:lpstr>
      <vt:lpstr>Edge</vt:lpstr>
      <vt:lpstr>Chapter Cover 挿入運用</vt:lpstr>
      <vt:lpstr>operation: chapter が使いにくい問題</vt:lpstr>
      <vt:lpstr>Chapter Cover で話題の転換を明示したい</vt:lpstr>
      <vt:lpstr>Chapter Cover の挿入方法</vt:lpstr>
      <vt:lpstr>Chapter Cover テンプレートファイルの作り方</vt:lpstr>
      <vt:lpstr>共通資材は共通資材のフォルダに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4119</cp:revision>
  <dcterms:modified xsi:type="dcterms:W3CDTF">2026-05-24T03:18:12Z</dcterms:modified>
</cp:coreProperties>
</file>