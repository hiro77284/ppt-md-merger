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4"/>
  </p:notesMasterIdLst>
  <p:sldIdLst>
    <p:sldId id="1790" r:id="rId2"/>
    <p:sldId id="1789" r:id="rId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FFCCFF"/>
    <a:srgbClr val="CCECFF"/>
    <a:srgbClr val="FFFF00"/>
    <a:srgbClr val="FF6347"/>
    <a:srgbClr val="FF9933"/>
    <a:srgbClr val="CC66FF"/>
    <a:srgbClr val="E34234"/>
    <a:srgbClr val="292929"/>
    <a:srgbClr val="FF7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66327" autoAdjust="0"/>
  </p:normalViewPr>
  <p:slideViewPr>
    <p:cSldViewPr>
      <p:cViewPr varScale="1">
        <p:scale>
          <a:sx n="83" d="100"/>
          <a:sy n="83" d="100"/>
        </p:scale>
        <p:origin x="1518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CF492-A7FA-7DD0-8C6F-1382C8EEF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FE80283-1762-A660-19A6-1B3CF2BA5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A63CC46-9EE6-4473-6E14-AE4535969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9FF848E-C2DE-61D4-3ECA-701CADF4D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7710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7514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D0A4A-6FD4-28A5-ADB6-1BDA8F897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5BD1BE-E832-EA3D-48D7-750885A56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特に意味のないコンテンツ</a:t>
            </a:r>
            <a:r>
              <a:rPr lang="en-US" altLang="ja-JP"/>
              <a:t>1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26E80BE-7E92-27B1-B7DB-B4360FFED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20CA3FF-2D9A-C0E8-A240-91B914EAE3E8}"/>
              </a:ext>
            </a:extLst>
          </p:cNvPr>
          <p:cNvSpPr txBox="1"/>
          <p:nvPr/>
        </p:nvSpPr>
        <p:spPr bwMode="auto">
          <a:xfrm>
            <a:off x="916919" y="1244991"/>
            <a:ext cx="9793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 ～ ～ ～ ～ ～ ～ ～ ～ ～ ～ ～ ～ ～ ～ ～ ～ ～ ～ ～ ～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E603631-8707-24E1-4021-A186D5948BE3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99FFCC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8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no_contents.pptx</a:t>
            </a:r>
            <a:endParaRPr kumimoji="1" lang="ja-JP" altLang="en-US" sz="28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8893561-0494-A816-9D3E-E7DE4727F996}"/>
              </a:ext>
            </a:extLst>
          </p:cNvPr>
          <p:cNvSpPr txBox="1"/>
          <p:nvPr/>
        </p:nvSpPr>
        <p:spPr bwMode="auto">
          <a:xfrm>
            <a:off x="916919" y="2147860"/>
            <a:ext cx="9793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 ～ ～ ～ ～ ～ ～ ～ ～ ～ ～ ～ ～ ～ ～ ～ ～ ～ ～ ～ ～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139F359-6D95-5EED-68D1-4D4AB734BD76}"/>
              </a:ext>
            </a:extLst>
          </p:cNvPr>
          <p:cNvSpPr txBox="1"/>
          <p:nvPr/>
        </p:nvSpPr>
        <p:spPr bwMode="auto">
          <a:xfrm>
            <a:off x="916919" y="3050729"/>
            <a:ext cx="9793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 ～ ～ ～ ～ ～ ～ ～ ～ ～ ～ ～ ～ ～ ～ ～ ～ ～ ～ ～ ～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012559F-A5D6-7C2E-6CB9-D2589DB00233}"/>
              </a:ext>
            </a:extLst>
          </p:cNvPr>
          <p:cNvSpPr txBox="1"/>
          <p:nvPr/>
        </p:nvSpPr>
        <p:spPr bwMode="auto">
          <a:xfrm>
            <a:off x="916919" y="3953598"/>
            <a:ext cx="9793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 ～ ～ ～ ～ ～ ～ ～ ～ ～ ～ ～ ～ ～ ～ ～ ～ ～ ～ ～ ～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EFED077-0EDD-3259-8CF3-64C247E99EE0}"/>
              </a:ext>
            </a:extLst>
          </p:cNvPr>
          <p:cNvSpPr txBox="1"/>
          <p:nvPr/>
        </p:nvSpPr>
        <p:spPr bwMode="auto">
          <a:xfrm>
            <a:off x="916919" y="4856467"/>
            <a:ext cx="9793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 ～ ～ ～ ～ ～ ～ ～ ～ ～ ～ ～ ～ ～ ～ ～ ～ ～ ～ ～ ～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750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特に意味のないコンテンツ</a:t>
            </a:r>
            <a:r>
              <a:rPr lang="en-US" altLang="ja-JP"/>
              <a:t>2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8B27D5-7686-0EE0-1532-5C297DED2E6D}"/>
              </a:ext>
            </a:extLst>
          </p:cNvPr>
          <p:cNvSpPr txBox="1"/>
          <p:nvPr/>
        </p:nvSpPr>
        <p:spPr bwMode="auto">
          <a:xfrm>
            <a:off x="916919" y="1244991"/>
            <a:ext cx="979308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400" kern="0">
                <a:solidFill>
                  <a:srgbClr val="00B0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 ～ ～ ～ ～ ～ ～ ～ ～ ～ ～ ～ ～ ～ ～ ～ ～ ～ ～ ～ ～</a:t>
            </a:r>
            <a:endParaRPr kumimoji="1" lang="en-US" altLang="ja-JP" sz="2400" kern="0">
              <a:solidFill>
                <a:srgbClr val="00B0F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97BB37C-F0D5-DFC9-148F-C38003C5F394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99FFCC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8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no_contents.pptx</a:t>
            </a:r>
            <a:endParaRPr kumimoji="1" lang="ja-JP" altLang="en-US" sz="28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5599533-5243-A14F-43D6-008CD44879F3}"/>
              </a:ext>
            </a:extLst>
          </p:cNvPr>
          <p:cNvSpPr txBox="1"/>
          <p:nvPr/>
        </p:nvSpPr>
        <p:spPr bwMode="auto">
          <a:xfrm>
            <a:off x="916919" y="2147860"/>
            <a:ext cx="979308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400" kern="0">
                <a:solidFill>
                  <a:srgbClr val="00B0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 ～ ～ ～ ～ ～ ～ ～ ～ ～ ～ ～ ～ ～ ～ ～ ～ ～ ～ ～ ～</a:t>
            </a:r>
            <a:endParaRPr kumimoji="1" lang="en-US" altLang="ja-JP" sz="2400" kern="0">
              <a:solidFill>
                <a:srgbClr val="00B0F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06B1A1F-B63B-8987-C945-FFADD1E4E82B}"/>
              </a:ext>
            </a:extLst>
          </p:cNvPr>
          <p:cNvSpPr txBox="1"/>
          <p:nvPr/>
        </p:nvSpPr>
        <p:spPr bwMode="auto">
          <a:xfrm>
            <a:off x="916919" y="3050729"/>
            <a:ext cx="979308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400" kern="0">
                <a:solidFill>
                  <a:srgbClr val="00B0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 ～ ～ ～ ～ ～ ～ ～ ～ ～ ～ ～ ～ ～ ～ ～ ～ ～ ～ ～ ～</a:t>
            </a:r>
            <a:endParaRPr kumimoji="1" lang="en-US" altLang="ja-JP" sz="2400" kern="0">
              <a:solidFill>
                <a:srgbClr val="00B0F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A819005-A75E-1E36-57BC-2971F3C4ABAE}"/>
              </a:ext>
            </a:extLst>
          </p:cNvPr>
          <p:cNvSpPr txBox="1"/>
          <p:nvPr/>
        </p:nvSpPr>
        <p:spPr bwMode="auto">
          <a:xfrm>
            <a:off x="916919" y="3953598"/>
            <a:ext cx="979308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400" kern="0">
                <a:solidFill>
                  <a:srgbClr val="00B0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 ～ ～ ～ ～ ～ ～ ～ ～ ～ ～ ～ ～ ～ ～ ～ ～ ～ ～ ～ ～</a:t>
            </a:r>
            <a:endParaRPr kumimoji="1" lang="en-US" altLang="ja-JP" sz="2400" kern="0">
              <a:solidFill>
                <a:srgbClr val="00B0F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7B75075-FDFE-71C7-61F1-3E5943CE56BC}"/>
              </a:ext>
            </a:extLst>
          </p:cNvPr>
          <p:cNvSpPr txBox="1"/>
          <p:nvPr/>
        </p:nvSpPr>
        <p:spPr bwMode="auto">
          <a:xfrm>
            <a:off x="916919" y="4856467"/>
            <a:ext cx="979308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400" kern="0">
                <a:solidFill>
                  <a:srgbClr val="00B0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 ～ ～ ～ ～ ～ ～ ～ ～ ～ ～ ～ ～ ～ ～ ～ ～ ～ ～ ～ ～</a:t>
            </a:r>
            <a:endParaRPr kumimoji="1" lang="en-US" altLang="ja-JP" sz="2400" kern="0">
              <a:solidFill>
                <a:srgbClr val="00B0F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5120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29316</TotalTime>
  <Words>250</Words>
  <Application>Microsoft Office PowerPoint</Application>
  <PresentationFormat>ワイド画面</PresentationFormat>
  <Paragraphs>18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BIZ UDPゴシック</vt:lpstr>
      <vt:lpstr>FOT-UD丸ゴ_ラージ Pr6 M</vt:lpstr>
      <vt:lpstr>Arial</vt:lpstr>
      <vt:lpstr>Garamond</vt:lpstr>
      <vt:lpstr>Wingdings</vt:lpstr>
      <vt:lpstr>Edge</vt:lpstr>
      <vt:lpstr>特に意味のないコンテンツ1</vt:lpstr>
      <vt:lpstr>特に意味のないコンテンツ2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3999</cp:revision>
  <dcterms:modified xsi:type="dcterms:W3CDTF">2026-05-20T06:31:47Z</dcterms:modified>
</cp:coreProperties>
</file>