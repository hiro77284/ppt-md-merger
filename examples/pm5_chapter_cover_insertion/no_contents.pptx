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90" r:id="rId2"/>
    <p:sldId id="1789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6327" autoAdjust="0"/>
  </p:normalViewPr>
  <p:slideViewPr>
    <p:cSldViewPr>
      <p:cViewPr varScale="1">
        <p:scale>
          <a:sx n="83" d="100"/>
          <a:sy n="83" d="100"/>
        </p:scale>
        <p:origin x="1518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CF492-A7FA-7DD0-8C6F-1382C8E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E80283-1762-A660-19A6-1B3CF2BA5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A63CC46-9EE6-4473-6E14-AE4535969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FF848E-C2DE-61D4-3ECA-701CADF4D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7710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75144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D0A4A-6FD4-28A5-ADB6-1BDA8F897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5BD1BE-E832-EA3D-48D7-750885A56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特に意味のないコンテンツ</a:t>
            </a:r>
            <a:r>
              <a:rPr lang="en-US" altLang="ja-JP"/>
              <a:t>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6E80BE-7E92-27B1-B7DB-B4360FFE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20CA3FF-2D9A-C0E8-A240-91B914EAE3E8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E603631-8707-24E1-4021-A186D5948BE3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no_contents.pptx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8893561-0494-A816-9D3E-E7DE4727F996}"/>
              </a:ext>
            </a:extLst>
          </p:cNvPr>
          <p:cNvSpPr txBox="1"/>
          <p:nvPr/>
        </p:nvSpPr>
        <p:spPr bwMode="auto">
          <a:xfrm>
            <a:off x="916919" y="2147860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139F359-6D95-5EED-68D1-4D4AB734BD76}"/>
              </a:ext>
            </a:extLst>
          </p:cNvPr>
          <p:cNvSpPr txBox="1"/>
          <p:nvPr/>
        </p:nvSpPr>
        <p:spPr bwMode="auto">
          <a:xfrm>
            <a:off x="916919" y="3050729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12559F-A5D6-7C2E-6CB9-D2589DB00233}"/>
              </a:ext>
            </a:extLst>
          </p:cNvPr>
          <p:cNvSpPr txBox="1"/>
          <p:nvPr/>
        </p:nvSpPr>
        <p:spPr bwMode="auto">
          <a:xfrm>
            <a:off x="916919" y="3953598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EFED077-0EDD-3259-8CF3-64C247E99EE0}"/>
              </a:ext>
            </a:extLst>
          </p:cNvPr>
          <p:cNvSpPr txBox="1"/>
          <p:nvPr/>
        </p:nvSpPr>
        <p:spPr bwMode="auto">
          <a:xfrm>
            <a:off x="916919" y="4856467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7507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特に意味のないコンテンツ</a:t>
            </a:r>
            <a:r>
              <a:rPr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solidFill>
                  <a:srgbClr val="00B0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solidFill>
                <a:srgbClr val="00B0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no_contents.pptx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599533-5243-A14F-43D6-008CD44879F3}"/>
              </a:ext>
            </a:extLst>
          </p:cNvPr>
          <p:cNvSpPr txBox="1"/>
          <p:nvPr/>
        </p:nvSpPr>
        <p:spPr bwMode="auto">
          <a:xfrm>
            <a:off x="916919" y="2147860"/>
            <a:ext cx="979308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solidFill>
                  <a:srgbClr val="00B0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solidFill>
                <a:srgbClr val="00B0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6B1A1F-B63B-8987-C945-FFADD1E4E82B}"/>
              </a:ext>
            </a:extLst>
          </p:cNvPr>
          <p:cNvSpPr txBox="1"/>
          <p:nvPr/>
        </p:nvSpPr>
        <p:spPr bwMode="auto">
          <a:xfrm>
            <a:off x="916919" y="3050729"/>
            <a:ext cx="979308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solidFill>
                  <a:srgbClr val="00B0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solidFill>
                <a:srgbClr val="00B0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819005-A75E-1E36-57BC-2971F3C4ABAE}"/>
              </a:ext>
            </a:extLst>
          </p:cNvPr>
          <p:cNvSpPr txBox="1"/>
          <p:nvPr/>
        </p:nvSpPr>
        <p:spPr bwMode="auto">
          <a:xfrm>
            <a:off x="916919" y="3953598"/>
            <a:ext cx="979308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solidFill>
                  <a:srgbClr val="00B0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solidFill>
                <a:srgbClr val="00B0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B75075-FDFE-71C7-61F1-3E5943CE56BC}"/>
              </a:ext>
            </a:extLst>
          </p:cNvPr>
          <p:cNvSpPr txBox="1"/>
          <p:nvPr/>
        </p:nvSpPr>
        <p:spPr bwMode="auto">
          <a:xfrm>
            <a:off x="916919" y="4856467"/>
            <a:ext cx="979308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2400" kern="0">
                <a:solidFill>
                  <a:srgbClr val="00B0F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 ～ ～ ～ ～ ～ ～ ～ ～ ～ ～ ～ ～ ～ ～ ～ ～ ～ ～ ～ ～</a:t>
            </a:r>
            <a:endParaRPr kumimoji="1" lang="en-US" altLang="ja-JP" sz="2400" kern="0">
              <a:solidFill>
                <a:srgbClr val="00B0F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512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29316</TotalTime>
  <Words>250</Words>
  <Application>Microsoft Office PowerPoint</Application>
  <PresentationFormat>ワイド画面</PresentationFormat>
  <Paragraphs>18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特に意味のないコンテンツ1</vt:lpstr>
      <vt:lpstr>特に意味のないコンテンツ2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3999</cp:revision>
  <dcterms:modified xsi:type="dcterms:W3CDTF">2026-05-20T06:31:47Z</dcterms:modified>
</cp:coreProperties>
</file>