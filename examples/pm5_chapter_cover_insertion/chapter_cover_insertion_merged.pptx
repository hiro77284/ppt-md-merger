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14"/>
  </p:notesMasterIdLst>
  <p:sldIdLst>
    <p:sldId id="1785" r:id="rId2"/>
    <p:sldId id="1790" r:id="rId3"/>
    <p:sldId id="1792" r:id="rId4"/>
    <p:sldId id="1793" r:id="rId5"/>
    <p:sldId id="1794" r:id="rId6"/>
    <p:sldId id="1788" r:id="rId7"/>
    <p:sldId id="1976" r:id="rId8"/>
    <p:sldId id="1977" r:id="rId9"/>
    <p:sldId id="1789" r:id="rId10"/>
    <p:sldId id="1978" r:id="rId11"/>
    <p:sldId id="1979" r:id="rId12"/>
    <p:sldId id="1980" r:id="rId13"/>
  </p:sldIdLst>
  <p:sldSz cx="12192000" cy="6858000"/>
  <p:notesSz cx="6858000" cy="9144000"/>
  <p:defaultTextStyle>
    <a:defPPr>
      <a:defRPr lang="en-US"/>
    </a:defPPr>
    <a:lvl1pPr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CC66FF"/>
    <a:srgbClr val="FFCCFF"/>
    <a:srgbClr val="CCECFF"/>
    <a:srgbClr val="99FFCC"/>
    <a:srgbClr val="FFFF00"/>
    <a:srgbClr val="FF6347"/>
    <a:srgbClr val="FF9933"/>
    <a:srgbClr val="E34234"/>
    <a:srgbClr val="2929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94" autoAdjust="0"/>
    <p:restoredTop sz="61772" autoAdjust="0"/>
  </p:normalViewPr>
  <p:slideViewPr>
    <p:cSldViewPr>
      <p:cViewPr varScale="1">
        <p:scale>
          <a:sx n="69" d="100"/>
          <a:sy n="69" d="100"/>
        </p:scale>
        <p:origin x="1242" y="6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940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4670BC-B8C6-44A7-84E1-23632D8FD86F}" type="datetimeFigureOut">
              <a:rPr kumimoji="1" lang="ja-JP" altLang="en-US" smtClean="0"/>
              <a:t>2026/6/6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10FDB7-3E02-4363-90B3-590B3C26A88D}" type="slidenum">
              <a:rPr kumimoji="1" lang="ja-JP" altLang="en-US" smtClean="0"/>
              <a:t>‹#›</a:t>
            </a:fld>
            <a:endParaRPr kumimoji="1" lang="ja-JP" altLang="en-US"/>
          </a:p>
        </p:txBody>
      </p:sp>
    </p:spTree>
    <p:extLst>
      <p:ext uri="{BB962C8B-B14F-4D97-AF65-F5344CB8AC3E}">
        <p14:creationId xmlns:p14="http://schemas.microsoft.com/office/powerpoint/2010/main" val="306735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t>export-image: extracted/figures/chapter_cover_insertion_guide_slide1_fig.png</a:t>
            </a:r>
          </a:p>
          <a:p>
            <a:endParaRPr/>
          </a:p>
          <a:p>
            <a:r>
              <a:t>===BLOCK===</a:t>
            </a:r>
          </a:p>
          <a:p>
            <a:r>
              <a:t>{{BLOCK:IMAGE}}</a:t>
            </a:r>
          </a:p>
          <a:p>
            <a:endParaRPr/>
          </a:p>
          <a:p>
            <a:r>
              <a:t>export-image-mode: slide_with_rectpct</a:t>
            </a:r>
          </a:p>
          <a:p>
            <a:r>
              <a:t>export-image-target: keyvisual</a:t>
            </a:r>
          </a:p>
          <a:p>
            <a:r>
              <a:t>export-image: extracted/figures/chapter_cover_insertion_guide_keyvisual.png</a:t>
            </a:r>
          </a:p>
          <a:p>
            <a:endParaRPr/>
          </a:p>
          <a:p>
            <a:r>
              <a:t>===BLOCK===</a:t>
            </a:r>
          </a:p>
          <a:p>
            <a:r>
              <a:t>{{BLOCK:MD:LONG}}</a:t>
            </a:r>
          </a:p>
          <a:p>
            <a:endParaRPr/>
          </a:p>
          <a:p>
            <a:r>
              <a:t>export-note: extracted/chapter_cover_insertion_guide_slide1_md.md</a:t>
            </a:r>
          </a:p>
          <a:p>
            <a:r>
              <a:t>{{#id:section:chapter_cover_insertion_guide:slide1}}</a:t>
            </a:r>
          </a:p>
          <a:p>
            <a:r>
              <a:t>## Chapter Cover 挿入運用</a:t>
            </a:r>
          </a:p>
          <a:p>
            <a:endParaRPr/>
          </a:p>
          <a:p>
            <a:r>
              <a:t>章・節、つまり Chapter/Section 構造の書籍にはしばしば 「章とびら（Chapter Cover）」 をつけます。これは章全体の説明や、各節の概要、章単位での目次などを含むスライドであり、いわば  **「前置き」** です。</a:t>
            </a:r>
          </a:p>
          <a:p>
            <a:endParaRPr/>
          </a:p>
          <a:p>
            <a:r>
              <a:t>それに対して、本題は **「節」** の部分に記述します。通常、この部分を文書部品マスターとして個別の pptx ファイルとして管理します。つまり、個別の文書部品マスターpptxには「本題」 部分しか入っていないことがあります。</a:t>
            </a:r>
          </a:p>
          <a:p>
            <a:endParaRPr/>
          </a:p>
          <a:p>
            <a:r>
              <a:t>そこで、Chapter Cover が必要なら別途挿入します。</a:t>
            </a:r>
          </a:p>
          <a:p>
            <a:endParaRPr/>
          </a:p>
          <a:p>
            <a:r>
              <a:t>```{=latex}</a:t>
            </a:r>
          </a:p>
          <a:p>
            <a:r>
              <a:t>\par\vspace{1\baselineskip}</a:t>
            </a:r>
          </a:p>
          <a:p>
            <a:r>
              <a:t>\begin{center}</a:t>
            </a:r>
          </a:p>
          <a:p>
            <a:r>
              <a:t>```</a:t>
            </a:r>
          </a:p>
          <a:p>
            <a:endParaRPr/>
          </a:p>
          <a:p>
            <a:r>
              <a:t>![](figures/chapter_cover_insertion_guide_slide1_fig.png){ width=95% }</a:t>
            </a:r>
          </a:p>
          <a:p>
            <a:endParaRPr/>
          </a:p>
          <a:p>
            <a:r>
              <a:t>![](figures/chapter_cover_insertion_guide_keyvisual.png){ width=80% }</a:t>
            </a:r>
          </a:p>
          <a:p>
            <a:endParaRPr/>
          </a:p>
          <a:p>
            <a:endParaRPr/>
          </a:p>
          <a:p>
            <a:r>
              <a:t>```{=latex}</a:t>
            </a:r>
          </a:p>
          <a:p>
            <a:r>
              <a:t>\end{center}</a:t>
            </a:r>
          </a:p>
          <a:p>
            <a:r>
              <a:t>\par\vspace{1\baselineskip}</a:t>
            </a:r>
          </a:p>
          <a:p>
            <a:r>
              <a:t>```</a:t>
            </a:r>
          </a:p>
          <a:p>
            <a:endParaRPr/>
          </a:p>
          <a:p>
            <a:r>
              <a:t>機能としては単なる operation:insertpptx と varsであり、Chapter Cover 用ファイルを用意して中身を変数置換することで実現します。</a:t>
            </a:r>
          </a:p>
        </p:txBody>
      </p:sp>
      <p:sp>
        <p:nvSpPr>
          <p:cNvPr id="4" name="スライド番号プレースホルダー 3"/>
          <p:cNvSpPr>
            <a:spLocks noGrp="1"/>
          </p:cNvSpPr>
          <p:nvPr>
            <p:ph type="sldNum" sz="quarter" idx="5"/>
          </p:nvPr>
        </p:nvSpPr>
        <p:spPr/>
        <p:txBody>
          <a:bodyPr/>
          <a:lstStyle/>
          <a:p>
            <a:fld id="{BA10FDB7-3E02-4363-90B3-590B3C26A88D}" type="slidenum">
              <a:rPr kumimoji="1" lang="ja-JP" altLang="en-US" smtClean="0"/>
              <a:t>0</a:t>
            </a:fld>
            <a:endParaRPr kumimoji="1" lang="ja-JP" altLang="en-US"/>
          </a:p>
        </p:txBody>
      </p:sp>
    </p:spTree>
    <p:extLst>
      <p:ext uri="{BB962C8B-B14F-4D97-AF65-F5344CB8AC3E}">
        <p14:creationId xmlns:p14="http://schemas.microsoft.com/office/powerpoint/2010/main" val="3465606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t>export-image: extracted/figures/chapter_cover_insertion_guide_slide2_fig.png</a:t>
            </a:r>
          </a:p>
          <a:p>
            <a:endParaRPr/>
          </a:p>
          <a:p>
            <a:r>
              <a:t>===BLOCK===</a:t>
            </a:r>
          </a:p>
          <a:p>
            <a:r>
              <a:t>{{BLOCK:MD:LONG}}</a:t>
            </a:r>
          </a:p>
          <a:p>
            <a:endParaRPr/>
          </a:p>
          <a:p>
            <a:r>
              <a:t>export-note: extracted/chapter_cover_insertion_guide_slide2_md.md</a:t>
            </a:r>
          </a:p>
          <a:p>
            <a:r>
              <a:t>{{#id:section:chapter_cover_insertion_guide:slide2}}</a:t>
            </a:r>
          </a:p>
          <a:p>
            <a:r>
              <a:t>## operation: chapter が使いにくい問題</a:t>
            </a:r>
          </a:p>
          <a:p>
            <a:endParaRPr/>
          </a:p>
          <a:p>
            <a:r>
              <a:t>Chapter Cover 挿入運用の詳しい説明をします。</a:t>
            </a:r>
          </a:p>
          <a:p>
            <a:endParaRPr/>
          </a:p>
          <a:p>
            <a:r>
              <a:t>たとえばいずれも細かい情報の入った２つのpptxを結合したい、その際、話題が違うので Chapter 番号を変えたいとします。 operation: chapter を加えることで、Chapter 番号を変えること自体は可能ですが、この方式にはちょっとした欠点があります。</a:t>
            </a:r>
          </a:p>
          <a:p>
            <a:endParaRPr/>
          </a:p>
          <a:p>
            <a:r>
              <a:t>```{=latex}</a:t>
            </a:r>
          </a:p>
          <a:p>
            <a:r>
              <a:t>\par\vspace{1\baselineskip}</a:t>
            </a:r>
          </a:p>
          <a:p>
            <a:r>
              <a:t>\begin{center}</a:t>
            </a:r>
          </a:p>
          <a:p>
            <a:r>
              <a:t>```</a:t>
            </a:r>
          </a:p>
          <a:p>
            <a:endParaRPr/>
          </a:p>
          <a:p>
            <a:r>
              <a:t>![](figures/chapter_cover_insertion_guide_slide2_fig.png){ width=95% }</a:t>
            </a:r>
          </a:p>
          <a:p>
            <a:endParaRPr/>
          </a:p>
          <a:p>
            <a:r>
              <a:t>```{=latex}</a:t>
            </a:r>
          </a:p>
          <a:p>
            <a:r>
              <a:t>\end{center}</a:t>
            </a:r>
          </a:p>
          <a:p>
            <a:r>
              <a:t>\par\vspace{1\baselineskip}</a:t>
            </a:r>
          </a:p>
          <a:p>
            <a:r>
              <a:t>```</a:t>
            </a: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1</a:t>
            </a:fld>
            <a:endParaRPr kumimoji="1" lang="ja-JP" altLang="en-US"/>
          </a:p>
        </p:txBody>
      </p:sp>
    </p:spTree>
    <p:extLst>
      <p:ext uri="{BB962C8B-B14F-4D97-AF65-F5344CB8AC3E}">
        <p14:creationId xmlns:p14="http://schemas.microsoft.com/office/powerpoint/2010/main" val="38326305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929DC-4310-182A-AE1E-7FA3CF71DD9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B6C0BB6-CD14-E1A3-7034-03093CDC2FD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7B240BE-5BBA-CE83-6CCD-42FCD3122964}"/>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t>export-image: extracted/figures/chapter_cover_insertion_guide_slide3_fig.png</a:t>
            </a:r>
          </a:p>
          <a:p>
            <a:endParaRPr/>
          </a:p>
          <a:p>
            <a:r>
              <a:t>===BLOCK===</a:t>
            </a:r>
          </a:p>
          <a:p>
            <a:r>
              <a:t>{{BLOCK:MD:LONG}}</a:t>
            </a:r>
          </a:p>
          <a:p>
            <a:endParaRPr/>
          </a:p>
          <a:p>
            <a:r>
              <a:t>export-note: extracted/chapter_cover_insertion_guide_slide3_md.md</a:t>
            </a:r>
          </a:p>
          <a:p>
            <a:r>
              <a:t>{{#id:section:chapter_cover_insertion_guide:slide3}}</a:t>
            </a:r>
          </a:p>
          <a:p>
            <a:r>
              <a:t>## Chapter Cover で話題の転換を明示したい</a:t>
            </a:r>
          </a:p>
          <a:p>
            <a:endParaRPr/>
          </a:p>
          <a:p>
            <a:r>
              <a:t>章・節番号がついてはいても、全体として細かい情報が続いているので、読者には　「急に話題が変わった」　印象を与えやすいのです。</a:t>
            </a:r>
          </a:p>
          <a:p>
            <a:endParaRPr/>
          </a:p>
          <a:p>
            <a:r>
              <a:t>```{=latex}</a:t>
            </a:r>
          </a:p>
          <a:p>
            <a:r>
              <a:t>\par\vspace{1\baselineskip}</a:t>
            </a:r>
          </a:p>
          <a:p>
            <a:r>
              <a:t>\begin{center}</a:t>
            </a:r>
          </a:p>
          <a:p>
            <a:r>
              <a:t>```</a:t>
            </a:r>
          </a:p>
          <a:p>
            <a:endParaRPr/>
          </a:p>
          <a:p>
            <a:r>
              <a:t>![](figures/chapter_cover_insertion_guide_slide3_fig.png){ width=95% }</a:t>
            </a:r>
          </a:p>
          <a:p>
            <a:endParaRPr/>
          </a:p>
          <a:p>
            <a:r>
              <a:t>```{=latex}</a:t>
            </a:r>
          </a:p>
          <a:p>
            <a:r>
              <a:t>\end{center}</a:t>
            </a:r>
          </a:p>
          <a:p>
            <a:r>
              <a:t>\par\vspace{1\baselineskip}</a:t>
            </a:r>
          </a:p>
          <a:p>
            <a:r>
              <a:t>```</a:t>
            </a:r>
          </a:p>
          <a:p>
            <a:endParaRPr/>
          </a:p>
          <a:p>
            <a:r>
              <a:t>はっきりとデザインの違う Chapter Cover スライドを挿入しておけば、この問題を解決できます。</a:t>
            </a:r>
          </a:p>
        </p:txBody>
      </p:sp>
      <p:sp>
        <p:nvSpPr>
          <p:cNvPr id="4" name="スライド番号プレースホルダー 3">
            <a:extLst>
              <a:ext uri="{FF2B5EF4-FFF2-40B4-BE49-F238E27FC236}">
                <a16:creationId xmlns:a16="http://schemas.microsoft.com/office/drawing/2014/main" id="{924106A5-A885-2D59-5BC4-B3648EC8AF0E}"/>
              </a:ext>
            </a:extLst>
          </p:cNvPr>
          <p:cNvSpPr>
            <a:spLocks noGrp="1"/>
          </p:cNvSpPr>
          <p:nvPr>
            <p:ph type="sldNum" sz="quarter" idx="5"/>
          </p:nvPr>
        </p:nvSpPr>
        <p:spPr/>
        <p:txBody>
          <a:bodyPr/>
          <a:lstStyle/>
          <a:p>
            <a:fld id="{BA10FDB7-3E02-4363-90B3-590B3C26A88D}" type="slidenum">
              <a:rPr kumimoji="1" lang="ja-JP" altLang="en-US" smtClean="0"/>
              <a:t>2</a:t>
            </a:fld>
            <a:endParaRPr kumimoji="1" lang="ja-JP" altLang="en-US"/>
          </a:p>
        </p:txBody>
      </p:sp>
    </p:spTree>
    <p:extLst>
      <p:ext uri="{BB962C8B-B14F-4D97-AF65-F5344CB8AC3E}">
        <p14:creationId xmlns:p14="http://schemas.microsoft.com/office/powerpoint/2010/main" val="9453122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t>export-image: extracted/figures/chapter_cover_insertion_guide_slide4_fig.png</a:t>
            </a:r>
          </a:p>
          <a:p>
            <a:endParaRPr/>
          </a:p>
          <a:p>
            <a:r>
              <a:t>===BLOCK===</a:t>
            </a:r>
          </a:p>
          <a:p>
            <a:r>
              <a:t>{{BLOCK:MD:LONG}}</a:t>
            </a:r>
          </a:p>
          <a:p>
            <a:endParaRPr/>
          </a:p>
          <a:p>
            <a:r>
              <a:t>export-note: extracted/chapter_cover_insertion_guide_slide4_md.md</a:t>
            </a:r>
          </a:p>
          <a:p>
            <a:r>
              <a:t>{{#id:section:chapter_cover_insertion_guide:slide4}}</a:t>
            </a:r>
          </a:p>
          <a:p>
            <a:r>
              <a:t>## Chapter Cover の挿入方法</a:t>
            </a:r>
          </a:p>
          <a:p>
            <a:endParaRPr/>
          </a:p>
          <a:p>
            <a:r>
              <a:t>そこで、Chapter Cover 用の1枚だけのスライドを作ってoperation: chapter の代わりに operation: insertpptx で挿入します。</a:t>
            </a:r>
          </a:p>
          <a:p>
            <a:endParaRPr/>
          </a:p>
          <a:p>
            <a:r>
              <a:t>ただし、同じファイルだとChapterが分からないので、テンプレートの中身を変数で書き換えられるようにします。</a:t>
            </a:r>
          </a:p>
          <a:p>
            <a:endParaRPr/>
          </a:p>
          <a:p>
            <a:r>
              <a:t>```{=latex}</a:t>
            </a:r>
          </a:p>
          <a:p>
            <a:r>
              <a:t>\par\vspace{1\baselineskip}</a:t>
            </a:r>
          </a:p>
          <a:p>
            <a:r>
              <a:t>\begin{center}</a:t>
            </a:r>
          </a:p>
          <a:p>
            <a:r>
              <a:t>```</a:t>
            </a:r>
          </a:p>
          <a:p>
            <a:endParaRPr/>
          </a:p>
          <a:p>
            <a:r>
              <a:t>![](figures/chapter_cover_insertion_guide_slide4_fig.png){ width=95% }</a:t>
            </a:r>
          </a:p>
          <a:p>
            <a:endParaRPr/>
          </a:p>
          <a:p>
            <a:r>
              <a:t>```{=latex}</a:t>
            </a:r>
          </a:p>
          <a:p>
            <a:r>
              <a:t>\end{center}</a:t>
            </a:r>
          </a:p>
          <a:p>
            <a:r>
              <a:t>\par\vspace{1\baselineskip}</a:t>
            </a:r>
          </a:p>
          <a:p>
            <a:r>
              <a:t>```</a:t>
            </a: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3</a:t>
            </a:fld>
            <a:endParaRPr kumimoji="1" lang="ja-JP" altLang="en-US"/>
          </a:p>
        </p:txBody>
      </p:sp>
    </p:spTree>
    <p:extLst>
      <p:ext uri="{BB962C8B-B14F-4D97-AF65-F5344CB8AC3E}">
        <p14:creationId xmlns:p14="http://schemas.microsoft.com/office/powerpoint/2010/main" val="1373935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t>export-image: extracted/figures/chapter_cover_insertion_guide_slide5_fig.png</a:t>
            </a:r>
          </a:p>
          <a:p>
            <a:endParaRPr/>
          </a:p>
          <a:p>
            <a:r>
              <a:t>===BLOCK===</a:t>
            </a:r>
          </a:p>
          <a:p>
            <a:r>
              <a:t>{{BLOCK:MD:LONG}}</a:t>
            </a:r>
          </a:p>
          <a:p>
            <a:endParaRPr/>
          </a:p>
          <a:p>
            <a:r>
              <a:t>export-note: extracted/chapter_cover_insertion_guide_slide5_md.md</a:t>
            </a:r>
          </a:p>
          <a:p>
            <a:r>
              <a:t>{{#id:section:chapter_cover_insertion_guide:slide5}}</a:t>
            </a:r>
          </a:p>
          <a:p>
            <a:r>
              <a:t>## Chapter Cover テンプレートファイルの作り方</a:t>
            </a:r>
          </a:p>
          <a:p>
            <a:endParaRPr/>
          </a:p>
          <a:p>
            <a:r>
              <a:t>Chapter Cover テンプレートファイルの作り方です。</a:t>
            </a:r>
          </a:p>
          <a:p>
            <a:endParaRPr/>
          </a:p>
          <a:p>
            <a:r>
              <a:t>#CHAPT# マーカーを入れておくこと、TITLE プレースホルダーに置換用の変数を入れておくことがポイントです。</a:t>
            </a:r>
          </a:p>
          <a:p>
            <a:endParaRPr/>
          </a:p>
          <a:p>
            <a:r>
              <a:t>```{=latex}</a:t>
            </a:r>
          </a:p>
          <a:p>
            <a:r>
              <a:t>\par\vspace{1\baselineskip}</a:t>
            </a:r>
          </a:p>
          <a:p>
            <a:r>
              <a:t>\begin{center}</a:t>
            </a:r>
          </a:p>
          <a:p>
            <a:r>
              <a:t>```</a:t>
            </a:r>
          </a:p>
          <a:p>
            <a:endParaRPr/>
          </a:p>
          <a:p>
            <a:r>
              <a:t>![](figures/chapter_cover_insertion_guide_slide5_fig.png){ width=95% }</a:t>
            </a:r>
          </a:p>
          <a:p>
            <a:endParaRPr/>
          </a:p>
          <a:p>
            <a:r>
              <a:t>```{=latex}</a:t>
            </a:r>
          </a:p>
          <a:p>
            <a:r>
              <a:t>\end{center}</a:t>
            </a:r>
          </a:p>
          <a:p>
            <a:r>
              <a:t>\par\vspace{1\baselineskip}</a:t>
            </a:r>
          </a:p>
          <a:p>
            <a:r>
              <a:t>```</a:t>
            </a:r>
          </a:p>
          <a:p>
            <a:endParaRPr/>
          </a:p>
          <a:p>
            <a:r>
              <a:t>概要説明文やChapter目次やも入れたければ、それも変数にしておけば置き換えられます。</a:t>
            </a: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4</a:t>
            </a:fld>
            <a:endParaRPr kumimoji="1" lang="ja-JP" altLang="en-US"/>
          </a:p>
        </p:txBody>
      </p:sp>
    </p:spTree>
    <p:extLst>
      <p:ext uri="{BB962C8B-B14F-4D97-AF65-F5344CB8AC3E}">
        <p14:creationId xmlns:p14="http://schemas.microsoft.com/office/powerpoint/2010/main" val="37311938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t>export-image: extracted/figures/chapter_cover_insertion_guide_slide6_fig.png</a:t>
            </a:r>
          </a:p>
          <a:p>
            <a:endParaRPr/>
          </a:p>
          <a:p>
            <a:r>
              <a:t>===BLOCK===</a:t>
            </a:r>
          </a:p>
          <a:p>
            <a:r>
              <a:t>{{BLOCK:MD:LONG}}</a:t>
            </a:r>
          </a:p>
          <a:p>
            <a:endParaRPr/>
          </a:p>
          <a:p>
            <a:r>
              <a:t>export-note: extracted/chapter_cover_insertion_guide_slide6_md.md</a:t>
            </a:r>
          </a:p>
          <a:p>
            <a:r>
              <a:t>{{#id:section:chapter_cover_insertion_guide:slide6}}</a:t>
            </a:r>
          </a:p>
          <a:p>
            <a:r>
              <a:t>## 共通資材は共通資材のフォルダに</a:t>
            </a:r>
          </a:p>
          <a:p>
            <a:endParaRPr/>
          </a:p>
          <a:p>
            <a:r>
              <a:t>Chapter Cover のように複数の文書で共通に使いそうなファイルは共通資材用フォルダに置いて参照するのがおすすめです。</a:t>
            </a:r>
          </a:p>
          <a:p>
            <a:endParaRPr/>
          </a:p>
          <a:p>
            <a:r>
              <a:t>結合指示書上では相対パスまたは絶対パスで参照できます。</a:t>
            </a:r>
          </a:p>
          <a:p>
            <a:endParaRPr/>
          </a:p>
          <a:p>
            <a:r>
              <a:t>```{=latex}</a:t>
            </a:r>
          </a:p>
          <a:p>
            <a:r>
              <a:t>\par\vspace{1\baselineskip}</a:t>
            </a:r>
          </a:p>
          <a:p>
            <a:r>
              <a:t>\begin{center}</a:t>
            </a:r>
          </a:p>
          <a:p>
            <a:r>
              <a:t>```</a:t>
            </a:r>
          </a:p>
          <a:p>
            <a:endParaRPr/>
          </a:p>
          <a:p>
            <a:r>
              <a:t>![](figures/chapter_cover_insertion_guide_slide6_fig.png){ width=95% }</a:t>
            </a:r>
          </a:p>
          <a:p>
            <a:endParaRPr/>
          </a:p>
          <a:p>
            <a:r>
              <a:t>```{=latex}</a:t>
            </a:r>
          </a:p>
          <a:p>
            <a:r>
              <a:t>\end{center}</a:t>
            </a:r>
          </a:p>
          <a:p>
            <a:r>
              <a:t>\par\vspace{1\baselineskip}</a:t>
            </a:r>
          </a:p>
          <a:p>
            <a:r>
              <a:t>```</a:t>
            </a: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5</a:t>
            </a:fld>
            <a:endParaRPr kumimoji="1" lang="ja-JP" altLang="en-US"/>
          </a:p>
        </p:txBody>
      </p:sp>
    </p:spTree>
    <p:extLst>
      <p:ext uri="{BB962C8B-B14F-4D97-AF65-F5344CB8AC3E}">
        <p14:creationId xmlns:p14="http://schemas.microsoft.com/office/powerpoint/2010/main" val="24564029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a:p>
        </p:txBody>
      </p:sp>
      <p:sp>
        <p:nvSpPr>
          <p:cNvPr id="4" name="スライド番号プレースホルダー 3"/>
          <p:cNvSpPr>
            <a:spLocks noGrp="1"/>
          </p:cNvSpPr>
          <p:nvPr>
            <p:ph type="sldNum" sz="quarter" idx="5"/>
          </p:nvPr>
        </p:nvSpPr>
        <p:spPr/>
        <p:txBody>
          <a:bodyPr/>
          <a:lstStyle/>
          <a:p>
            <a:fld id="{BA10FDB7-3E02-4363-90B3-590B3C26A88D}" type="slidenum">
              <a:rPr kumimoji="1" lang="ja-JP" altLang="en-US" smtClean="0"/>
              <a:t>6</a:t>
            </a:fld>
            <a:endParaRPr kumimoji="1" lang="ja-JP" altLang="en-US"/>
          </a:p>
        </p:txBody>
      </p:sp>
    </p:spTree>
    <p:extLst>
      <p:ext uri="{BB962C8B-B14F-4D97-AF65-F5344CB8AC3E}">
        <p14:creationId xmlns:p14="http://schemas.microsoft.com/office/powerpoint/2010/main" val="30041693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CF492-A7FA-7DD0-8C6F-1382C8EEF16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FE80283-1762-A660-19A6-1B3CF2BA5F1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A63CC46-9EE6-4473-6E14-AE45359699BC}"/>
              </a:ext>
            </a:extLst>
          </p:cNvPr>
          <p:cNvSpPr>
            <a:spLocks noGrp="1"/>
          </p:cNvSpPr>
          <p:nvPr>
            <p:ph type="body" idx="1"/>
          </p:nvPr>
        </p:nvSpPr>
        <p:spPr/>
        <p:txBody>
          <a:bodyPr/>
          <a:lstStyle/>
          <a:p>
            <a:endParaRPr lang="en-US" altLang="ja-JP" sz="1400"/>
          </a:p>
        </p:txBody>
      </p:sp>
      <p:sp>
        <p:nvSpPr>
          <p:cNvPr id="4" name="スライド番号プレースホルダー 3">
            <a:extLst>
              <a:ext uri="{FF2B5EF4-FFF2-40B4-BE49-F238E27FC236}">
                <a16:creationId xmlns:a16="http://schemas.microsoft.com/office/drawing/2014/main" id="{B9FF848E-C2DE-61D4-3ECA-701CADF4DC05}"/>
              </a:ext>
            </a:extLst>
          </p:cNvPr>
          <p:cNvSpPr>
            <a:spLocks noGrp="1"/>
          </p:cNvSpPr>
          <p:nvPr>
            <p:ph type="sldNum" sz="quarter" idx="5"/>
          </p:nvPr>
        </p:nvSpPr>
        <p:spPr/>
        <p:txBody>
          <a:bodyPr/>
          <a:lstStyle/>
          <a:p>
            <a:fld id="{BA10FDB7-3E02-4363-90B3-590B3C26A88D}" type="slidenum">
              <a:rPr kumimoji="1" lang="ja-JP" altLang="en-US" smtClean="0"/>
              <a:t>7</a:t>
            </a:fld>
            <a:endParaRPr kumimoji="1" lang="ja-JP" altLang="en-US"/>
          </a:p>
        </p:txBody>
      </p:sp>
    </p:spTree>
    <p:extLst>
      <p:ext uri="{BB962C8B-B14F-4D97-AF65-F5344CB8AC3E}">
        <p14:creationId xmlns:p14="http://schemas.microsoft.com/office/powerpoint/2010/main" val="1547364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endParaRPr lang="en-US" altLang="ja-JP" sz="1400"/>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8</a:t>
            </a:fld>
            <a:endParaRPr kumimoji="1" lang="ja-JP" altLang="en-US"/>
          </a:p>
        </p:txBody>
      </p:sp>
    </p:spTree>
    <p:extLst>
      <p:ext uri="{BB962C8B-B14F-4D97-AF65-F5344CB8AC3E}">
        <p14:creationId xmlns:p14="http://schemas.microsoft.com/office/powerpoint/2010/main" val="25907491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a:p>
        </p:txBody>
      </p:sp>
      <p:sp>
        <p:nvSpPr>
          <p:cNvPr id="4" name="スライド番号プレースホルダー 3"/>
          <p:cNvSpPr>
            <a:spLocks noGrp="1"/>
          </p:cNvSpPr>
          <p:nvPr>
            <p:ph type="sldNum" sz="quarter" idx="5"/>
          </p:nvPr>
        </p:nvSpPr>
        <p:spPr/>
        <p:txBody>
          <a:bodyPr/>
          <a:lstStyle/>
          <a:p>
            <a:fld id="{BA10FDB7-3E02-4363-90B3-590B3C26A88D}" type="slidenum">
              <a:rPr kumimoji="1" lang="ja-JP" altLang="en-US" smtClean="0"/>
              <a:t>9</a:t>
            </a:fld>
            <a:endParaRPr kumimoji="1" lang="ja-JP" altLang="en-US"/>
          </a:p>
        </p:txBody>
      </p:sp>
    </p:spTree>
    <p:extLst>
      <p:ext uri="{BB962C8B-B14F-4D97-AF65-F5344CB8AC3E}">
        <p14:creationId xmlns:p14="http://schemas.microsoft.com/office/powerpoint/2010/main" val="14044187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CF492-A7FA-7DD0-8C6F-1382C8EEF16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FE80283-1762-A660-19A6-1B3CF2BA5F1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A63CC46-9EE6-4473-6E14-AE45359699BC}"/>
              </a:ext>
            </a:extLst>
          </p:cNvPr>
          <p:cNvSpPr>
            <a:spLocks noGrp="1"/>
          </p:cNvSpPr>
          <p:nvPr>
            <p:ph type="body" idx="1"/>
          </p:nvPr>
        </p:nvSpPr>
        <p:spPr/>
        <p:txBody>
          <a:bodyPr/>
          <a:lstStyle/>
          <a:p>
            <a:endParaRPr lang="en-US" altLang="ja-JP" sz="1400"/>
          </a:p>
        </p:txBody>
      </p:sp>
      <p:sp>
        <p:nvSpPr>
          <p:cNvPr id="4" name="スライド番号プレースホルダー 3">
            <a:extLst>
              <a:ext uri="{FF2B5EF4-FFF2-40B4-BE49-F238E27FC236}">
                <a16:creationId xmlns:a16="http://schemas.microsoft.com/office/drawing/2014/main" id="{B9FF848E-C2DE-61D4-3ECA-701CADF4DC05}"/>
              </a:ext>
            </a:extLst>
          </p:cNvPr>
          <p:cNvSpPr>
            <a:spLocks noGrp="1"/>
          </p:cNvSpPr>
          <p:nvPr>
            <p:ph type="sldNum" sz="quarter" idx="5"/>
          </p:nvPr>
        </p:nvSpPr>
        <p:spPr/>
        <p:txBody>
          <a:bodyPr/>
          <a:lstStyle/>
          <a:p>
            <a:fld id="{BA10FDB7-3E02-4363-90B3-590B3C26A88D}" type="slidenum">
              <a:rPr kumimoji="1" lang="ja-JP" altLang="en-US" smtClean="0"/>
              <a:t>10</a:t>
            </a:fld>
            <a:endParaRPr kumimoji="1" lang="ja-JP" altLang="en-US"/>
          </a:p>
        </p:txBody>
      </p:sp>
    </p:spTree>
    <p:extLst>
      <p:ext uri="{BB962C8B-B14F-4D97-AF65-F5344CB8AC3E}">
        <p14:creationId xmlns:p14="http://schemas.microsoft.com/office/powerpoint/2010/main" val="40681620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endParaRPr lang="en-US" altLang="ja-JP" sz="1400"/>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11</a:t>
            </a:fld>
            <a:endParaRPr kumimoji="1" lang="ja-JP" altLang="en-US"/>
          </a:p>
        </p:txBody>
      </p:sp>
    </p:spTree>
    <p:extLst>
      <p:ext uri="{BB962C8B-B14F-4D97-AF65-F5344CB8AC3E}">
        <p14:creationId xmlns:p14="http://schemas.microsoft.com/office/powerpoint/2010/main" val="8973302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07436" y="1524000"/>
            <a:ext cx="10164233" cy="1752600"/>
          </a:xfrm>
        </p:spPr>
        <p:txBody>
          <a:bodyPr/>
          <a:lstStyle>
            <a:lvl1pPr>
              <a:defRPr sz="4200">
                <a:solidFill>
                  <a:schemeClr val="tx2"/>
                </a:solidFill>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endParaRPr lang="en-US" altLang="ja-JP" dirty="0"/>
          </a:p>
        </p:txBody>
      </p:sp>
      <p:sp>
        <p:nvSpPr>
          <p:cNvPr id="10243" name="Rectangle 3"/>
          <p:cNvSpPr>
            <a:spLocks noGrp="1" noChangeArrowheads="1"/>
          </p:cNvSpPr>
          <p:nvPr>
            <p:ph type="subTitle" idx="1"/>
          </p:nvPr>
        </p:nvSpPr>
        <p:spPr>
          <a:xfrm>
            <a:off x="3407834" y="3962400"/>
            <a:ext cx="7971367" cy="1752600"/>
          </a:xfrm>
          <a:prstGeom prst="rect">
            <a:avLst/>
          </a:prstGeom>
        </p:spPr>
        <p:txBody>
          <a:bodyPr/>
          <a:lstStyle>
            <a:lvl1pPr marL="0" indent="0">
              <a:buFont typeface="Wingdings" pitchFamily="2" charset="2"/>
              <a:buNone/>
              <a:defRPr sz="2800">
                <a:latin typeface="BIZ UDPゴシック" panose="020B0400000000000000" pitchFamily="50" charset="-128"/>
                <a:ea typeface="BIZ UDPゴシック" panose="020B0400000000000000" pitchFamily="50" charset="-128"/>
              </a:defRPr>
            </a:lvl1pPr>
          </a:lstStyle>
          <a:p>
            <a:r>
              <a:rPr lang="ja-JP" altLang="en-US" dirty="0"/>
              <a:t>マスター サブタイトルの書式設定</a:t>
            </a:r>
            <a:endParaRPr lang="en-US" altLang="ja-JP" dirty="0"/>
          </a:p>
        </p:txBody>
      </p:sp>
      <p:sp>
        <p:nvSpPr>
          <p:cNvPr id="4" name="四角形: 角を丸くする 3">
            <a:extLst>
              <a:ext uri="{FF2B5EF4-FFF2-40B4-BE49-F238E27FC236}">
                <a16:creationId xmlns:a16="http://schemas.microsoft.com/office/drawing/2014/main" id="{8254D289-857E-022B-E722-6C7257F338BE}"/>
              </a:ext>
            </a:extLst>
          </p:cNvPr>
          <p:cNvSpPr/>
          <p:nvPr userDrawn="1"/>
        </p:nvSpPr>
        <p:spPr bwMode="auto">
          <a:xfrm>
            <a:off x="3312000" y="3666171"/>
            <a:ext cx="8328616" cy="91135"/>
          </a:xfrm>
          <a:prstGeom prst="roundRect">
            <a:avLst>
              <a:gd name="adj" fmla="val 49227"/>
            </a:avLst>
          </a:prstGeom>
          <a:solidFill>
            <a:srgbClr val="339966"/>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20352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5" name="Rectangle 5"/>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2" name="タイトル 1"/>
          <p:cNvSpPr>
            <a:spLocks noGrp="1"/>
          </p:cNvSpPr>
          <p:nvPr>
            <p:ph type="title"/>
          </p:nvPr>
        </p:nvSpPr>
        <p:spPr>
          <a:xfrm>
            <a:off x="898656" y="260648"/>
            <a:ext cx="10957984" cy="648072"/>
          </a:xfrm>
        </p:spPr>
        <p:txBody>
          <a:bodyPr/>
          <a:lstStyle>
            <a:lvl1pPr>
              <a:defRPr sz="28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sp>
        <p:nvSpPr>
          <p:cNvPr id="3" name="コンテンツ プレースホルダ 2"/>
          <p:cNvSpPr>
            <a:spLocks noGrp="1"/>
          </p:cNvSpPr>
          <p:nvPr>
            <p:ph idx="1"/>
          </p:nvPr>
        </p:nvSpPr>
        <p:spPr>
          <a:xfrm>
            <a:off x="609600" y="980728"/>
            <a:ext cx="10972800" cy="5256584"/>
          </a:xfrm>
          <a:prstGeom prst="rect">
            <a:avLst/>
          </a:prstGeom>
        </p:spPr>
        <p:txBody>
          <a:bodyPr/>
          <a:lstStyle>
            <a:lvl1pPr marL="342900" indent="-342900">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1pPr>
            <a:lvl2pPr marL="669925" indent="-3254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2pPr>
            <a:lvl3pPr marL="1022350" indent="-3508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3pPr>
            <a:lvl4pPr marL="1339850" indent="-315913">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4pPr>
            <a:lvl5pPr marL="1681163" indent="-339725">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7" name="直線コネクタ 6">
            <a:extLst>
              <a:ext uri="{FF2B5EF4-FFF2-40B4-BE49-F238E27FC236}">
                <a16:creationId xmlns:a16="http://schemas.microsoft.com/office/drawing/2014/main" id="{F7DC264F-9A8B-8BC9-4FFA-4238A27ED534}"/>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6BB55BAD-460C-3254-9DE7-B95DC62378A8}"/>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3575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VTWB">
    <p:spTree>
      <p:nvGrpSpPr>
        <p:cNvPr id="1" name=""/>
        <p:cNvGrpSpPr/>
        <p:nvPr/>
      </p:nvGrpSpPr>
      <p:grpSpPr>
        <a:xfrm>
          <a:off x="0" y="0"/>
          <a:ext cx="0" cy="0"/>
          <a:chOff x="0" y="0"/>
          <a:chExt cx="0" cy="0"/>
        </a:xfrm>
      </p:grpSpPr>
      <p:cxnSp>
        <p:nvCxnSpPr>
          <p:cNvPr id="7" name="直線コネクタ 6">
            <a:extLst>
              <a:ext uri="{FF2B5EF4-FFF2-40B4-BE49-F238E27FC236}">
                <a16:creationId xmlns:a16="http://schemas.microsoft.com/office/drawing/2014/main" id="{F7DC264F-9A8B-8BC9-4FFA-4238A27ED534}"/>
              </a:ext>
            </a:extLst>
          </p:cNvPr>
          <p:cNvCxnSpPr>
            <a:cxnSpLocks/>
          </p:cNvCxnSpPr>
          <p:nvPr/>
        </p:nvCxnSpPr>
        <p:spPr bwMode="auto">
          <a:xfrm>
            <a:off x="301057" y="833306"/>
            <a:ext cx="11616074"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4" name="タイトル 1">
            <a:extLst>
              <a:ext uri="{FF2B5EF4-FFF2-40B4-BE49-F238E27FC236}">
                <a16:creationId xmlns:a16="http://schemas.microsoft.com/office/drawing/2014/main" id="{5ED325D3-3CCE-5405-EA2A-09E70E70C4ED}"/>
              </a:ext>
            </a:extLst>
          </p:cNvPr>
          <p:cNvSpPr>
            <a:spLocks noGrp="1"/>
          </p:cNvSpPr>
          <p:nvPr>
            <p:ph type="title"/>
          </p:nvPr>
        </p:nvSpPr>
        <p:spPr>
          <a:xfrm>
            <a:off x="898656" y="260648"/>
            <a:ext cx="10957984" cy="501352"/>
          </a:xfrm>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a:t>マスター タイトルの書式設定</a:t>
            </a:r>
            <a:endParaRPr lang="ja-JP" altLang="en-US" dirty="0"/>
          </a:p>
        </p:txBody>
      </p:sp>
      <p:sp>
        <p:nvSpPr>
          <p:cNvPr id="3" name="Rectangle 5">
            <a:extLst>
              <a:ext uri="{FF2B5EF4-FFF2-40B4-BE49-F238E27FC236}">
                <a16:creationId xmlns:a16="http://schemas.microsoft.com/office/drawing/2014/main" id="{62F59FD7-9291-23C8-03A9-329B4C15CFF6}"/>
              </a:ext>
            </a:extLst>
          </p:cNvPr>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2191782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cxnSp>
        <p:nvCxnSpPr>
          <p:cNvPr id="5" name="直線コネクタ 4">
            <a:extLst>
              <a:ext uri="{FF2B5EF4-FFF2-40B4-BE49-F238E27FC236}">
                <a16:creationId xmlns:a16="http://schemas.microsoft.com/office/drawing/2014/main" id="{0DDA252F-B76B-2A98-8A15-68FEF4A206CF}"/>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7" name="Rectangle 5">
            <a:extLst>
              <a:ext uri="{FF2B5EF4-FFF2-40B4-BE49-F238E27FC236}">
                <a16:creationId xmlns:a16="http://schemas.microsoft.com/office/drawing/2014/main" id="{83FEA43B-F379-CB8A-0CC1-34E310D7DF90}"/>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8" name="Rectangle 6">
            <a:extLst>
              <a:ext uri="{FF2B5EF4-FFF2-40B4-BE49-F238E27FC236}">
                <a16:creationId xmlns:a16="http://schemas.microsoft.com/office/drawing/2014/main" id="{27F33519-DE7B-1578-63B1-C7F9384DEEE9}"/>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250980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CCA1F410-EAC2-3B54-16CE-1F8AD3A29273}"/>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6" name="Rectangle 6">
            <a:extLst>
              <a:ext uri="{FF2B5EF4-FFF2-40B4-BE49-F238E27FC236}">
                <a16:creationId xmlns:a16="http://schemas.microsoft.com/office/drawing/2014/main" id="{79E8B39C-04D2-1AF7-9927-F5F6D4CA6FEA}"/>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908343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609600" y="277813"/>
            <a:ext cx="10972800" cy="5853112"/>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vl2pPr>
              <a:defRPr>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defRPr>
                <a:latin typeface="BIZ UDPゴシック" panose="020B0400000000000000" pitchFamily="50" charset="-128"/>
                <a:ea typeface="BIZ UDPゴシック" panose="020B0400000000000000" pitchFamily="50" charset="-128"/>
              </a:defRPr>
            </a:lvl4pPr>
            <a:lvl5pPr>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Rectangle 6">
            <a:extLst>
              <a:ext uri="{FF2B5EF4-FFF2-40B4-BE49-F238E27FC236}">
                <a16:creationId xmlns:a16="http://schemas.microsoft.com/office/drawing/2014/main" id="{101701D8-2655-4364-A1CC-F63E88A9B833}"/>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5" name="Rectangle 5">
            <a:extLst>
              <a:ext uri="{FF2B5EF4-FFF2-40B4-BE49-F238E27FC236}">
                <a16:creationId xmlns:a16="http://schemas.microsoft.com/office/drawing/2014/main" id="{DAFE0410-6CDA-6DC1-4B56-83230C710187}"/>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17954691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98656" y="260648"/>
            <a:ext cx="10957984" cy="50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dirty="0" err="1"/>
              <a:t>マスタ</a:t>
            </a:r>
            <a:r>
              <a:rPr lang="en-US" altLang="ja-JP" dirty="0"/>
              <a:t> </a:t>
            </a:r>
            <a:r>
              <a:rPr lang="en-US" altLang="ja-JP" dirty="0" err="1"/>
              <a:t>タイトルの書式設定</a:t>
            </a:r>
            <a:endParaRPr lang="en-US" altLang="ja-JP" dirty="0"/>
          </a:p>
        </p:txBody>
      </p:sp>
      <p:sp>
        <p:nvSpPr>
          <p:cNvPr id="2" name="Rectangle 6">
            <a:extLst>
              <a:ext uri="{FF2B5EF4-FFF2-40B4-BE49-F238E27FC236}">
                <a16:creationId xmlns:a16="http://schemas.microsoft.com/office/drawing/2014/main" id="{91A1ECCD-F85D-D247-549B-2E41B84C18AE}"/>
              </a:ext>
            </a:extLst>
          </p:cNvPr>
          <p:cNvSpPr>
            <a:spLocks noGrp="1" noChangeArrowheads="1"/>
          </p:cNvSpPr>
          <p:nvPr>
            <p:ph type="sldNum" sz="quarter" idx="4"/>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1155326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8" r:id="rId3"/>
    <p:sldLayoutId id="2147483664" r:id="rId4"/>
    <p:sldLayoutId id="2147483666" r:id="rId5"/>
    <p:sldLayoutId id="2147483667" r:id="rId6"/>
  </p:sldLayoutIdLst>
  <p:hf sldNum="0" hdr="0" dt="0"/>
  <p:txStyles>
    <p:titleStyle>
      <a:lvl1pPr algn="l" rtl="0" eaLnBrk="1" fontAlgn="base" hangingPunct="1">
        <a:spcBef>
          <a:spcPct val="0"/>
        </a:spcBef>
        <a:spcAft>
          <a:spcPct val="0"/>
        </a:spcAft>
        <a:defRPr kumimoji="1" sz="2800" b="1">
          <a:solidFill>
            <a:schemeClr val="tx2"/>
          </a:solidFill>
          <a:latin typeface="BIZ UDPゴシック" panose="020B0400000000000000" pitchFamily="50" charset="-128"/>
          <a:ea typeface="BIZ UDPゴシック" panose="020B0400000000000000" pitchFamily="50" charset="-128"/>
          <a:cs typeface="+mj-cs"/>
        </a:defRPr>
      </a:lvl1pPr>
      <a:lvl2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2pPr>
      <a:lvl3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3pPr>
      <a:lvl4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4pPr>
      <a:lvl5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5pPr>
      <a:lvl6pPr marL="4572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6pPr>
      <a:lvl7pPr marL="9144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7pPr>
      <a:lvl8pPr marL="13716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8pPr>
      <a:lvl9pPr marL="18288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9pPr>
    </p:titleStyle>
    <p:bodyStyle>
      <a:lvl1pPr marL="342900" indent="-342900"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2000" b="1">
          <a:solidFill>
            <a:schemeClr val="tx1"/>
          </a:solidFill>
          <a:latin typeface="FOT-UD丸ゴ_ラージ Pr6 M" panose="02020400000000000000" pitchFamily="18" charset="-128"/>
          <a:ea typeface="FOT-UD丸ゴ_ラージ Pr6 M" panose="02020400000000000000" pitchFamily="18" charset="-128"/>
          <a:cs typeface="+mn-cs"/>
        </a:defRPr>
      </a:lvl1pPr>
      <a:lvl2pPr marL="669925" indent="-325438" algn="l" rtl="0" eaLnBrk="1" fontAlgn="base" hangingPunct="1">
        <a:lnSpc>
          <a:spcPct val="150000"/>
        </a:lnSpc>
        <a:spcBef>
          <a:spcPct val="20000"/>
        </a:spcBef>
        <a:spcAft>
          <a:spcPct val="0"/>
        </a:spcAft>
        <a:buClr>
          <a:schemeClr val="tx1">
            <a:lumMod val="75000"/>
            <a:lumOff val="25000"/>
          </a:schemeClr>
        </a:buClr>
        <a:buSzPct val="60000"/>
        <a:buFont typeface="Wingdings" panose="05000000000000000000" pitchFamily="2" charset="2"/>
        <a:buChar char="n"/>
        <a:defRPr kumimoji="1" sz="1800" b="1">
          <a:solidFill>
            <a:schemeClr val="tx1"/>
          </a:solidFill>
          <a:latin typeface="FOT-UD丸ゴ_ラージ Pr6 M" panose="02020400000000000000" pitchFamily="18" charset="-128"/>
          <a:ea typeface="FOT-UD丸ゴ_ラージ Pr6 M" panose="02020400000000000000" pitchFamily="18" charset="-128"/>
        </a:defRPr>
      </a:lvl2pPr>
      <a:lvl3pPr marL="1022350" indent="-350838"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1600" b="1">
          <a:solidFill>
            <a:schemeClr val="tx1"/>
          </a:solidFill>
          <a:latin typeface="FOT-UD丸ゴ_ラージ Pr6 M" panose="02020400000000000000" pitchFamily="18" charset="-128"/>
          <a:ea typeface="FOT-UD丸ゴ_ラージ Pr6 M" panose="02020400000000000000" pitchFamily="18" charset="-128"/>
        </a:defRPr>
      </a:lvl3pPr>
      <a:lvl4pPr marL="1339850" indent="-315913" algn="l" rtl="0" eaLnBrk="1" fontAlgn="base" hangingPunct="1">
        <a:lnSpc>
          <a:spcPct val="150000"/>
        </a:lnSpc>
        <a:spcBef>
          <a:spcPct val="20000"/>
        </a:spcBef>
        <a:spcAft>
          <a:spcPct val="0"/>
        </a:spcAft>
        <a:buClr>
          <a:schemeClr val="tx1">
            <a:lumMod val="75000"/>
            <a:lumOff val="25000"/>
          </a:schemeClr>
        </a:buClr>
        <a:buSzPct val="70000"/>
        <a:buFont typeface="Wingdings" panose="05000000000000000000" pitchFamily="2" charset="2"/>
        <a:buChar char="n"/>
        <a:defRPr kumimoji="1" sz="1400" b="1">
          <a:solidFill>
            <a:schemeClr val="tx1"/>
          </a:solidFill>
          <a:latin typeface="FOT-UD丸ゴ_ラージ Pr6 M" panose="02020400000000000000" pitchFamily="18" charset="-128"/>
          <a:ea typeface="FOT-UD丸ゴ_ラージ Pr6 M" panose="02020400000000000000" pitchFamily="18" charset="-128"/>
        </a:defRPr>
      </a:lvl4pPr>
      <a:lvl5pPr marL="1681163" indent="-339725" algn="l" rtl="0" eaLnBrk="1" fontAlgn="base" hangingPunct="1">
        <a:lnSpc>
          <a:spcPct val="150000"/>
        </a:lnSpc>
        <a:spcBef>
          <a:spcPct val="20000"/>
        </a:spcBef>
        <a:spcAft>
          <a:spcPct val="0"/>
        </a:spcAft>
        <a:buClr>
          <a:schemeClr val="tx1">
            <a:lumMod val="75000"/>
            <a:lumOff val="25000"/>
          </a:schemeClr>
        </a:buClr>
        <a:buSzPct val="75000"/>
        <a:buFont typeface="Wingdings" panose="05000000000000000000" pitchFamily="2" charset="2"/>
        <a:buChar char="n"/>
        <a:defRPr kumimoji="1" sz="1200" b="1">
          <a:solidFill>
            <a:schemeClr val="tx1"/>
          </a:solidFill>
          <a:latin typeface="FOT-UD丸ゴ_ラージ Pr6 M" panose="02020400000000000000" pitchFamily="18" charset="-128"/>
          <a:ea typeface="FOT-UD丸ゴ_ラージ Pr6 M" panose="02020400000000000000" pitchFamily="18" charset="-128"/>
        </a:defRPr>
      </a:lvl5pPr>
      <a:lvl6pPr marL="21383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6pPr>
      <a:lvl7pPr marL="25955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7pPr>
      <a:lvl8pPr marL="30527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8pPr>
      <a:lvl9pPr marL="35099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exportrange">
            <a:extLst>
              <a:ext uri="{FF2B5EF4-FFF2-40B4-BE49-F238E27FC236}">
                <a16:creationId xmlns:a16="http://schemas.microsoft.com/office/drawing/2014/main" id="{8438185F-68DD-B20C-4129-86B5B84AE529}"/>
              </a:ext>
            </a:extLst>
          </p:cNvPr>
          <p:cNvSpPr/>
          <p:nvPr/>
        </p:nvSpPr>
        <p:spPr bwMode="auto">
          <a:xfrm>
            <a:off x="623392" y="943478"/>
            <a:ext cx="10369152" cy="1903260"/>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4" name="keyvisual">
            <a:extLst>
              <a:ext uri="{FF2B5EF4-FFF2-40B4-BE49-F238E27FC236}">
                <a16:creationId xmlns:a16="http://schemas.microsoft.com/office/drawing/2014/main" id="{7A56F199-610B-91DB-7524-CC7FF526D257}"/>
              </a:ext>
            </a:extLst>
          </p:cNvPr>
          <p:cNvSpPr/>
          <p:nvPr/>
        </p:nvSpPr>
        <p:spPr bwMode="auto">
          <a:xfrm>
            <a:off x="1947136" y="2790920"/>
            <a:ext cx="8541352" cy="3806432"/>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DF2C10AA-AFC9-04E7-6FD9-0422F716289F}"/>
              </a:ext>
            </a:extLst>
          </p:cNvPr>
          <p:cNvSpPr>
            <a:spLocks noGrp="1"/>
          </p:cNvSpPr>
          <p:nvPr>
            <p:ph type="title"/>
          </p:nvPr>
        </p:nvSpPr>
        <p:spPr/>
        <p:txBody>
          <a:bodyPr/>
          <a:lstStyle/>
          <a:p>
            <a:r>
              <a:rPr lang="en-US" altLang="ja-JP"/>
              <a:t>1.1) Chapter Cover 挿入運用</a:t>
            </a:r>
            <a:endParaRPr kumimoji="1" lang="ja-JP" altLang="en-US"/>
          </a:p>
        </p:txBody>
      </p:sp>
      <p:sp>
        <p:nvSpPr>
          <p:cNvPr id="3" name="フッター プレースホルダー 2">
            <a:extLst>
              <a:ext uri="{FF2B5EF4-FFF2-40B4-BE49-F238E27FC236}">
                <a16:creationId xmlns:a16="http://schemas.microsoft.com/office/drawing/2014/main" id="{9D9D1AEB-A653-E353-2924-C4320726663C}"/>
              </a:ext>
            </a:extLst>
          </p:cNvPr>
          <p:cNvSpPr>
            <a:spLocks noGrp="1"/>
          </p:cNvSpPr>
          <p:nvPr>
            <p:ph type="ftr" sz="quarter" idx="11"/>
          </p:nvPr>
        </p:nvSpPr>
        <p:spPr/>
        <p:txBody>
          <a:bodyPr/>
          <a:lstStyle/>
          <a:p>
            <a:r>
              <a:rPr lang="en-US" altLang="ja-JP"/>
              <a:t>Copyright 2026 </a:t>
            </a:r>
            <a:r>
              <a:rPr lang="ja-JP" altLang="en-US"/>
              <a:t>アイデアクラフト </a:t>
            </a:r>
            <a:r>
              <a:rPr lang="en-US" altLang="ja-JP"/>
              <a:t>Kaimai Mizuhiro</a:t>
            </a:r>
            <a:endParaRPr lang="ja-JP" altLang="en-US" dirty="0"/>
          </a:p>
        </p:txBody>
      </p:sp>
      <p:sp>
        <p:nvSpPr>
          <p:cNvPr id="33" name="テキスト ボックス 32">
            <a:extLst>
              <a:ext uri="{FF2B5EF4-FFF2-40B4-BE49-F238E27FC236}">
                <a16:creationId xmlns:a16="http://schemas.microsoft.com/office/drawing/2014/main" id="{4A9E561F-3202-EC6B-A845-34025BBBBFCE}"/>
              </a:ext>
            </a:extLst>
          </p:cNvPr>
          <p:cNvSpPr txBox="1"/>
          <p:nvPr/>
        </p:nvSpPr>
        <p:spPr bwMode="auto">
          <a:xfrm>
            <a:off x="2686070" y="1916832"/>
            <a:ext cx="83064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en-US" altLang="ja-JP"/>
              <a:t>pptmdmerge   pptmerge   chapter_cover_insertion_recipe.yaml  --force</a:t>
            </a:r>
          </a:p>
        </p:txBody>
      </p:sp>
      <p:sp>
        <p:nvSpPr>
          <p:cNvPr id="34" name="テキスト ボックス 33">
            <a:extLst>
              <a:ext uri="{FF2B5EF4-FFF2-40B4-BE49-F238E27FC236}">
                <a16:creationId xmlns:a16="http://schemas.microsoft.com/office/drawing/2014/main" id="{EE0158F8-3118-DE46-AA56-1D8CABAF59F4}"/>
              </a:ext>
            </a:extLst>
          </p:cNvPr>
          <p:cNvSpPr txBox="1"/>
          <p:nvPr/>
        </p:nvSpPr>
        <p:spPr bwMode="auto">
          <a:xfrm>
            <a:off x="739026" y="1916832"/>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起動コマンド例</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5" name="テキスト ボックス 34">
            <a:extLst>
              <a:ext uri="{FF2B5EF4-FFF2-40B4-BE49-F238E27FC236}">
                <a16:creationId xmlns:a16="http://schemas.microsoft.com/office/drawing/2014/main" id="{AE12C02D-E7B8-7F68-10F1-94D7D353FDA0}"/>
              </a:ext>
            </a:extLst>
          </p:cNvPr>
          <p:cNvSpPr txBox="1"/>
          <p:nvPr/>
        </p:nvSpPr>
        <p:spPr bwMode="auto">
          <a:xfrm>
            <a:off x="2686070" y="1042744"/>
            <a:ext cx="17537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en-US" altLang="ja-JP" sz="1600" kern="0">
                <a:latin typeface="BIZ UDPゴシック" panose="020B0400000000000000" pitchFamily="50" charset="-128"/>
                <a:ea typeface="BIZ UDPゴシック" panose="020B0400000000000000" pitchFamily="50" charset="-128"/>
              </a:rPr>
              <a:t>pptmerge</a:t>
            </a:r>
          </a:p>
        </p:txBody>
      </p:sp>
      <p:sp>
        <p:nvSpPr>
          <p:cNvPr id="36" name="テキスト ボックス 35">
            <a:extLst>
              <a:ext uri="{FF2B5EF4-FFF2-40B4-BE49-F238E27FC236}">
                <a16:creationId xmlns:a16="http://schemas.microsoft.com/office/drawing/2014/main" id="{7FE60B26-1C28-91A1-533D-80CB752E0150}"/>
              </a:ext>
            </a:extLst>
          </p:cNvPr>
          <p:cNvSpPr txBox="1"/>
          <p:nvPr/>
        </p:nvSpPr>
        <p:spPr bwMode="auto">
          <a:xfrm>
            <a:off x="739026" y="104274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サブコマンド名</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7" name="テキスト ボックス 36">
            <a:extLst>
              <a:ext uri="{FF2B5EF4-FFF2-40B4-BE49-F238E27FC236}">
                <a16:creationId xmlns:a16="http://schemas.microsoft.com/office/drawing/2014/main" id="{B27F4962-5E63-7FA3-1DEE-0DC3FD751080}"/>
              </a:ext>
            </a:extLst>
          </p:cNvPr>
          <p:cNvSpPr txBox="1"/>
          <p:nvPr/>
        </p:nvSpPr>
        <p:spPr bwMode="auto">
          <a:xfrm>
            <a:off x="739026" y="148478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機能概要</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8" name="テキスト ボックス 37">
            <a:extLst>
              <a:ext uri="{FF2B5EF4-FFF2-40B4-BE49-F238E27FC236}">
                <a16:creationId xmlns:a16="http://schemas.microsoft.com/office/drawing/2014/main" id="{0D7BFA0D-1443-45A8-6C2B-3DCA36B4EDFB}"/>
              </a:ext>
            </a:extLst>
          </p:cNvPr>
          <p:cNvSpPr txBox="1"/>
          <p:nvPr/>
        </p:nvSpPr>
        <p:spPr bwMode="auto">
          <a:xfrm>
            <a:off x="2686070" y="1484784"/>
            <a:ext cx="83064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en-US" altLang="ja-JP" sz="1600" kern="0">
                <a:latin typeface="BIZ UDPゴシック" panose="020B0400000000000000" pitchFamily="50" charset="-128"/>
                <a:ea typeface="BIZ UDPゴシック" panose="020B0400000000000000" pitchFamily="50" charset="-128"/>
              </a:rPr>
              <a:t>1</a:t>
            </a:r>
            <a:r>
              <a:rPr kumimoji="1" lang="ja-JP" altLang="en-US" sz="1600" kern="0">
                <a:latin typeface="BIZ UDPゴシック" panose="020B0400000000000000" pitchFamily="50" charset="-128"/>
                <a:ea typeface="BIZ UDPゴシック" panose="020B0400000000000000" pitchFamily="50" charset="-128"/>
              </a:rPr>
              <a:t>つの章をまとめる「章とびら（</a:t>
            </a:r>
            <a:r>
              <a:rPr kumimoji="1" lang="en-US" altLang="ja-JP" sz="1600" kern="0">
                <a:latin typeface="BIZ UDPゴシック" panose="020B0400000000000000" pitchFamily="50" charset="-128"/>
                <a:ea typeface="BIZ UDPゴシック" panose="020B0400000000000000" pitchFamily="50" charset="-128"/>
              </a:rPr>
              <a:t>Chapter Cover)</a:t>
            </a:r>
            <a:r>
              <a:rPr kumimoji="1" lang="ja-JP" altLang="en-US" sz="1600" kern="0">
                <a:latin typeface="BIZ UDPゴシック" panose="020B0400000000000000" pitchFamily="50" charset="-128"/>
                <a:ea typeface="BIZ UDPゴシック" panose="020B0400000000000000" pitchFamily="50" charset="-128"/>
              </a:rPr>
              <a:t>に当たるスライドを挿入する</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39" name="正方形/長方形 38">
            <a:extLst>
              <a:ext uri="{FF2B5EF4-FFF2-40B4-BE49-F238E27FC236}">
                <a16:creationId xmlns:a16="http://schemas.microsoft.com/office/drawing/2014/main" id="{09071F12-387C-5A22-939B-F2200B79350D}"/>
              </a:ext>
            </a:extLst>
          </p:cNvPr>
          <p:cNvSpPr/>
          <p:nvPr/>
        </p:nvSpPr>
        <p:spPr bwMode="auto">
          <a:xfrm>
            <a:off x="8193680" y="195005"/>
            <a:ext cx="3672408"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ctr" eaLnBrk="1" hangingPunct="1"/>
            <a:r>
              <a:rPr lang="en-US" altLang="ja-JP" sz="1400">
                <a:latin typeface="BIZ UDPゴシック" panose="020B0400000000000000" pitchFamily="50" charset="-128"/>
                <a:ea typeface="BIZ UDPゴシック" panose="020B0400000000000000" pitchFamily="50" charset="-128"/>
              </a:rPr>
              <a:t>chapter_cover_insertion_guide.pptx</a:t>
            </a:r>
            <a:endParaRPr kumimoji="1" lang="ja-JP" altLang="en-US" sz="14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40" name="テキスト ボックス 39">
            <a:extLst>
              <a:ext uri="{FF2B5EF4-FFF2-40B4-BE49-F238E27FC236}">
                <a16:creationId xmlns:a16="http://schemas.microsoft.com/office/drawing/2014/main" id="{D945FCB6-CA3A-FC29-44E0-9550E5D3849C}"/>
              </a:ext>
            </a:extLst>
          </p:cNvPr>
          <p:cNvSpPr txBox="1"/>
          <p:nvPr/>
        </p:nvSpPr>
        <p:spPr bwMode="auto">
          <a:xfrm>
            <a:off x="2686070" y="2338265"/>
            <a:ext cx="83064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en-US" altLang="ja-JP"/>
              <a:t>"operation: insertpptx", "variable replacement", vars</a:t>
            </a:r>
          </a:p>
        </p:txBody>
      </p:sp>
      <p:sp>
        <p:nvSpPr>
          <p:cNvPr id="41" name="テキスト ボックス 40">
            <a:extLst>
              <a:ext uri="{FF2B5EF4-FFF2-40B4-BE49-F238E27FC236}">
                <a16:creationId xmlns:a16="http://schemas.microsoft.com/office/drawing/2014/main" id="{D24990FC-3ADD-D38C-1E73-075BCF1E9CDF}"/>
              </a:ext>
            </a:extLst>
          </p:cNvPr>
          <p:cNvSpPr txBox="1"/>
          <p:nvPr/>
        </p:nvSpPr>
        <p:spPr bwMode="auto">
          <a:xfrm>
            <a:off x="739026" y="2338265"/>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kumimoji="1" lang="ja-JP" altLang="en-US" sz="1600" kern="0">
                <a:solidFill>
                  <a:schemeClr val="bg1"/>
                </a:solidFill>
                <a:latin typeface="BIZ UDPゴシック" panose="020B0400000000000000" pitchFamily="50" charset="-128"/>
                <a:ea typeface="BIZ UDPゴシック" panose="020B0400000000000000" pitchFamily="50" charset="-128"/>
              </a:rPr>
              <a:t>関連キーワード</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F73B6D62-BDC9-6F7C-180D-CB981C27FAC5}"/>
              </a:ext>
            </a:extLst>
          </p:cNvPr>
          <p:cNvSpPr txBox="1"/>
          <p:nvPr/>
        </p:nvSpPr>
        <p:spPr bwMode="auto">
          <a:xfrm>
            <a:off x="5471509" y="104274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サンプルフォルダ</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F6602273-ABE3-64F1-05A5-0BAA2D0ED607}"/>
              </a:ext>
            </a:extLst>
          </p:cNvPr>
          <p:cNvSpPr txBox="1"/>
          <p:nvPr/>
        </p:nvSpPr>
        <p:spPr bwMode="auto">
          <a:xfrm>
            <a:off x="7582968" y="1042744"/>
            <a:ext cx="38652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600" kern="0">
                <a:latin typeface="BIZ UDPゴシック" panose="020B0400000000000000" pitchFamily="50" charset="-128"/>
                <a:ea typeface="BIZ UDPゴシック" panose="020B0400000000000000" pitchFamily="50" charset="-128"/>
              </a:rPr>
              <a:t>pm5_chapter_cover_insertion</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5" name="正方形/長方形 4">
            <a:extLst>
              <a:ext uri="{FF2B5EF4-FFF2-40B4-BE49-F238E27FC236}">
                <a16:creationId xmlns:a16="http://schemas.microsoft.com/office/drawing/2014/main" id="{4AAA7FF8-69F1-5A70-26E2-14AF997617D4}"/>
              </a:ext>
            </a:extLst>
          </p:cNvPr>
          <p:cNvSpPr/>
          <p:nvPr/>
        </p:nvSpPr>
        <p:spPr bwMode="auto">
          <a:xfrm>
            <a:off x="4439817" y="4043808"/>
            <a:ext cx="924955" cy="1187989"/>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lang="en-US" altLang="ja-JP" sz="1600">
                <a:latin typeface="BIZ UDPゴシック" panose="020B0400000000000000" pitchFamily="50" charset="-128"/>
                <a:ea typeface="BIZ UDPゴシック" panose="020B0400000000000000" pitchFamily="50" charset="-128"/>
              </a:rPr>
              <a:t>2</a:t>
            </a:r>
            <a:r>
              <a:rPr kumimoji="1" lang="ja-JP" altLang="en-US" sz="1600" b="1" i="0" u="none" strike="noStrike" cap="none" normalizeH="0" baseline="0">
                <a:ln>
                  <a:noFill/>
                </a:ln>
                <a:effectLst/>
                <a:latin typeface="BIZ UDPゴシック" panose="020B0400000000000000" pitchFamily="50" charset="-128"/>
                <a:ea typeface="BIZ UDPゴシック" panose="020B0400000000000000" pitchFamily="50" charset="-128"/>
              </a:rPr>
              <a:t>節</a:t>
            </a:r>
            <a:endPar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endParaRPr>
          </a:p>
          <a:p>
            <a:pPr eaLnBrk="1" hangingPunct="1"/>
            <a:r>
              <a:rPr lang="ja-JP" altLang="en-US" sz="1400">
                <a:latin typeface="BIZ UDPゴシック" panose="020B0400000000000000" pitchFamily="50" charset="-128"/>
                <a:ea typeface="BIZ UDPゴシック" panose="020B0400000000000000" pitchFamily="50" charset="-128"/>
              </a:rPr>
              <a:t>・・・・・・・</a:t>
            </a:r>
            <a:endParaRPr lang="en-US" altLang="ja-JP" sz="1400">
              <a:latin typeface="BIZ UDPゴシック" panose="020B0400000000000000" pitchFamily="50" charset="-128"/>
              <a:ea typeface="BIZ UDPゴシック" panose="020B0400000000000000" pitchFamily="50" charset="-128"/>
            </a:endParaRPr>
          </a:p>
          <a:p>
            <a:pPr eaLnBrk="1" hangingPunct="1"/>
            <a:r>
              <a:rPr lang="ja-JP" altLang="en-US" sz="1400">
                <a:latin typeface="BIZ UDPゴシック" panose="020B0400000000000000" pitchFamily="50" charset="-128"/>
                <a:ea typeface="BIZ UDPゴシック" panose="020B0400000000000000" pitchFamily="50" charset="-128"/>
              </a:rPr>
              <a:t>・・本文・</a:t>
            </a:r>
            <a:endParaRPr lang="en-US" altLang="ja-JP" sz="1400">
              <a:latin typeface="BIZ UDPゴシック" panose="020B0400000000000000" pitchFamily="50" charset="-128"/>
              <a:ea typeface="BIZ UDPゴシック" panose="020B0400000000000000" pitchFamily="50" charset="-128"/>
            </a:endParaRPr>
          </a:p>
          <a:p>
            <a:pPr eaLnBrk="1" hangingPunct="1"/>
            <a:r>
              <a:rPr lang="ja-JP" altLang="en-US" sz="1400">
                <a:latin typeface="BIZ UDPゴシック" panose="020B0400000000000000" pitchFamily="50" charset="-128"/>
                <a:ea typeface="BIZ UDPゴシック" panose="020B0400000000000000" pitchFamily="50" charset="-128"/>
              </a:rPr>
              <a:t>・・・・・・・</a:t>
            </a:r>
          </a:p>
        </p:txBody>
      </p:sp>
      <p:sp>
        <p:nvSpPr>
          <p:cNvPr id="16" name="正方形/長方形 15">
            <a:extLst>
              <a:ext uri="{FF2B5EF4-FFF2-40B4-BE49-F238E27FC236}">
                <a16:creationId xmlns:a16="http://schemas.microsoft.com/office/drawing/2014/main" id="{6816A134-8C6C-272E-5C05-572F6F630061}"/>
              </a:ext>
            </a:extLst>
          </p:cNvPr>
          <p:cNvSpPr/>
          <p:nvPr/>
        </p:nvSpPr>
        <p:spPr bwMode="auto">
          <a:xfrm>
            <a:off x="3429581" y="4043808"/>
            <a:ext cx="924955" cy="1187989"/>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1</a:t>
            </a:r>
            <a:r>
              <a:rPr kumimoji="1" lang="ja-JP" altLang="en-US" sz="1600" b="1" i="0" u="none" strike="noStrike" cap="none" normalizeH="0" baseline="0">
                <a:ln>
                  <a:noFill/>
                </a:ln>
                <a:effectLst/>
                <a:latin typeface="BIZ UDPゴシック" panose="020B0400000000000000" pitchFamily="50" charset="-128"/>
                <a:ea typeface="BIZ UDPゴシック" panose="020B0400000000000000" pitchFamily="50" charset="-128"/>
              </a:rPr>
              <a:t>節</a:t>
            </a:r>
            <a:endPar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a:ln>
                  <a:noFill/>
                </a:ln>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effectLst/>
              <a:latin typeface="BIZ UDPゴシック" panose="020B0400000000000000" pitchFamily="50" charset="-128"/>
              <a:ea typeface="BIZ UDPゴシック" panose="020B0400000000000000"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a:ln>
                  <a:noFill/>
                </a:ln>
                <a:effectLst/>
                <a:latin typeface="BIZ UDPゴシック" panose="020B0400000000000000" pitchFamily="50" charset="-128"/>
                <a:ea typeface="BIZ UDPゴシック" panose="020B0400000000000000" pitchFamily="50" charset="-128"/>
              </a:rPr>
              <a:t>・・本文・</a:t>
            </a:r>
            <a:endParaRPr kumimoji="1" lang="en-US" altLang="ja-JP" sz="1400" b="1" i="0" u="none" strike="noStrike" cap="none" normalizeH="0" baseline="0">
              <a:ln>
                <a:noFill/>
              </a:ln>
              <a:effectLst/>
              <a:latin typeface="BIZ UDPゴシック" panose="020B0400000000000000" pitchFamily="50" charset="-128"/>
              <a:ea typeface="BIZ UDPゴシック" panose="020B0400000000000000"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a:ln>
                  <a:noFill/>
                </a:ln>
                <a:effectLst/>
                <a:latin typeface="BIZ UDPゴシック" panose="020B0400000000000000" pitchFamily="50" charset="-128"/>
                <a:ea typeface="BIZ UDPゴシック" panose="020B0400000000000000" pitchFamily="50" charset="-128"/>
              </a:rPr>
              <a:t>・・・・・・・</a:t>
            </a:r>
            <a:endParaRPr kumimoji="1" lang="ja-JP" altLang="en-US" sz="14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7" name="正方形/長方形 16">
            <a:extLst>
              <a:ext uri="{FF2B5EF4-FFF2-40B4-BE49-F238E27FC236}">
                <a16:creationId xmlns:a16="http://schemas.microsoft.com/office/drawing/2014/main" id="{4BCDCB37-BD18-D17E-DC07-8287AFF97873}"/>
              </a:ext>
            </a:extLst>
          </p:cNvPr>
          <p:cNvSpPr/>
          <p:nvPr/>
        </p:nvSpPr>
        <p:spPr bwMode="auto">
          <a:xfrm>
            <a:off x="2419345" y="4043808"/>
            <a:ext cx="924955" cy="1187989"/>
          </a:xfrm>
          <a:prstGeom prst="rect">
            <a:avLst/>
          </a:prstGeom>
          <a:solidFill>
            <a:schemeClr val="accent3">
              <a:lumMod val="60000"/>
              <a:lumOff val="4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effectLst/>
                <a:latin typeface="BIZ UDPゴシック" panose="020B0400000000000000" pitchFamily="50" charset="-128"/>
                <a:ea typeface="BIZ UDPゴシック" panose="020B0400000000000000" pitchFamily="50" charset="-128"/>
              </a:rPr>
              <a:t>1</a:t>
            </a:r>
            <a:r>
              <a:rPr kumimoji="1" lang="ja-JP" altLang="en-US" sz="1800" b="1" i="0" u="none" strike="noStrike" cap="none" normalizeH="0" baseline="0">
                <a:ln>
                  <a:noFill/>
                </a:ln>
                <a:effectLst/>
                <a:latin typeface="BIZ UDPゴシック" panose="020B0400000000000000" pitchFamily="50" charset="-128"/>
                <a:ea typeface="BIZ UDPゴシック" panose="020B0400000000000000" pitchFamily="50" charset="-128"/>
              </a:rPr>
              <a:t>章</a:t>
            </a:r>
            <a:endParaRPr kumimoji="1" lang="ja-JP" altLang="en-US" sz="18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8" name="正方形/長方形 17">
            <a:extLst>
              <a:ext uri="{FF2B5EF4-FFF2-40B4-BE49-F238E27FC236}">
                <a16:creationId xmlns:a16="http://schemas.microsoft.com/office/drawing/2014/main" id="{F3BAEF42-3D8B-9ACE-2249-15162E82D5E8}"/>
              </a:ext>
            </a:extLst>
          </p:cNvPr>
          <p:cNvSpPr/>
          <p:nvPr/>
        </p:nvSpPr>
        <p:spPr bwMode="auto">
          <a:xfrm>
            <a:off x="5450053" y="4043808"/>
            <a:ext cx="924955" cy="1187989"/>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lang="en-US" altLang="ja-JP" sz="1600">
                <a:latin typeface="BIZ UDPゴシック" panose="020B0400000000000000" pitchFamily="50" charset="-128"/>
                <a:ea typeface="BIZ UDPゴシック" panose="020B0400000000000000" pitchFamily="50" charset="-128"/>
              </a:rPr>
              <a:t>3</a:t>
            </a:r>
            <a:r>
              <a:rPr kumimoji="1" lang="ja-JP" altLang="en-US" sz="1600" b="1" i="0" u="none" strike="noStrike" cap="none" normalizeH="0" baseline="0">
                <a:ln>
                  <a:noFill/>
                </a:ln>
                <a:effectLst/>
                <a:latin typeface="BIZ UDPゴシック" panose="020B0400000000000000" pitchFamily="50" charset="-128"/>
                <a:ea typeface="BIZ UDPゴシック" panose="020B0400000000000000" pitchFamily="50" charset="-128"/>
              </a:rPr>
              <a:t>節</a:t>
            </a:r>
            <a:endPar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endParaRPr>
          </a:p>
          <a:p>
            <a:pPr eaLnBrk="1" hangingPunct="1"/>
            <a:r>
              <a:rPr lang="ja-JP" altLang="en-US" sz="1400">
                <a:latin typeface="BIZ UDPゴシック" panose="020B0400000000000000" pitchFamily="50" charset="-128"/>
                <a:ea typeface="BIZ UDPゴシック" panose="020B0400000000000000" pitchFamily="50" charset="-128"/>
              </a:rPr>
              <a:t>・・・・・・・</a:t>
            </a:r>
            <a:endParaRPr lang="en-US" altLang="ja-JP" sz="1400">
              <a:latin typeface="BIZ UDPゴシック" panose="020B0400000000000000" pitchFamily="50" charset="-128"/>
              <a:ea typeface="BIZ UDPゴシック" panose="020B0400000000000000" pitchFamily="50" charset="-128"/>
            </a:endParaRPr>
          </a:p>
          <a:p>
            <a:pPr eaLnBrk="1" hangingPunct="1"/>
            <a:r>
              <a:rPr lang="ja-JP" altLang="en-US" sz="1400">
                <a:latin typeface="BIZ UDPゴシック" panose="020B0400000000000000" pitchFamily="50" charset="-128"/>
                <a:ea typeface="BIZ UDPゴシック" panose="020B0400000000000000" pitchFamily="50" charset="-128"/>
              </a:rPr>
              <a:t>・・本文・</a:t>
            </a:r>
            <a:endParaRPr lang="en-US" altLang="ja-JP" sz="1400">
              <a:latin typeface="BIZ UDPゴシック" panose="020B0400000000000000" pitchFamily="50" charset="-128"/>
              <a:ea typeface="BIZ UDPゴシック" panose="020B0400000000000000" pitchFamily="50" charset="-128"/>
            </a:endParaRPr>
          </a:p>
          <a:p>
            <a:pPr eaLnBrk="1" hangingPunct="1"/>
            <a:r>
              <a:rPr lang="ja-JP" altLang="en-US" sz="1400">
                <a:latin typeface="BIZ UDPゴシック" panose="020B0400000000000000" pitchFamily="50" charset="-128"/>
                <a:ea typeface="BIZ UDPゴシック" panose="020B0400000000000000" pitchFamily="50" charset="-128"/>
              </a:rPr>
              <a:t>・・・・・・・</a:t>
            </a:r>
          </a:p>
        </p:txBody>
      </p:sp>
      <p:sp>
        <p:nvSpPr>
          <p:cNvPr id="20" name="テキスト ボックス 19">
            <a:extLst>
              <a:ext uri="{FF2B5EF4-FFF2-40B4-BE49-F238E27FC236}">
                <a16:creationId xmlns:a16="http://schemas.microsoft.com/office/drawing/2014/main" id="{544B2A0A-7EC7-6F65-8078-2BDCBB82A3AE}"/>
              </a:ext>
            </a:extLst>
          </p:cNvPr>
          <p:cNvSpPr txBox="1"/>
          <p:nvPr/>
        </p:nvSpPr>
        <p:spPr bwMode="auto">
          <a:xfrm>
            <a:off x="2490164" y="4422112"/>
            <a:ext cx="91795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400" kern="0">
                <a:latin typeface="BIZ UDPゴシック" panose="020B0400000000000000" pitchFamily="50" charset="-128"/>
                <a:ea typeface="BIZ UDPゴシック" panose="020B0400000000000000" pitchFamily="50" charset="-128"/>
              </a:rPr>
              <a:t>1</a:t>
            </a:r>
            <a:r>
              <a:rPr kumimoji="1" lang="ja-JP" altLang="en-US" sz="1400" kern="0">
                <a:latin typeface="BIZ UDPゴシック" panose="020B0400000000000000" pitchFamily="50" charset="-128"/>
                <a:ea typeface="BIZ UDPゴシック" panose="020B0400000000000000" pitchFamily="50" charset="-128"/>
              </a:rPr>
              <a:t>節 ・・・</a:t>
            </a:r>
            <a:endParaRPr kumimoji="1" lang="en-US" altLang="ja-JP" sz="1400" kern="0">
              <a:latin typeface="BIZ UDPゴシック" panose="020B0400000000000000" pitchFamily="50" charset="-128"/>
              <a:ea typeface="BIZ UDPゴシック" panose="020B0400000000000000" pitchFamily="50" charset="-128"/>
            </a:endParaRPr>
          </a:p>
          <a:p>
            <a:pPr algn="l"/>
            <a:r>
              <a:rPr kumimoji="1" lang="en-US" altLang="ja-JP" sz="1400" kern="0">
                <a:latin typeface="BIZ UDPゴシック" panose="020B0400000000000000" pitchFamily="50" charset="-128"/>
                <a:ea typeface="BIZ UDPゴシック" panose="020B0400000000000000" pitchFamily="50" charset="-128"/>
              </a:rPr>
              <a:t>2</a:t>
            </a:r>
            <a:r>
              <a:rPr kumimoji="1" lang="ja-JP" altLang="en-US" sz="1400" kern="0">
                <a:latin typeface="BIZ UDPゴシック" panose="020B0400000000000000" pitchFamily="50" charset="-128"/>
                <a:ea typeface="BIZ UDPゴシック" panose="020B0400000000000000" pitchFamily="50" charset="-128"/>
              </a:rPr>
              <a:t>節 ・・・</a:t>
            </a:r>
            <a:endParaRPr kumimoji="1" lang="en-US" altLang="ja-JP" sz="1400" kern="0">
              <a:latin typeface="BIZ UDPゴシック" panose="020B0400000000000000" pitchFamily="50" charset="-128"/>
              <a:ea typeface="BIZ UDPゴシック" panose="020B0400000000000000" pitchFamily="50" charset="-128"/>
            </a:endParaRPr>
          </a:p>
          <a:p>
            <a:pPr algn="l"/>
            <a:r>
              <a:rPr kumimoji="1" lang="en-US" altLang="ja-JP" sz="1400" kern="0">
                <a:latin typeface="BIZ UDPゴシック" panose="020B0400000000000000" pitchFamily="50" charset="-128"/>
                <a:ea typeface="BIZ UDPゴシック" panose="020B0400000000000000" pitchFamily="50" charset="-128"/>
              </a:rPr>
              <a:t>3</a:t>
            </a:r>
            <a:r>
              <a:rPr kumimoji="1" lang="ja-JP" altLang="en-US" sz="1400" kern="0">
                <a:latin typeface="BIZ UDPゴシック" panose="020B0400000000000000" pitchFamily="50" charset="-128"/>
                <a:ea typeface="BIZ UDPゴシック" panose="020B0400000000000000" pitchFamily="50" charset="-128"/>
              </a:rPr>
              <a:t>節 ・・・</a:t>
            </a:r>
          </a:p>
        </p:txBody>
      </p:sp>
      <p:sp>
        <p:nvSpPr>
          <p:cNvPr id="25" name="右中かっこ 24">
            <a:extLst>
              <a:ext uri="{FF2B5EF4-FFF2-40B4-BE49-F238E27FC236}">
                <a16:creationId xmlns:a16="http://schemas.microsoft.com/office/drawing/2014/main" id="{E70B072F-C8C8-6AB1-7D65-ADEF54545DCC}"/>
              </a:ext>
            </a:extLst>
          </p:cNvPr>
          <p:cNvSpPr/>
          <p:nvPr/>
        </p:nvSpPr>
        <p:spPr bwMode="auto">
          <a:xfrm rot="16200000" flipV="1">
            <a:off x="4764791" y="2410852"/>
            <a:ext cx="288032" cy="3033505"/>
          </a:xfrm>
          <a:prstGeom prst="rightBrace">
            <a:avLst>
              <a:gd name="adj1" fmla="val 32143"/>
              <a:gd name="adj2" fmla="val 50000"/>
            </a:avLst>
          </a:prstGeom>
          <a:noFill/>
          <a:ln w="28575" cap="flat" cmpd="sng" algn="ctr">
            <a:solidFill>
              <a:schemeClr val="tx1">
                <a:lumMod val="75000"/>
                <a:lumOff val="25000"/>
              </a:schemeClr>
            </a:solidFill>
            <a:prstDash val="solid"/>
            <a:round/>
            <a:headEnd type="none" w="med" len="med"/>
            <a:tailEnd type="none" w="med" len="med"/>
          </a:ln>
          <a:effectLst/>
        </p:spPr>
        <p:txBody>
          <a:bodyPr rtlCol="0" anchor="ctr"/>
          <a:lstStyle/>
          <a:p>
            <a:pPr algn="ctr"/>
            <a:endParaRPr kumimoji="1" lang="ja-JP" altLang="en-US"/>
          </a:p>
        </p:txBody>
      </p:sp>
      <p:cxnSp>
        <p:nvCxnSpPr>
          <p:cNvPr id="32" name="直線矢印コネクタ 31">
            <a:extLst>
              <a:ext uri="{FF2B5EF4-FFF2-40B4-BE49-F238E27FC236}">
                <a16:creationId xmlns:a16="http://schemas.microsoft.com/office/drawing/2014/main" id="{402FFB35-2601-4ED7-F2D2-1C99D6E39133}"/>
              </a:ext>
            </a:extLst>
          </p:cNvPr>
          <p:cNvCxnSpPr>
            <a:cxnSpLocks/>
          </p:cNvCxnSpPr>
          <p:nvPr/>
        </p:nvCxnSpPr>
        <p:spPr bwMode="auto">
          <a:xfrm>
            <a:off x="2855640" y="3429000"/>
            <a:ext cx="0" cy="614808"/>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42" name="テキスト ボックス 41">
            <a:extLst>
              <a:ext uri="{FF2B5EF4-FFF2-40B4-BE49-F238E27FC236}">
                <a16:creationId xmlns:a16="http://schemas.microsoft.com/office/drawing/2014/main" id="{87F10A7E-C7C5-F596-E7BB-872C45052AAE}"/>
              </a:ext>
            </a:extLst>
          </p:cNvPr>
          <p:cNvSpPr txBox="1"/>
          <p:nvPr/>
        </p:nvSpPr>
        <p:spPr bwMode="auto">
          <a:xfrm>
            <a:off x="2012826" y="2852936"/>
            <a:ext cx="59534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ja-JP" altLang="en-US"/>
              <a:t>章とびら＝</a:t>
            </a:r>
            <a:r>
              <a:rPr lang="en-US" altLang="ja-JP"/>
              <a:t>Chapter Cover </a:t>
            </a:r>
            <a:r>
              <a:rPr lang="ja-JP" altLang="en-US"/>
              <a:t>は、章全体の説明や、各節の概要、章単位での目次などを含むスライド。　いわば 「</a:t>
            </a:r>
            <a:r>
              <a:rPr lang="ja-JP" altLang="en-US">
                <a:solidFill>
                  <a:srgbClr val="FF0000"/>
                </a:solidFill>
              </a:rPr>
              <a:t>前置き</a:t>
            </a:r>
            <a:r>
              <a:rPr lang="ja-JP" altLang="en-US"/>
              <a:t>」</a:t>
            </a:r>
            <a:endParaRPr lang="en-US" altLang="ja-JP"/>
          </a:p>
        </p:txBody>
      </p:sp>
      <p:sp>
        <p:nvSpPr>
          <p:cNvPr id="43" name="テキスト ボックス 42">
            <a:extLst>
              <a:ext uri="{FF2B5EF4-FFF2-40B4-BE49-F238E27FC236}">
                <a16:creationId xmlns:a16="http://schemas.microsoft.com/office/drawing/2014/main" id="{2C0CA062-423F-CC8E-3A60-FFE98F0361EB}"/>
              </a:ext>
            </a:extLst>
          </p:cNvPr>
          <p:cNvSpPr txBox="1"/>
          <p:nvPr/>
        </p:nvSpPr>
        <p:spPr bwMode="auto">
          <a:xfrm>
            <a:off x="3946564" y="3429062"/>
            <a:ext cx="72728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ja-JP" altLang="en-US"/>
              <a:t>コンテンツの</a:t>
            </a:r>
            <a:r>
              <a:rPr lang="ja-JP" altLang="en-US">
                <a:solidFill>
                  <a:srgbClr val="FF0000"/>
                </a:solidFill>
              </a:rPr>
              <a:t>本題</a:t>
            </a:r>
            <a:r>
              <a:rPr lang="ja-JP" altLang="en-US"/>
              <a:t>はこちら。　通常、文書部品マスターとして管理される</a:t>
            </a:r>
            <a:endParaRPr lang="en-US" altLang="ja-JP"/>
          </a:p>
        </p:txBody>
      </p:sp>
      <p:sp>
        <p:nvSpPr>
          <p:cNvPr id="44" name="テキスト ボックス 43">
            <a:extLst>
              <a:ext uri="{FF2B5EF4-FFF2-40B4-BE49-F238E27FC236}">
                <a16:creationId xmlns:a16="http://schemas.microsoft.com/office/drawing/2014/main" id="{439D8338-AA5B-E61C-426A-7F253502C4A0}"/>
              </a:ext>
            </a:extLst>
          </p:cNvPr>
          <p:cNvSpPr txBox="1"/>
          <p:nvPr/>
        </p:nvSpPr>
        <p:spPr bwMode="auto">
          <a:xfrm>
            <a:off x="2927648" y="5661248"/>
            <a:ext cx="72728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ja-JP" altLang="en-US"/>
              <a:t>そこで、</a:t>
            </a:r>
            <a:r>
              <a:rPr lang="en-US" altLang="ja-JP"/>
              <a:t>Chapter Cover </a:t>
            </a:r>
            <a:r>
              <a:rPr lang="ja-JP" altLang="en-US"/>
              <a:t>が必要なら別途挿入する</a:t>
            </a:r>
            <a:endParaRPr lang="en-US" altLang="ja-JP"/>
          </a:p>
        </p:txBody>
      </p:sp>
      <p:cxnSp>
        <p:nvCxnSpPr>
          <p:cNvPr id="45" name="直線矢印コネクタ 44">
            <a:extLst>
              <a:ext uri="{FF2B5EF4-FFF2-40B4-BE49-F238E27FC236}">
                <a16:creationId xmlns:a16="http://schemas.microsoft.com/office/drawing/2014/main" id="{30C831A5-DD24-49F9-1B50-2B0F66A6AA50}"/>
              </a:ext>
            </a:extLst>
          </p:cNvPr>
          <p:cNvCxnSpPr>
            <a:cxnSpLocks/>
            <a:endCxn id="17" idx="2"/>
          </p:cNvCxnSpPr>
          <p:nvPr/>
        </p:nvCxnSpPr>
        <p:spPr bwMode="auto">
          <a:xfrm flipH="1" flipV="1">
            <a:off x="2881823" y="5231797"/>
            <a:ext cx="367738" cy="498822"/>
          </a:xfrm>
          <a:prstGeom prst="straightConnector1">
            <a:avLst/>
          </a:prstGeom>
          <a:solidFill>
            <a:srgbClr val="CCFFFF"/>
          </a:solidFill>
          <a:ln w="28575" cap="flat" cmpd="sng" algn="ctr">
            <a:solidFill>
              <a:schemeClr val="tx1">
                <a:lumMod val="75000"/>
                <a:lumOff val="25000"/>
              </a:schemeClr>
            </a:solidFill>
            <a:prstDash val="sysDash"/>
            <a:round/>
            <a:headEnd type="none" w="med" len="med"/>
            <a:tailEnd type="none" w="med" len="med"/>
          </a:ln>
          <a:effectLst/>
        </p:spPr>
      </p:cxnSp>
      <p:sp>
        <p:nvSpPr>
          <p:cNvPr id="49" name="テキスト ボックス 48">
            <a:extLst>
              <a:ext uri="{FF2B5EF4-FFF2-40B4-BE49-F238E27FC236}">
                <a16:creationId xmlns:a16="http://schemas.microsoft.com/office/drawing/2014/main" id="{E56F9387-45B6-23D1-B298-4B41A139DA77}"/>
              </a:ext>
            </a:extLst>
          </p:cNvPr>
          <p:cNvSpPr txBox="1"/>
          <p:nvPr/>
        </p:nvSpPr>
        <p:spPr bwMode="auto">
          <a:xfrm>
            <a:off x="3503712" y="5321947"/>
            <a:ext cx="73752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ja-JP" altLang="en-US"/>
              <a:t>個別の文書部品マスター</a:t>
            </a:r>
            <a:r>
              <a:rPr lang="en-US" altLang="ja-JP"/>
              <a:t>pptx</a:t>
            </a:r>
            <a:r>
              <a:rPr lang="ja-JP" altLang="en-US"/>
              <a:t>には「本題」 部分しか入っていないことがある</a:t>
            </a:r>
            <a:endParaRPr lang="en-US" altLang="ja-JP"/>
          </a:p>
        </p:txBody>
      </p:sp>
      <p:sp>
        <p:nvSpPr>
          <p:cNvPr id="54" name="テキスト ボックス 53">
            <a:extLst>
              <a:ext uri="{FF2B5EF4-FFF2-40B4-BE49-F238E27FC236}">
                <a16:creationId xmlns:a16="http://schemas.microsoft.com/office/drawing/2014/main" id="{2AB0836E-ED04-B2A6-A327-5F5274155AF1}"/>
              </a:ext>
            </a:extLst>
          </p:cNvPr>
          <p:cNvSpPr txBox="1"/>
          <p:nvPr/>
        </p:nvSpPr>
        <p:spPr bwMode="auto">
          <a:xfrm>
            <a:off x="2927648" y="6039258"/>
            <a:ext cx="727280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pPr marL="285750" indent="-285750">
              <a:buFont typeface="Arial" panose="020B0604020202020204" pitchFamily="34" charset="0"/>
              <a:buChar char="•"/>
            </a:pPr>
            <a:r>
              <a:rPr lang="ja-JP" altLang="en-US"/>
              <a:t>機能としては単なる </a:t>
            </a:r>
            <a:r>
              <a:rPr lang="en-US" altLang="ja-JP"/>
              <a:t>operation:insertpptx </a:t>
            </a:r>
            <a:r>
              <a:rPr lang="ja-JP" altLang="en-US"/>
              <a:t>と </a:t>
            </a:r>
            <a:r>
              <a:rPr lang="en-US" altLang="ja-JP"/>
              <a:t>vars</a:t>
            </a:r>
          </a:p>
          <a:p>
            <a:pPr marL="285750" indent="-285750">
              <a:buFont typeface="Arial" panose="020B0604020202020204" pitchFamily="34" charset="0"/>
              <a:buChar char="•"/>
            </a:pPr>
            <a:r>
              <a:rPr lang="en-US" altLang="ja-JP"/>
              <a:t>Chapter Cover </a:t>
            </a:r>
            <a:r>
              <a:rPr lang="ja-JP" altLang="en-US"/>
              <a:t>用ファイルを用意して中身を変数置換する</a:t>
            </a:r>
            <a:endParaRPr lang="en-US" altLang="ja-JP"/>
          </a:p>
        </p:txBody>
      </p:sp>
    </p:spTree>
    <p:extLst>
      <p:ext uri="{BB962C8B-B14F-4D97-AF65-F5344CB8AC3E}">
        <p14:creationId xmlns:p14="http://schemas.microsoft.com/office/powerpoint/2010/main" val="37211607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21" name="exportrange">
            <a:extLst>
              <a:ext uri="{FF2B5EF4-FFF2-40B4-BE49-F238E27FC236}">
                <a16:creationId xmlns:a16="http://schemas.microsoft.com/office/drawing/2014/main" id="{846E8EB3-72BA-C1A4-7D41-E896C28C478E}"/>
              </a:ext>
            </a:extLst>
          </p:cNvPr>
          <p:cNvSpPr/>
          <p:nvPr/>
        </p:nvSpPr>
        <p:spPr bwMode="auto">
          <a:xfrm>
            <a:off x="623391" y="1207558"/>
            <a:ext cx="10892537" cy="5245778"/>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6" name="矢印: 右 15">
            <a:extLst>
              <a:ext uri="{FF2B5EF4-FFF2-40B4-BE49-F238E27FC236}">
                <a16:creationId xmlns:a16="http://schemas.microsoft.com/office/drawing/2014/main" id="{FD43F7B3-73AD-36D0-8678-7B8F7155DD2B}"/>
              </a:ext>
            </a:extLst>
          </p:cNvPr>
          <p:cNvSpPr/>
          <p:nvPr/>
        </p:nvSpPr>
        <p:spPr bwMode="auto">
          <a:xfrm>
            <a:off x="3431704" y="3842148"/>
            <a:ext cx="5778865" cy="708677"/>
          </a:xfrm>
          <a:prstGeom prst="rightArrow">
            <a:avLst/>
          </a:prstGeom>
          <a:solidFill>
            <a:schemeClr val="accent3">
              <a:lumMod val="60000"/>
              <a:lumOff val="4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en-US" altLang="ja-JP"/>
              <a:t>1.2) operation: chapter が使いにくい問題</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18" name="テキスト ボックス 17">
            <a:extLst>
              <a:ext uri="{FF2B5EF4-FFF2-40B4-BE49-F238E27FC236}">
                <a16:creationId xmlns:a16="http://schemas.microsoft.com/office/drawing/2014/main" id="{B24022ED-02D5-08FB-B46D-BB55671847D3}"/>
              </a:ext>
            </a:extLst>
          </p:cNvPr>
          <p:cNvSpPr txBox="1"/>
          <p:nvPr/>
        </p:nvSpPr>
        <p:spPr bwMode="auto">
          <a:xfrm>
            <a:off x="698280" y="1298544"/>
            <a:ext cx="343244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いずれも細かい情報の入った</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２つの</a:t>
            </a:r>
            <a:r>
              <a:rPr kumimoji="1" lang="en-US" altLang="ja-JP" sz="1800" kern="0">
                <a:latin typeface="BIZ UDPゴシック" panose="020B0400000000000000" pitchFamily="50" charset="-128"/>
                <a:ea typeface="BIZ UDPゴシック" panose="020B0400000000000000" pitchFamily="50" charset="-128"/>
              </a:rPr>
              <a:t>pptx</a:t>
            </a:r>
            <a:r>
              <a:rPr kumimoji="1" lang="ja-JP" altLang="en-US" sz="1800" kern="0">
                <a:latin typeface="BIZ UDPゴシック" panose="020B0400000000000000" pitchFamily="50" charset="-128"/>
                <a:ea typeface="BIZ UDPゴシック" panose="020B0400000000000000" pitchFamily="50" charset="-128"/>
              </a:rPr>
              <a:t>を結合したいとき</a:t>
            </a:r>
          </a:p>
        </p:txBody>
      </p:sp>
      <p:sp>
        <p:nvSpPr>
          <p:cNvPr id="7" name="正方形/長方形 6">
            <a:extLst>
              <a:ext uri="{FF2B5EF4-FFF2-40B4-BE49-F238E27FC236}">
                <a16:creationId xmlns:a16="http://schemas.microsoft.com/office/drawing/2014/main" id="{51350175-C0B6-AA0C-087C-A327BCE9E516}"/>
              </a:ext>
            </a:extLst>
          </p:cNvPr>
          <p:cNvSpPr/>
          <p:nvPr/>
        </p:nvSpPr>
        <p:spPr bwMode="auto">
          <a:xfrm>
            <a:off x="1202336" y="2439852"/>
            <a:ext cx="1884976" cy="1594742"/>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8" name="正方形/長方形 7">
            <a:extLst>
              <a:ext uri="{FF2B5EF4-FFF2-40B4-BE49-F238E27FC236}">
                <a16:creationId xmlns:a16="http://schemas.microsoft.com/office/drawing/2014/main" id="{3B1D6BAA-96AE-843D-364F-A4FCE8CCE419}"/>
              </a:ext>
            </a:extLst>
          </p:cNvPr>
          <p:cNvSpPr/>
          <p:nvPr/>
        </p:nvSpPr>
        <p:spPr bwMode="auto">
          <a:xfrm>
            <a:off x="1387414" y="2609471"/>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A1</a:t>
            </a:r>
            <a:r>
              <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00B0F0"/>
                </a:solidFill>
                <a:latin typeface="BIZ UDPゴシック" panose="020B0400000000000000" pitchFamily="50" charset="-128"/>
                <a:ea typeface="BIZ UDPゴシック" panose="020B0400000000000000" pitchFamily="50" charset="-128"/>
              </a:rPr>
              <a:t>・・・・・・・・・・・・・</a:t>
            </a:r>
            <a:endParaRPr lang="en-US" altLang="ja-JP" sz="1400">
              <a:solidFill>
                <a:srgbClr val="00B0F0"/>
              </a:solidFill>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8AD558AE-A8DE-992D-118B-6E830EE543FC}"/>
              </a:ext>
            </a:extLst>
          </p:cNvPr>
          <p:cNvSpPr/>
          <p:nvPr/>
        </p:nvSpPr>
        <p:spPr bwMode="auto">
          <a:xfrm>
            <a:off x="1387414" y="3305124"/>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A2</a:t>
            </a:r>
            <a:r>
              <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00B0F0"/>
                </a:solidFill>
                <a:latin typeface="BIZ UDPゴシック" panose="020B0400000000000000" pitchFamily="50" charset="-128"/>
                <a:ea typeface="BIZ UDPゴシック" panose="020B0400000000000000" pitchFamily="50" charset="-128"/>
              </a:rPr>
              <a:t>・・・・・・・・・・・・・</a:t>
            </a:r>
            <a:endParaRPr lang="en-US" altLang="ja-JP" sz="1400">
              <a:solidFill>
                <a:srgbClr val="00B0F0"/>
              </a:solidFill>
              <a:latin typeface="BIZ UDPゴシック" panose="020B0400000000000000" pitchFamily="50" charset="-128"/>
              <a:ea typeface="BIZ UDPゴシック" panose="020B0400000000000000" pitchFamily="50" charset="-128"/>
            </a:endParaRPr>
          </a:p>
        </p:txBody>
      </p:sp>
      <p:sp>
        <p:nvSpPr>
          <p:cNvPr id="11" name="正方形/長方形 10">
            <a:extLst>
              <a:ext uri="{FF2B5EF4-FFF2-40B4-BE49-F238E27FC236}">
                <a16:creationId xmlns:a16="http://schemas.microsoft.com/office/drawing/2014/main" id="{C83A1BEE-2517-E729-75B1-A1687382372B}"/>
              </a:ext>
            </a:extLst>
          </p:cNvPr>
          <p:cNvSpPr/>
          <p:nvPr/>
        </p:nvSpPr>
        <p:spPr bwMode="auto">
          <a:xfrm>
            <a:off x="1202336" y="4557059"/>
            <a:ext cx="1884976" cy="1484766"/>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5" name="正方形/長方形 14">
            <a:extLst>
              <a:ext uri="{FF2B5EF4-FFF2-40B4-BE49-F238E27FC236}">
                <a16:creationId xmlns:a16="http://schemas.microsoft.com/office/drawing/2014/main" id="{2A60EEEC-286E-2EEA-FA79-A52160FED473}"/>
              </a:ext>
            </a:extLst>
          </p:cNvPr>
          <p:cNvSpPr/>
          <p:nvPr/>
        </p:nvSpPr>
        <p:spPr bwMode="auto">
          <a:xfrm>
            <a:off x="1387414" y="4681838"/>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B1</a:t>
            </a:r>
            <a:r>
              <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7030A0"/>
                </a:solidFill>
                <a:latin typeface="BIZ UDPゴシック" panose="020B0400000000000000" pitchFamily="50" charset="-128"/>
                <a:ea typeface="BIZ UDPゴシック" panose="020B0400000000000000" pitchFamily="50" charset="-128"/>
              </a:rPr>
              <a:t>・・・・・・・・・・・・・</a:t>
            </a:r>
            <a:endParaRPr lang="en-US" altLang="ja-JP" sz="1400">
              <a:solidFill>
                <a:srgbClr val="7030A0"/>
              </a:solidFill>
              <a:latin typeface="BIZ UDPゴシック" panose="020B0400000000000000" pitchFamily="50" charset="-128"/>
              <a:ea typeface="BIZ UDPゴシック" panose="020B0400000000000000" pitchFamily="50" charset="-128"/>
            </a:endParaRPr>
          </a:p>
        </p:txBody>
      </p:sp>
      <p:sp>
        <p:nvSpPr>
          <p:cNvPr id="20" name="正方形/長方形 19">
            <a:extLst>
              <a:ext uri="{FF2B5EF4-FFF2-40B4-BE49-F238E27FC236}">
                <a16:creationId xmlns:a16="http://schemas.microsoft.com/office/drawing/2014/main" id="{D790BCFC-DC74-BF15-64A5-70D4AAB44FBE}"/>
              </a:ext>
            </a:extLst>
          </p:cNvPr>
          <p:cNvSpPr/>
          <p:nvPr/>
        </p:nvSpPr>
        <p:spPr bwMode="auto">
          <a:xfrm>
            <a:off x="1387414" y="5354845"/>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B2</a:t>
            </a:r>
            <a:r>
              <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7030A0"/>
                </a:solidFill>
                <a:latin typeface="BIZ UDPゴシック" panose="020B0400000000000000" pitchFamily="50" charset="-128"/>
                <a:ea typeface="BIZ UDPゴシック" panose="020B0400000000000000" pitchFamily="50" charset="-128"/>
              </a:rPr>
              <a:t>・・・・・・・・・・・・・</a:t>
            </a:r>
            <a:endParaRPr lang="en-US" altLang="ja-JP" sz="1400">
              <a:solidFill>
                <a:srgbClr val="7030A0"/>
              </a:solidFill>
              <a:latin typeface="BIZ UDPゴシック" panose="020B0400000000000000" pitchFamily="50" charset="-128"/>
              <a:ea typeface="BIZ UDPゴシック" panose="020B0400000000000000" pitchFamily="50" charset="-128"/>
            </a:endParaRPr>
          </a:p>
        </p:txBody>
      </p:sp>
      <p:sp>
        <p:nvSpPr>
          <p:cNvPr id="25" name="テキスト ボックス 24">
            <a:extLst>
              <a:ext uri="{FF2B5EF4-FFF2-40B4-BE49-F238E27FC236}">
                <a16:creationId xmlns:a16="http://schemas.microsoft.com/office/drawing/2014/main" id="{E972A0A5-D863-9A1A-3F1A-128D5E57271A}"/>
              </a:ext>
            </a:extLst>
          </p:cNvPr>
          <p:cNvSpPr txBox="1"/>
          <p:nvPr/>
        </p:nvSpPr>
        <p:spPr bwMode="auto">
          <a:xfrm>
            <a:off x="1203707" y="2074621"/>
            <a:ext cx="15841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A.pptx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27" name="テキスト ボックス 26">
            <a:extLst>
              <a:ext uri="{FF2B5EF4-FFF2-40B4-BE49-F238E27FC236}">
                <a16:creationId xmlns:a16="http://schemas.microsoft.com/office/drawing/2014/main" id="{B87ACC64-E580-B468-8DB8-95A9A2453751}"/>
              </a:ext>
            </a:extLst>
          </p:cNvPr>
          <p:cNvSpPr txBox="1"/>
          <p:nvPr/>
        </p:nvSpPr>
        <p:spPr bwMode="auto">
          <a:xfrm>
            <a:off x="1203707" y="4169526"/>
            <a:ext cx="15841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B.pptx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39" name="テキスト ボックス 38">
            <a:extLst>
              <a:ext uri="{FF2B5EF4-FFF2-40B4-BE49-F238E27FC236}">
                <a16:creationId xmlns:a16="http://schemas.microsoft.com/office/drawing/2014/main" id="{04930B9E-19C5-0A88-5717-71BD29D2012C}"/>
              </a:ext>
            </a:extLst>
          </p:cNvPr>
          <p:cNvSpPr txBox="1"/>
          <p:nvPr/>
        </p:nvSpPr>
        <p:spPr bwMode="auto">
          <a:xfrm>
            <a:off x="4534459" y="2788120"/>
            <a:ext cx="3528392" cy="2862322"/>
          </a:xfrm>
          <a:prstGeom prst="rect">
            <a:avLst/>
          </a:prstGeom>
          <a:solidFill>
            <a:schemeClr val="bg1"/>
          </a:solidFill>
          <a:ln w="9525">
            <a:solidFill>
              <a:srgbClr val="000000"/>
            </a:solidFill>
            <a:miter lim="800000"/>
            <a:headEnd/>
            <a:tailEnd/>
          </a:ln>
        </p:spPr>
        <p:txBody>
          <a:bodyPr vert="horz" wrap="square" lIns="91440" tIns="45720" rIns="91440" bIns="45720" numCol="1" rtlCol="0" anchor="t" anchorCtr="0" compatLnSpc="1">
            <a:prstTxWarp prst="textNoShape">
              <a:avLst/>
            </a:prstTxWarp>
            <a:spAutoFit/>
          </a:bodyPr>
          <a:lstStyle/>
          <a:p>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procedure:</a:t>
            </a:r>
          </a:p>
          <a:p>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 operation: chapter</a:t>
            </a:r>
            <a:endPar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endParaRPr>
          </a:p>
          <a:p>
            <a:r>
              <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a:t>
            </a:r>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chapter: "+"</a:t>
            </a:r>
            <a:endPar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endParaRPr>
          </a:p>
          <a:p>
            <a:r>
              <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a:t>
            </a:r>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operation: insertpptx</a:t>
            </a:r>
          </a:p>
          <a:p>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pptxfilename: A.pptx</a:t>
            </a:r>
            <a:endPar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endParaRPr>
          </a:p>
          <a:p>
            <a:endPar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endParaRPr>
          </a:p>
          <a:p>
            <a:r>
              <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a:t>
            </a:r>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operation: chapter</a:t>
            </a:r>
            <a:endPar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endParaRPr>
          </a:p>
          <a:p>
            <a:r>
              <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a:t>
            </a:r>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chapter: "+"</a:t>
            </a:r>
            <a:endPar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endParaRPr>
          </a:p>
          <a:p>
            <a:r>
              <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a:t>
            </a:r>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operation: insertpptx</a:t>
            </a:r>
          </a:p>
          <a:p>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pptxfilename: B.pptx</a:t>
            </a:r>
            <a:endPar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endParaRPr>
          </a:p>
        </p:txBody>
      </p:sp>
      <p:sp>
        <p:nvSpPr>
          <p:cNvPr id="40" name="テキスト ボックス 39">
            <a:extLst>
              <a:ext uri="{FF2B5EF4-FFF2-40B4-BE49-F238E27FC236}">
                <a16:creationId xmlns:a16="http://schemas.microsoft.com/office/drawing/2014/main" id="{46D474F4-E8E6-7CA2-3AA8-D11D89E48039}"/>
              </a:ext>
            </a:extLst>
          </p:cNvPr>
          <p:cNvSpPr txBox="1"/>
          <p:nvPr/>
        </p:nvSpPr>
        <p:spPr bwMode="auto">
          <a:xfrm>
            <a:off x="4223792" y="1944875"/>
            <a:ext cx="448992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operation: chapter </a:t>
            </a:r>
            <a:r>
              <a:rPr kumimoji="1" lang="ja-JP" altLang="en-US" sz="1800" kern="0">
                <a:latin typeface="BIZ UDPゴシック" panose="020B0400000000000000" pitchFamily="50" charset="-128"/>
                <a:ea typeface="BIZ UDPゴシック" panose="020B0400000000000000" pitchFamily="50" charset="-128"/>
              </a:rPr>
              <a:t>を加えることで、</a:t>
            </a:r>
            <a:r>
              <a:rPr kumimoji="1" lang="en-US" altLang="ja-JP" sz="1800" kern="0">
                <a:latin typeface="BIZ UDPゴシック" panose="020B0400000000000000" pitchFamily="50" charset="-128"/>
                <a:ea typeface="BIZ UDPゴシック" panose="020B0400000000000000" pitchFamily="50" charset="-128"/>
              </a:rPr>
              <a:t>Chapter </a:t>
            </a:r>
            <a:r>
              <a:rPr kumimoji="1" lang="ja-JP" altLang="en-US" sz="1800" kern="0">
                <a:latin typeface="BIZ UDPゴシック" panose="020B0400000000000000" pitchFamily="50" charset="-128"/>
                <a:ea typeface="BIZ UDPゴシック" panose="020B0400000000000000" pitchFamily="50" charset="-128"/>
              </a:rPr>
              <a:t>番号を変えることは可能</a:t>
            </a:r>
          </a:p>
        </p:txBody>
      </p:sp>
      <p:sp>
        <p:nvSpPr>
          <p:cNvPr id="41" name="テキスト ボックス 40">
            <a:extLst>
              <a:ext uri="{FF2B5EF4-FFF2-40B4-BE49-F238E27FC236}">
                <a16:creationId xmlns:a16="http://schemas.microsoft.com/office/drawing/2014/main" id="{79BA2837-C07B-C964-45EB-3C9DB2859073}"/>
              </a:ext>
            </a:extLst>
          </p:cNvPr>
          <p:cNvSpPr txBox="1"/>
          <p:nvPr/>
        </p:nvSpPr>
        <p:spPr bwMode="auto">
          <a:xfrm>
            <a:off x="4404606" y="5971591"/>
            <a:ext cx="711132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kern="0">
                <a:latin typeface="BIZ UDPゴシック" panose="020B0400000000000000" pitchFamily="50" charset="-128"/>
                <a:ea typeface="BIZ UDPゴシック" panose="020B0400000000000000" pitchFamily="50" charset="-128"/>
              </a:rPr>
              <a:t>ただし、この方式にはちょっとした欠点がある。それは・・・・？</a:t>
            </a:r>
            <a:endParaRPr kumimoji="1" lang="en-US" altLang="ja-JP" kern="0">
              <a:latin typeface="BIZ UDPゴシック" panose="020B0400000000000000" pitchFamily="50" charset="-128"/>
              <a:ea typeface="BIZ UDPゴシック" panose="020B0400000000000000" pitchFamily="50" charset="-128"/>
            </a:endParaRPr>
          </a:p>
        </p:txBody>
      </p:sp>
      <p:sp>
        <p:nvSpPr>
          <p:cNvPr id="5" name="正方形/長方形 4">
            <a:extLst>
              <a:ext uri="{FF2B5EF4-FFF2-40B4-BE49-F238E27FC236}">
                <a16:creationId xmlns:a16="http://schemas.microsoft.com/office/drawing/2014/main" id="{367DE8D9-4E3E-2725-2157-98221579C491}"/>
              </a:ext>
            </a:extLst>
          </p:cNvPr>
          <p:cNvSpPr/>
          <p:nvPr/>
        </p:nvSpPr>
        <p:spPr bwMode="auto">
          <a:xfrm>
            <a:off x="9509998" y="2439852"/>
            <a:ext cx="1884976" cy="3315464"/>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6" name="正方形/長方形 5">
            <a:extLst>
              <a:ext uri="{FF2B5EF4-FFF2-40B4-BE49-F238E27FC236}">
                <a16:creationId xmlns:a16="http://schemas.microsoft.com/office/drawing/2014/main" id="{E49B9C49-329E-726D-9E9B-04344D558559}"/>
              </a:ext>
            </a:extLst>
          </p:cNvPr>
          <p:cNvSpPr/>
          <p:nvPr/>
        </p:nvSpPr>
        <p:spPr bwMode="auto">
          <a:xfrm>
            <a:off x="9695076" y="2642376"/>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1.1) A1</a:t>
            </a:r>
            <a:r>
              <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00B0F0"/>
                </a:solidFill>
                <a:latin typeface="BIZ UDPゴシック" panose="020B0400000000000000" pitchFamily="50" charset="-128"/>
                <a:ea typeface="BIZ UDPゴシック" panose="020B0400000000000000" pitchFamily="50" charset="-128"/>
              </a:rPr>
              <a:t>・・・・・・・・・・・・・</a:t>
            </a:r>
            <a:endParaRPr lang="en-US" altLang="ja-JP" sz="1400">
              <a:solidFill>
                <a:srgbClr val="00B0F0"/>
              </a:solidFill>
              <a:latin typeface="BIZ UDPゴシック" panose="020B0400000000000000" pitchFamily="50" charset="-128"/>
              <a:ea typeface="BIZ UDPゴシック" panose="020B0400000000000000" pitchFamily="50" charset="-128"/>
            </a:endParaRPr>
          </a:p>
        </p:txBody>
      </p:sp>
      <p:sp>
        <p:nvSpPr>
          <p:cNvPr id="9" name="正方形/長方形 8">
            <a:extLst>
              <a:ext uri="{FF2B5EF4-FFF2-40B4-BE49-F238E27FC236}">
                <a16:creationId xmlns:a16="http://schemas.microsoft.com/office/drawing/2014/main" id="{01DD4055-BD94-B542-46F0-E9FBB906E411}"/>
              </a:ext>
            </a:extLst>
          </p:cNvPr>
          <p:cNvSpPr/>
          <p:nvPr/>
        </p:nvSpPr>
        <p:spPr bwMode="auto">
          <a:xfrm>
            <a:off x="9695076" y="3380180"/>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1.2) A2</a:t>
            </a:r>
            <a:r>
              <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00B0F0"/>
                </a:solidFill>
                <a:latin typeface="BIZ UDPゴシック" panose="020B0400000000000000" pitchFamily="50" charset="-128"/>
                <a:ea typeface="BIZ UDPゴシック" panose="020B0400000000000000" pitchFamily="50" charset="-128"/>
              </a:rPr>
              <a:t>・・・・・・・・・・・・・</a:t>
            </a:r>
            <a:endParaRPr lang="en-US" altLang="ja-JP" sz="1400">
              <a:solidFill>
                <a:srgbClr val="00B0F0"/>
              </a:solidFill>
              <a:latin typeface="BIZ UDPゴシック" panose="020B0400000000000000" pitchFamily="50" charset="-128"/>
              <a:ea typeface="BIZ UDPゴシック" panose="020B0400000000000000" pitchFamily="50" charset="-128"/>
            </a:endParaRPr>
          </a:p>
        </p:txBody>
      </p:sp>
      <p:sp>
        <p:nvSpPr>
          <p:cNvPr id="12" name="正方形/長方形 11">
            <a:extLst>
              <a:ext uri="{FF2B5EF4-FFF2-40B4-BE49-F238E27FC236}">
                <a16:creationId xmlns:a16="http://schemas.microsoft.com/office/drawing/2014/main" id="{331CBB36-A640-367E-BC2F-FAD6FC250246}"/>
              </a:ext>
            </a:extLst>
          </p:cNvPr>
          <p:cNvSpPr/>
          <p:nvPr/>
        </p:nvSpPr>
        <p:spPr bwMode="auto">
          <a:xfrm>
            <a:off x="9695076" y="4205175"/>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2.1) B1</a:t>
            </a:r>
            <a:r>
              <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7030A0"/>
                </a:solidFill>
                <a:latin typeface="BIZ UDPゴシック" panose="020B0400000000000000" pitchFamily="50" charset="-128"/>
                <a:ea typeface="BIZ UDPゴシック" panose="020B0400000000000000" pitchFamily="50" charset="-128"/>
              </a:rPr>
              <a:t>・・・・・・・・・・・・・</a:t>
            </a:r>
            <a:endParaRPr lang="en-US" altLang="ja-JP" sz="1400">
              <a:solidFill>
                <a:srgbClr val="7030A0"/>
              </a:solidFill>
              <a:latin typeface="BIZ UDPゴシック" panose="020B0400000000000000" pitchFamily="50" charset="-128"/>
              <a:ea typeface="BIZ UDPゴシック" panose="020B0400000000000000" pitchFamily="50" charset="-128"/>
            </a:endParaRPr>
          </a:p>
        </p:txBody>
      </p:sp>
      <p:sp>
        <p:nvSpPr>
          <p:cNvPr id="13" name="正方形/長方形 12">
            <a:extLst>
              <a:ext uri="{FF2B5EF4-FFF2-40B4-BE49-F238E27FC236}">
                <a16:creationId xmlns:a16="http://schemas.microsoft.com/office/drawing/2014/main" id="{30E12934-31B2-FD28-B87E-3E69271FA8F5}"/>
              </a:ext>
            </a:extLst>
          </p:cNvPr>
          <p:cNvSpPr/>
          <p:nvPr/>
        </p:nvSpPr>
        <p:spPr bwMode="auto">
          <a:xfrm>
            <a:off x="9695076" y="4918218"/>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2.2) B2</a:t>
            </a:r>
            <a:r>
              <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7030A0"/>
                </a:solidFill>
                <a:latin typeface="BIZ UDPゴシック" panose="020B0400000000000000" pitchFamily="50" charset="-128"/>
                <a:ea typeface="BIZ UDPゴシック" panose="020B0400000000000000" pitchFamily="50" charset="-128"/>
              </a:rPr>
              <a:t>・・・・・・・・・・・・・</a:t>
            </a:r>
            <a:endParaRPr lang="en-US" altLang="ja-JP" sz="1400">
              <a:solidFill>
                <a:srgbClr val="7030A0"/>
              </a:solidFill>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3417793D-01E0-6BBF-042E-BC5D957EC340}"/>
              </a:ext>
            </a:extLst>
          </p:cNvPr>
          <p:cNvSpPr txBox="1"/>
          <p:nvPr/>
        </p:nvSpPr>
        <p:spPr bwMode="auto">
          <a:xfrm>
            <a:off x="9408368" y="1959223"/>
            <a:ext cx="21085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2400" kern="0">
                <a:latin typeface="BIZ UDPゴシック" panose="020B0400000000000000" pitchFamily="50" charset="-128"/>
                <a:ea typeface="BIZ UDPゴシック" panose="020B0400000000000000" pitchFamily="50" charset="-128"/>
              </a:rPr>
              <a:t>結合後</a:t>
            </a:r>
            <a:r>
              <a:rPr kumimoji="1" lang="en-US" altLang="ja-JP" sz="2400" kern="0">
                <a:latin typeface="BIZ UDPゴシック" panose="020B0400000000000000" pitchFamily="50" charset="-128"/>
                <a:ea typeface="BIZ UDPゴシック" panose="020B0400000000000000" pitchFamily="50" charset="-128"/>
              </a:rPr>
              <a:t>.pptx</a:t>
            </a:r>
            <a:endParaRPr kumimoji="1" lang="ja-JP" altLang="en-US" sz="2400" kern="0">
              <a:latin typeface="BIZ UDPゴシック" panose="020B0400000000000000" pitchFamily="50" charset="-128"/>
              <a:ea typeface="BIZ UDPゴシック" panose="020B0400000000000000" pitchFamily="50" charset="-128"/>
            </a:endParaRPr>
          </a:p>
        </p:txBody>
      </p:sp>
      <p:sp>
        <p:nvSpPr>
          <p:cNvPr id="19" name="正方形/長方形 18">
            <a:extLst>
              <a:ext uri="{FF2B5EF4-FFF2-40B4-BE49-F238E27FC236}">
                <a16:creationId xmlns:a16="http://schemas.microsoft.com/office/drawing/2014/main" id="{3093B5D2-DF57-3AAE-38BC-0B5755D87645}"/>
              </a:ext>
            </a:extLst>
          </p:cNvPr>
          <p:cNvSpPr/>
          <p:nvPr/>
        </p:nvSpPr>
        <p:spPr bwMode="auto">
          <a:xfrm>
            <a:off x="9624392" y="195005"/>
            <a:ext cx="2241696"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en-US" altLang="ja-JP" sz="1100">
                <a:latin typeface="BIZ UDPゴシック" panose="020B0400000000000000" pitchFamily="50" charset="-128"/>
                <a:ea typeface="BIZ UDPゴシック" panose="020B0400000000000000" pitchFamily="50" charset="-128"/>
              </a:rPr>
              <a:t>chapter_cover_insertion_guide.pptx</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324540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835DD-A761-53F5-030F-2ADDE1B90C2D}"/>
            </a:ext>
          </a:extLst>
        </p:cNvPr>
        <p:cNvGrpSpPr/>
        <p:nvPr/>
      </p:nvGrpSpPr>
      <p:grpSpPr>
        <a:xfrm>
          <a:off x="0" y="0"/>
          <a:ext cx="0" cy="0"/>
          <a:chOff x="0" y="0"/>
          <a:chExt cx="0" cy="0"/>
        </a:xfrm>
      </p:grpSpPr>
      <p:sp>
        <p:nvSpPr>
          <p:cNvPr id="9" name="exportrange">
            <a:extLst>
              <a:ext uri="{FF2B5EF4-FFF2-40B4-BE49-F238E27FC236}">
                <a16:creationId xmlns:a16="http://schemas.microsoft.com/office/drawing/2014/main" id="{ECF491E9-9E5C-0304-CB27-AFE9B814E6B3}"/>
              </a:ext>
            </a:extLst>
          </p:cNvPr>
          <p:cNvSpPr/>
          <p:nvPr/>
        </p:nvSpPr>
        <p:spPr bwMode="auto">
          <a:xfrm>
            <a:off x="623391" y="1052736"/>
            <a:ext cx="10688129" cy="5550034"/>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3906C8B2-7075-D1E8-092E-185D0C0717FE}"/>
              </a:ext>
            </a:extLst>
          </p:cNvPr>
          <p:cNvSpPr>
            <a:spLocks noGrp="1"/>
          </p:cNvSpPr>
          <p:nvPr>
            <p:ph type="title"/>
          </p:nvPr>
        </p:nvSpPr>
        <p:spPr/>
        <p:txBody>
          <a:bodyPr/>
          <a:lstStyle/>
          <a:p>
            <a:r>
              <a:rPr lang="en-US" altLang="ja-JP"/>
              <a:t>1.3) Chapter Cover で話題の転換を明示したい</a:t>
            </a:r>
            <a:endParaRPr kumimoji="1" lang="ja-JP" altLang="en-US"/>
          </a:p>
        </p:txBody>
      </p:sp>
      <p:sp>
        <p:nvSpPr>
          <p:cNvPr id="3" name="フッター プレースホルダー 2">
            <a:extLst>
              <a:ext uri="{FF2B5EF4-FFF2-40B4-BE49-F238E27FC236}">
                <a16:creationId xmlns:a16="http://schemas.microsoft.com/office/drawing/2014/main" id="{DFC7C7BE-C72A-964E-131D-9C87E7640321}"/>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19" name="正方形/長方形 18">
            <a:extLst>
              <a:ext uri="{FF2B5EF4-FFF2-40B4-BE49-F238E27FC236}">
                <a16:creationId xmlns:a16="http://schemas.microsoft.com/office/drawing/2014/main" id="{90D50E72-80AE-D5D9-6D69-28DBA833D0B8}"/>
              </a:ext>
            </a:extLst>
          </p:cNvPr>
          <p:cNvSpPr/>
          <p:nvPr/>
        </p:nvSpPr>
        <p:spPr bwMode="auto">
          <a:xfrm>
            <a:off x="1131077" y="2852936"/>
            <a:ext cx="1884976" cy="3315464"/>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1" name="正方形/長方形 20">
            <a:extLst>
              <a:ext uri="{FF2B5EF4-FFF2-40B4-BE49-F238E27FC236}">
                <a16:creationId xmlns:a16="http://schemas.microsoft.com/office/drawing/2014/main" id="{074D680D-F354-D21B-FE21-47D55207E6BF}"/>
              </a:ext>
            </a:extLst>
          </p:cNvPr>
          <p:cNvSpPr/>
          <p:nvPr/>
        </p:nvSpPr>
        <p:spPr bwMode="auto">
          <a:xfrm>
            <a:off x="1316155" y="3055460"/>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1.1) A1</a:t>
            </a:r>
            <a:r>
              <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00B0F0"/>
                </a:solidFill>
                <a:latin typeface="BIZ UDPゴシック" panose="020B0400000000000000" pitchFamily="50" charset="-128"/>
                <a:ea typeface="BIZ UDPゴシック" panose="020B0400000000000000" pitchFamily="50" charset="-128"/>
              </a:rPr>
              <a:t>・・・・・・・・・・・・・</a:t>
            </a:r>
            <a:endParaRPr lang="en-US" altLang="ja-JP" sz="1400">
              <a:solidFill>
                <a:srgbClr val="00B0F0"/>
              </a:solidFill>
              <a:latin typeface="BIZ UDPゴシック" panose="020B0400000000000000" pitchFamily="50" charset="-128"/>
              <a:ea typeface="BIZ UDPゴシック" panose="020B0400000000000000" pitchFamily="50" charset="-128"/>
            </a:endParaRPr>
          </a:p>
        </p:txBody>
      </p:sp>
      <p:sp>
        <p:nvSpPr>
          <p:cNvPr id="22" name="正方形/長方形 21">
            <a:extLst>
              <a:ext uri="{FF2B5EF4-FFF2-40B4-BE49-F238E27FC236}">
                <a16:creationId xmlns:a16="http://schemas.microsoft.com/office/drawing/2014/main" id="{70529DA2-F6C6-4ECC-88DF-8067696EBB7D}"/>
              </a:ext>
            </a:extLst>
          </p:cNvPr>
          <p:cNvSpPr/>
          <p:nvPr/>
        </p:nvSpPr>
        <p:spPr bwMode="auto">
          <a:xfrm>
            <a:off x="1316155" y="3793264"/>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1.2) A2</a:t>
            </a:r>
            <a:r>
              <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00B0F0"/>
                </a:solidFill>
                <a:latin typeface="BIZ UDPゴシック" panose="020B0400000000000000" pitchFamily="50" charset="-128"/>
                <a:ea typeface="BIZ UDPゴシック" panose="020B0400000000000000" pitchFamily="50" charset="-128"/>
              </a:rPr>
              <a:t>・・・・・・・・・・・・・</a:t>
            </a:r>
            <a:endParaRPr lang="en-US" altLang="ja-JP" sz="1400">
              <a:solidFill>
                <a:srgbClr val="00B0F0"/>
              </a:solidFill>
              <a:latin typeface="BIZ UDPゴシック" panose="020B0400000000000000" pitchFamily="50" charset="-128"/>
              <a:ea typeface="BIZ UDPゴシック" panose="020B0400000000000000" pitchFamily="50" charset="-128"/>
            </a:endParaRPr>
          </a:p>
        </p:txBody>
      </p:sp>
      <p:sp>
        <p:nvSpPr>
          <p:cNvPr id="23" name="正方形/長方形 22">
            <a:extLst>
              <a:ext uri="{FF2B5EF4-FFF2-40B4-BE49-F238E27FC236}">
                <a16:creationId xmlns:a16="http://schemas.microsoft.com/office/drawing/2014/main" id="{AD20986F-7CAF-F935-3D57-7935637E02E8}"/>
              </a:ext>
            </a:extLst>
          </p:cNvPr>
          <p:cNvSpPr/>
          <p:nvPr/>
        </p:nvSpPr>
        <p:spPr bwMode="auto">
          <a:xfrm>
            <a:off x="1316155" y="4618259"/>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2.1) B1</a:t>
            </a:r>
            <a:r>
              <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7030A0"/>
                </a:solidFill>
                <a:latin typeface="BIZ UDPゴシック" panose="020B0400000000000000" pitchFamily="50" charset="-128"/>
                <a:ea typeface="BIZ UDPゴシック" panose="020B0400000000000000" pitchFamily="50" charset="-128"/>
              </a:rPr>
              <a:t>・・・・・・・・・・・・・</a:t>
            </a:r>
            <a:endParaRPr lang="en-US" altLang="ja-JP" sz="1400">
              <a:solidFill>
                <a:srgbClr val="7030A0"/>
              </a:solidFill>
              <a:latin typeface="BIZ UDPゴシック" panose="020B0400000000000000" pitchFamily="50" charset="-128"/>
              <a:ea typeface="BIZ UDPゴシック" panose="020B0400000000000000" pitchFamily="50" charset="-128"/>
            </a:endParaRPr>
          </a:p>
        </p:txBody>
      </p:sp>
      <p:sp>
        <p:nvSpPr>
          <p:cNvPr id="24" name="正方形/長方形 23">
            <a:extLst>
              <a:ext uri="{FF2B5EF4-FFF2-40B4-BE49-F238E27FC236}">
                <a16:creationId xmlns:a16="http://schemas.microsoft.com/office/drawing/2014/main" id="{3D04DC95-43EF-2C51-AE05-A588016668E5}"/>
              </a:ext>
            </a:extLst>
          </p:cNvPr>
          <p:cNvSpPr/>
          <p:nvPr/>
        </p:nvSpPr>
        <p:spPr bwMode="auto">
          <a:xfrm>
            <a:off x="1316155" y="5331302"/>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2.2) B2</a:t>
            </a:r>
            <a:r>
              <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7030A0"/>
                </a:solidFill>
                <a:latin typeface="BIZ UDPゴシック" panose="020B0400000000000000" pitchFamily="50" charset="-128"/>
                <a:ea typeface="BIZ UDPゴシック" panose="020B0400000000000000" pitchFamily="50" charset="-128"/>
              </a:rPr>
              <a:t>・・・・・・・・・・・・・</a:t>
            </a:r>
            <a:endParaRPr lang="en-US" altLang="ja-JP" sz="1400">
              <a:solidFill>
                <a:srgbClr val="7030A0"/>
              </a:solidFill>
              <a:latin typeface="BIZ UDPゴシック" panose="020B0400000000000000" pitchFamily="50" charset="-128"/>
              <a:ea typeface="BIZ UDPゴシック" panose="020B0400000000000000" pitchFamily="50" charset="-128"/>
            </a:endParaRPr>
          </a:p>
        </p:txBody>
      </p:sp>
      <p:sp>
        <p:nvSpPr>
          <p:cNvPr id="28" name="フリーフォーム: 図形 27">
            <a:extLst>
              <a:ext uri="{FF2B5EF4-FFF2-40B4-BE49-F238E27FC236}">
                <a16:creationId xmlns:a16="http://schemas.microsoft.com/office/drawing/2014/main" id="{E007AF48-608D-DA1E-F6FB-FC46E41E7CC2}"/>
              </a:ext>
            </a:extLst>
          </p:cNvPr>
          <p:cNvSpPr/>
          <p:nvPr/>
        </p:nvSpPr>
        <p:spPr bwMode="auto">
          <a:xfrm>
            <a:off x="3162734" y="4267599"/>
            <a:ext cx="266305" cy="486137"/>
          </a:xfrm>
          <a:custGeom>
            <a:avLst/>
            <a:gdLst>
              <a:gd name="csX0" fmla="*/ 0 w 266305"/>
              <a:gd name="csY0" fmla="*/ 0 h 486137"/>
              <a:gd name="csX1" fmla="*/ 266217 w 266305"/>
              <a:gd name="csY1" fmla="*/ 231494 h 486137"/>
              <a:gd name="csX2" fmla="*/ 23149 w 266305"/>
              <a:gd name="csY2" fmla="*/ 486137 h 486137"/>
            </a:gdLst>
            <a:ahLst/>
            <a:cxnLst>
              <a:cxn ang="0">
                <a:pos x="csX0" y="csY0"/>
              </a:cxn>
              <a:cxn ang="0">
                <a:pos x="csX1" y="csY1"/>
              </a:cxn>
              <a:cxn ang="0">
                <a:pos x="csX2" y="csY2"/>
              </a:cxn>
            </a:cxnLst>
            <a:rect l="l" t="t" r="r" b="b"/>
            <a:pathLst>
              <a:path w="266305" h="486137">
                <a:moveTo>
                  <a:pt x="0" y="0"/>
                </a:moveTo>
                <a:cubicBezTo>
                  <a:pt x="131179" y="75235"/>
                  <a:pt x="262359" y="150471"/>
                  <a:pt x="266217" y="231494"/>
                </a:cubicBezTo>
                <a:cubicBezTo>
                  <a:pt x="270075" y="312517"/>
                  <a:pt x="146612" y="399327"/>
                  <a:pt x="23149" y="486137"/>
                </a:cubicBezTo>
              </a:path>
            </a:pathLst>
          </a:custGeom>
          <a:noFill/>
          <a:ln w="57150" cap="flat" cmpd="sng" algn="ctr">
            <a:solidFill>
              <a:srgbClr val="FF0000"/>
            </a:solidFill>
            <a:prstDash val="solid"/>
            <a:round/>
            <a:headEnd type="none" w="med" len="med"/>
            <a:tailEnd type="triangle" w="med" len="med"/>
          </a:ln>
          <a:effectLst/>
        </p:spPr>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45C0A1C4-344C-A0AA-B020-05096433D65C}"/>
              </a:ext>
            </a:extLst>
          </p:cNvPr>
          <p:cNvSpPr txBox="1"/>
          <p:nvPr/>
        </p:nvSpPr>
        <p:spPr bwMode="auto">
          <a:xfrm>
            <a:off x="749371" y="1206396"/>
            <a:ext cx="477056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章・節番号がついてはいても、全体として</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細かい情報が続いているので、読者には　</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「急に話題が変わった」　印象を与えやすい</a:t>
            </a:r>
          </a:p>
        </p:txBody>
      </p:sp>
      <p:sp>
        <p:nvSpPr>
          <p:cNvPr id="30" name="テキスト ボックス 29">
            <a:extLst>
              <a:ext uri="{FF2B5EF4-FFF2-40B4-BE49-F238E27FC236}">
                <a16:creationId xmlns:a16="http://schemas.microsoft.com/office/drawing/2014/main" id="{F4F11B07-4A73-4F69-4A5A-119771D4C24A}"/>
              </a:ext>
            </a:extLst>
          </p:cNvPr>
          <p:cNvSpPr txBox="1"/>
          <p:nvPr/>
        </p:nvSpPr>
        <p:spPr bwMode="auto">
          <a:xfrm>
            <a:off x="1338238" y="2411596"/>
            <a:ext cx="15841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結合後</a:t>
            </a:r>
            <a:r>
              <a:rPr kumimoji="1" lang="en-US" altLang="ja-JP" sz="1800" kern="0">
                <a:latin typeface="BIZ UDPゴシック" panose="020B0400000000000000" pitchFamily="50" charset="-128"/>
                <a:ea typeface="BIZ UDPゴシック" panose="020B0400000000000000" pitchFamily="50" charset="-128"/>
              </a:rPr>
              <a:t>.pptx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7C690CB2-DB3F-B0CA-28A4-4CE0D1B8550E}"/>
              </a:ext>
            </a:extLst>
          </p:cNvPr>
          <p:cNvSpPr txBox="1"/>
          <p:nvPr/>
        </p:nvSpPr>
        <p:spPr bwMode="auto">
          <a:xfrm>
            <a:off x="3575719" y="4060556"/>
            <a:ext cx="151216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2400" kern="0">
                <a:latin typeface="BIZ UDPゴシック" panose="020B0400000000000000" pitchFamily="50" charset="-128"/>
                <a:ea typeface="BIZ UDPゴシック" panose="020B0400000000000000" pitchFamily="50" charset="-128"/>
              </a:rPr>
              <a:t>唐突な</a:t>
            </a:r>
            <a:endParaRPr kumimoji="1" lang="en-US" altLang="ja-JP" sz="2400" kern="0">
              <a:latin typeface="BIZ UDPゴシック" panose="020B0400000000000000" pitchFamily="50" charset="-128"/>
              <a:ea typeface="BIZ UDPゴシック" panose="020B0400000000000000" pitchFamily="50" charset="-128"/>
            </a:endParaRPr>
          </a:p>
          <a:p>
            <a:pPr algn="l"/>
            <a:r>
              <a:rPr kumimoji="1" lang="ja-JP" altLang="en-US" sz="2400" kern="0">
                <a:latin typeface="BIZ UDPゴシック" panose="020B0400000000000000" pitchFamily="50" charset="-128"/>
                <a:ea typeface="BIZ UDPゴシック" panose="020B0400000000000000" pitchFamily="50" charset="-128"/>
              </a:rPr>
              <a:t>話題転換</a:t>
            </a:r>
          </a:p>
        </p:txBody>
      </p:sp>
      <p:sp>
        <p:nvSpPr>
          <p:cNvPr id="8" name="正方形/長方形 7">
            <a:extLst>
              <a:ext uri="{FF2B5EF4-FFF2-40B4-BE49-F238E27FC236}">
                <a16:creationId xmlns:a16="http://schemas.microsoft.com/office/drawing/2014/main" id="{8090BC7B-37A1-82A3-C286-396D7944D476}"/>
              </a:ext>
            </a:extLst>
          </p:cNvPr>
          <p:cNvSpPr/>
          <p:nvPr/>
        </p:nvSpPr>
        <p:spPr bwMode="auto">
          <a:xfrm>
            <a:off x="7104112" y="2276872"/>
            <a:ext cx="1884976" cy="4176464"/>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8D617A7D-EA6A-3B41-890D-C23F6C76865A}"/>
              </a:ext>
            </a:extLst>
          </p:cNvPr>
          <p:cNvSpPr/>
          <p:nvPr/>
        </p:nvSpPr>
        <p:spPr bwMode="auto">
          <a:xfrm>
            <a:off x="7289190" y="3056895"/>
            <a:ext cx="1514819" cy="53745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1.1) A1</a:t>
            </a:r>
            <a:r>
              <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00B0F0"/>
                </a:solidFill>
                <a:latin typeface="BIZ UDPゴシック" panose="020B0400000000000000" pitchFamily="50" charset="-128"/>
                <a:ea typeface="BIZ UDPゴシック" panose="020B0400000000000000" pitchFamily="50" charset="-128"/>
              </a:rPr>
              <a:t>・・・・・・・・・・・・・</a:t>
            </a:r>
            <a:endParaRPr lang="en-US" altLang="ja-JP" sz="1400">
              <a:solidFill>
                <a:srgbClr val="00B0F0"/>
              </a:solidFill>
              <a:latin typeface="BIZ UDPゴシック" panose="020B0400000000000000" pitchFamily="50" charset="-128"/>
              <a:ea typeface="BIZ UDPゴシック" panose="020B0400000000000000" pitchFamily="50" charset="-128"/>
            </a:endParaRPr>
          </a:p>
        </p:txBody>
      </p:sp>
      <p:sp>
        <p:nvSpPr>
          <p:cNvPr id="11" name="正方形/長方形 10">
            <a:extLst>
              <a:ext uri="{FF2B5EF4-FFF2-40B4-BE49-F238E27FC236}">
                <a16:creationId xmlns:a16="http://schemas.microsoft.com/office/drawing/2014/main" id="{621BAAC9-8A6F-8893-1E7A-B92D74FA17FA}"/>
              </a:ext>
            </a:extLst>
          </p:cNvPr>
          <p:cNvSpPr/>
          <p:nvPr/>
        </p:nvSpPr>
        <p:spPr bwMode="auto">
          <a:xfrm>
            <a:off x="7289190" y="3663654"/>
            <a:ext cx="1514819" cy="53745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1.2) A2</a:t>
            </a:r>
            <a:r>
              <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00B0F0"/>
                </a:solidFill>
                <a:latin typeface="BIZ UDPゴシック" panose="020B0400000000000000" pitchFamily="50" charset="-128"/>
                <a:ea typeface="BIZ UDPゴシック" panose="020B0400000000000000" pitchFamily="50" charset="-128"/>
              </a:rPr>
              <a:t>・・・・・・・・・・・・・</a:t>
            </a:r>
            <a:endParaRPr lang="en-US" altLang="ja-JP" sz="1400">
              <a:solidFill>
                <a:srgbClr val="00B0F0"/>
              </a:solidFill>
              <a:latin typeface="BIZ UDPゴシック" panose="020B0400000000000000" pitchFamily="50" charset="-128"/>
              <a:ea typeface="BIZ UDPゴシック" panose="020B0400000000000000" pitchFamily="50" charset="-128"/>
            </a:endParaRPr>
          </a:p>
        </p:txBody>
      </p:sp>
      <p:sp>
        <p:nvSpPr>
          <p:cNvPr id="15" name="正方形/長方形 14">
            <a:extLst>
              <a:ext uri="{FF2B5EF4-FFF2-40B4-BE49-F238E27FC236}">
                <a16:creationId xmlns:a16="http://schemas.microsoft.com/office/drawing/2014/main" id="{7B77B52B-A2AF-BF26-87C7-8F5AEBEED1E9}"/>
              </a:ext>
            </a:extLst>
          </p:cNvPr>
          <p:cNvSpPr/>
          <p:nvPr/>
        </p:nvSpPr>
        <p:spPr bwMode="auto">
          <a:xfrm>
            <a:off x="7289190" y="5129043"/>
            <a:ext cx="1514819" cy="53745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2.1) B1</a:t>
            </a:r>
            <a:r>
              <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7030A0"/>
                </a:solidFill>
                <a:latin typeface="BIZ UDPゴシック" panose="020B0400000000000000" pitchFamily="50" charset="-128"/>
                <a:ea typeface="BIZ UDPゴシック" panose="020B0400000000000000" pitchFamily="50" charset="-128"/>
              </a:rPr>
              <a:t>・・・・・・・・・・・・・</a:t>
            </a:r>
            <a:endParaRPr lang="en-US" altLang="ja-JP" sz="1400">
              <a:solidFill>
                <a:srgbClr val="7030A0"/>
              </a:solidFill>
              <a:latin typeface="BIZ UDPゴシック" panose="020B0400000000000000" pitchFamily="50" charset="-128"/>
              <a:ea typeface="BIZ UDPゴシック" panose="020B0400000000000000" pitchFamily="50" charset="-128"/>
            </a:endParaRPr>
          </a:p>
        </p:txBody>
      </p:sp>
      <p:sp>
        <p:nvSpPr>
          <p:cNvPr id="20" name="正方形/長方形 19">
            <a:extLst>
              <a:ext uri="{FF2B5EF4-FFF2-40B4-BE49-F238E27FC236}">
                <a16:creationId xmlns:a16="http://schemas.microsoft.com/office/drawing/2014/main" id="{8F68DFDB-35A0-A5A3-46A0-8CECD6ADBA6A}"/>
              </a:ext>
            </a:extLst>
          </p:cNvPr>
          <p:cNvSpPr/>
          <p:nvPr/>
        </p:nvSpPr>
        <p:spPr bwMode="auto">
          <a:xfrm>
            <a:off x="7289190" y="5740568"/>
            <a:ext cx="1514819" cy="53745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2.2) B2</a:t>
            </a:r>
            <a:r>
              <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7030A0"/>
                </a:solidFill>
                <a:latin typeface="BIZ UDPゴシック" panose="020B0400000000000000" pitchFamily="50" charset="-128"/>
                <a:ea typeface="BIZ UDPゴシック" panose="020B0400000000000000" pitchFamily="50" charset="-128"/>
              </a:rPr>
              <a:t>・・・・・・・・・・・・・</a:t>
            </a:r>
            <a:endParaRPr lang="en-US" altLang="ja-JP" sz="1400">
              <a:solidFill>
                <a:srgbClr val="7030A0"/>
              </a:solidFill>
              <a:latin typeface="BIZ UDPゴシック" panose="020B0400000000000000" pitchFamily="50" charset="-128"/>
              <a:ea typeface="BIZ UDPゴシック" panose="020B0400000000000000" pitchFamily="50" charset="-128"/>
            </a:endParaRPr>
          </a:p>
        </p:txBody>
      </p:sp>
      <p:sp>
        <p:nvSpPr>
          <p:cNvPr id="27" name="正方形/長方形 26">
            <a:extLst>
              <a:ext uri="{FF2B5EF4-FFF2-40B4-BE49-F238E27FC236}">
                <a16:creationId xmlns:a16="http://schemas.microsoft.com/office/drawing/2014/main" id="{2AA2D443-F233-6DCE-541E-0060488FCD56}"/>
              </a:ext>
            </a:extLst>
          </p:cNvPr>
          <p:cNvSpPr/>
          <p:nvPr/>
        </p:nvSpPr>
        <p:spPr bwMode="auto">
          <a:xfrm>
            <a:off x="7289190" y="2456688"/>
            <a:ext cx="1514819" cy="537450"/>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2800" b="1" i="0" u="none" strike="noStrike" cap="none" normalizeH="0" baseline="0">
                <a:ln>
                  <a:noFill/>
                </a:ln>
                <a:solidFill>
                  <a:srgbClr val="FF0000"/>
                </a:solidFill>
                <a:effectLst/>
                <a:latin typeface="BIZ UDPゴシック" panose="020B0400000000000000" pitchFamily="50" charset="-128"/>
                <a:ea typeface="BIZ UDPゴシック" panose="020B0400000000000000" pitchFamily="50" charset="-128"/>
              </a:rPr>
              <a:t>1) A</a:t>
            </a:r>
            <a:endParaRPr lang="en-US" altLang="ja-JP">
              <a:solidFill>
                <a:srgbClr val="FF0000"/>
              </a:solidFill>
              <a:latin typeface="BIZ UDPゴシック" panose="020B0400000000000000" pitchFamily="50" charset="-128"/>
              <a:ea typeface="BIZ UDPゴシック" panose="020B0400000000000000" pitchFamily="50" charset="-128"/>
            </a:endParaRPr>
          </a:p>
        </p:txBody>
      </p:sp>
      <p:sp>
        <p:nvSpPr>
          <p:cNvPr id="31" name="正方形/長方形 30">
            <a:extLst>
              <a:ext uri="{FF2B5EF4-FFF2-40B4-BE49-F238E27FC236}">
                <a16:creationId xmlns:a16="http://schemas.microsoft.com/office/drawing/2014/main" id="{CD3B53F2-CCC9-F6B2-3E79-9B057EB7E489}"/>
              </a:ext>
            </a:extLst>
          </p:cNvPr>
          <p:cNvSpPr/>
          <p:nvPr/>
        </p:nvSpPr>
        <p:spPr bwMode="auto">
          <a:xfrm>
            <a:off x="7289190" y="4504698"/>
            <a:ext cx="1514819" cy="537450"/>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2800" b="1" i="0" u="none" strike="noStrike" cap="none" normalizeH="0" baseline="0">
                <a:ln>
                  <a:noFill/>
                </a:ln>
                <a:solidFill>
                  <a:srgbClr val="FF0000"/>
                </a:solidFill>
                <a:effectLst/>
                <a:latin typeface="BIZ UDPゴシック" panose="020B0400000000000000" pitchFamily="50" charset="-128"/>
                <a:ea typeface="BIZ UDPゴシック" panose="020B0400000000000000" pitchFamily="50" charset="-128"/>
              </a:rPr>
              <a:t>2) </a:t>
            </a:r>
            <a:r>
              <a:rPr kumimoji="1" lang="ja-JP" altLang="en-US" sz="2800" b="1" i="0" u="none" strike="noStrike" cap="none" normalizeH="0" baseline="0">
                <a:ln>
                  <a:noFill/>
                </a:ln>
                <a:solidFill>
                  <a:srgbClr val="FF0000"/>
                </a:solidFill>
                <a:effectLst/>
                <a:latin typeface="BIZ UDPゴシック" panose="020B0400000000000000" pitchFamily="50" charset="-128"/>
                <a:ea typeface="BIZ UDPゴシック" panose="020B0400000000000000" pitchFamily="50" charset="-128"/>
              </a:rPr>
              <a:t>Ｂ</a:t>
            </a:r>
            <a:endParaRPr lang="en-US" altLang="ja-JP">
              <a:solidFill>
                <a:srgbClr val="FF0000"/>
              </a:solidFill>
              <a:latin typeface="BIZ UDPゴシック" panose="020B0400000000000000" pitchFamily="50" charset="-128"/>
              <a:ea typeface="BIZ UDPゴシック" panose="020B0400000000000000" pitchFamily="50" charset="-128"/>
            </a:endParaRPr>
          </a:p>
        </p:txBody>
      </p:sp>
      <p:sp>
        <p:nvSpPr>
          <p:cNvPr id="32" name="テキスト ボックス 31">
            <a:extLst>
              <a:ext uri="{FF2B5EF4-FFF2-40B4-BE49-F238E27FC236}">
                <a16:creationId xmlns:a16="http://schemas.microsoft.com/office/drawing/2014/main" id="{C514EE70-0B4E-0259-6C59-972E253ECDF6}"/>
              </a:ext>
            </a:extLst>
          </p:cNvPr>
          <p:cNvSpPr txBox="1"/>
          <p:nvPr/>
        </p:nvSpPr>
        <p:spPr bwMode="auto">
          <a:xfrm>
            <a:off x="6377648" y="1340768"/>
            <a:ext cx="391093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Chapter Cover </a:t>
            </a:r>
            <a:r>
              <a:rPr kumimoji="1" lang="ja-JP" altLang="en-US" sz="1800" kern="0">
                <a:latin typeface="BIZ UDPゴシック" panose="020B0400000000000000" pitchFamily="50" charset="-128"/>
                <a:ea typeface="BIZ UDPゴシック" panose="020B0400000000000000" pitchFamily="50" charset="-128"/>
              </a:rPr>
              <a:t>スライドを挿入しておけば、話題の転換を明示できる</a:t>
            </a:r>
          </a:p>
        </p:txBody>
      </p:sp>
      <p:sp>
        <p:nvSpPr>
          <p:cNvPr id="33" name="テキスト ボックス 32">
            <a:extLst>
              <a:ext uri="{FF2B5EF4-FFF2-40B4-BE49-F238E27FC236}">
                <a16:creationId xmlns:a16="http://schemas.microsoft.com/office/drawing/2014/main" id="{565844C8-7757-F2B8-B847-2E73EECF742B}"/>
              </a:ext>
            </a:extLst>
          </p:cNvPr>
          <p:cNvSpPr txBox="1"/>
          <p:nvPr/>
        </p:nvSpPr>
        <p:spPr bwMode="auto">
          <a:xfrm>
            <a:off x="9655337" y="3293814"/>
            <a:ext cx="165618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en-US" altLang="ja-JP" sz="2400" kern="0">
                <a:latin typeface="BIZ UDPゴシック" panose="020B0400000000000000" pitchFamily="50" charset="-128"/>
                <a:ea typeface="BIZ UDPゴシック" panose="020B0400000000000000" pitchFamily="50" charset="-128"/>
              </a:rPr>
              <a:t>Chapter</a:t>
            </a:r>
          </a:p>
          <a:p>
            <a:pPr algn="l"/>
            <a:r>
              <a:rPr kumimoji="1" lang="en-US" altLang="ja-JP" sz="2400" kern="0">
                <a:latin typeface="BIZ UDPゴシック" panose="020B0400000000000000" pitchFamily="50" charset="-128"/>
                <a:ea typeface="BIZ UDPゴシック" panose="020B0400000000000000" pitchFamily="50" charset="-128"/>
              </a:rPr>
              <a:t>Cover</a:t>
            </a:r>
            <a:endParaRPr kumimoji="1" lang="ja-JP" altLang="en-US" sz="2400" kern="0">
              <a:latin typeface="BIZ UDPゴシック" panose="020B0400000000000000" pitchFamily="50" charset="-128"/>
              <a:ea typeface="BIZ UDPゴシック" panose="020B0400000000000000" pitchFamily="50" charset="-128"/>
            </a:endParaRPr>
          </a:p>
        </p:txBody>
      </p:sp>
      <p:cxnSp>
        <p:nvCxnSpPr>
          <p:cNvPr id="35" name="直線矢印コネクタ 34">
            <a:extLst>
              <a:ext uri="{FF2B5EF4-FFF2-40B4-BE49-F238E27FC236}">
                <a16:creationId xmlns:a16="http://schemas.microsoft.com/office/drawing/2014/main" id="{367BD1CC-93A9-F985-8AE5-755A14C95C98}"/>
              </a:ext>
            </a:extLst>
          </p:cNvPr>
          <p:cNvCxnSpPr>
            <a:cxnSpLocks/>
          </p:cNvCxnSpPr>
          <p:nvPr/>
        </p:nvCxnSpPr>
        <p:spPr bwMode="auto">
          <a:xfrm flipH="1" flipV="1">
            <a:off x="8616280" y="2852936"/>
            <a:ext cx="1039057" cy="832792"/>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cxnSp>
        <p:nvCxnSpPr>
          <p:cNvPr id="36" name="直線矢印コネクタ 35">
            <a:extLst>
              <a:ext uri="{FF2B5EF4-FFF2-40B4-BE49-F238E27FC236}">
                <a16:creationId xmlns:a16="http://schemas.microsoft.com/office/drawing/2014/main" id="{BCF4776F-5831-D33F-AC98-90E4F3575F1A}"/>
              </a:ext>
            </a:extLst>
          </p:cNvPr>
          <p:cNvCxnSpPr>
            <a:cxnSpLocks/>
          </p:cNvCxnSpPr>
          <p:nvPr/>
        </p:nvCxnSpPr>
        <p:spPr bwMode="auto">
          <a:xfrm flipH="1">
            <a:off x="8616280" y="3732897"/>
            <a:ext cx="1039057" cy="1040526"/>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6" name="正方形/長方形 5">
            <a:extLst>
              <a:ext uri="{FF2B5EF4-FFF2-40B4-BE49-F238E27FC236}">
                <a16:creationId xmlns:a16="http://schemas.microsoft.com/office/drawing/2014/main" id="{F7241224-5930-E161-D8F7-8FE72C7D87BE}"/>
              </a:ext>
            </a:extLst>
          </p:cNvPr>
          <p:cNvSpPr/>
          <p:nvPr/>
        </p:nvSpPr>
        <p:spPr bwMode="auto">
          <a:xfrm>
            <a:off x="9624392" y="195005"/>
            <a:ext cx="2241696"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en-US" altLang="ja-JP" sz="1100">
                <a:latin typeface="BIZ UDPゴシック" panose="020B0400000000000000" pitchFamily="50" charset="-128"/>
                <a:ea typeface="BIZ UDPゴシック" panose="020B0400000000000000" pitchFamily="50" charset="-128"/>
              </a:rPr>
              <a:t>chapter_cover_insertion_guide.pptx</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788740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18" name="exportrange">
            <a:extLst>
              <a:ext uri="{FF2B5EF4-FFF2-40B4-BE49-F238E27FC236}">
                <a16:creationId xmlns:a16="http://schemas.microsoft.com/office/drawing/2014/main" id="{65377F82-607D-C114-057D-33B73049F3DA}"/>
              </a:ext>
            </a:extLst>
          </p:cNvPr>
          <p:cNvSpPr/>
          <p:nvPr/>
        </p:nvSpPr>
        <p:spPr bwMode="auto">
          <a:xfrm>
            <a:off x="623392" y="943477"/>
            <a:ext cx="11089232" cy="5659293"/>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en-US" altLang="ja-JP"/>
              <a:t>1.4) Chapter Cover の挿入方法</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7" name="正方形/長方形 6">
            <a:extLst>
              <a:ext uri="{FF2B5EF4-FFF2-40B4-BE49-F238E27FC236}">
                <a16:creationId xmlns:a16="http://schemas.microsoft.com/office/drawing/2014/main" id="{51350175-C0B6-AA0C-087C-A327BCE9E516}"/>
              </a:ext>
            </a:extLst>
          </p:cNvPr>
          <p:cNvSpPr/>
          <p:nvPr/>
        </p:nvSpPr>
        <p:spPr bwMode="auto">
          <a:xfrm>
            <a:off x="1127448" y="2439852"/>
            <a:ext cx="1884976" cy="1594742"/>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8" name="正方形/長方形 7">
            <a:extLst>
              <a:ext uri="{FF2B5EF4-FFF2-40B4-BE49-F238E27FC236}">
                <a16:creationId xmlns:a16="http://schemas.microsoft.com/office/drawing/2014/main" id="{3B1D6BAA-96AE-843D-364F-A4FCE8CCE419}"/>
              </a:ext>
            </a:extLst>
          </p:cNvPr>
          <p:cNvSpPr/>
          <p:nvPr/>
        </p:nvSpPr>
        <p:spPr bwMode="auto">
          <a:xfrm>
            <a:off x="1312526" y="2609471"/>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A1</a:t>
            </a:r>
            <a:r>
              <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00B0F0"/>
                </a:solidFill>
                <a:latin typeface="BIZ UDPゴシック" panose="020B0400000000000000" pitchFamily="50" charset="-128"/>
                <a:ea typeface="BIZ UDPゴシック" panose="020B0400000000000000" pitchFamily="50" charset="-128"/>
              </a:rPr>
              <a:t>・・・・・・・・・・・・・</a:t>
            </a:r>
            <a:endParaRPr lang="en-US" altLang="ja-JP" sz="1400">
              <a:solidFill>
                <a:srgbClr val="00B0F0"/>
              </a:solidFill>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8AD558AE-A8DE-992D-118B-6E830EE543FC}"/>
              </a:ext>
            </a:extLst>
          </p:cNvPr>
          <p:cNvSpPr/>
          <p:nvPr/>
        </p:nvSpPr>
        <p:spPr bwMode="auto">
          <a:xfrm>
            <a:off x="1312526" y="3305124"/>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A2</a:t>
            </a:r>
            <a:r>
              <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00B0F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00B0F0"/>
                </a:solidFill>
                <a:latin typeface="BIZ UDPゴシック" panose="020B0400000000000000" pitchFamily="50" charset="-128"/>
                <a:ea typeface="BIZ UDPゴシック" panose="020B0400000000000000" pitchFamily="50" charset="-128"/>
              </a:rPr>
              <a:t>・・・・・・・・・・・・・</a:t>
            </a:r>
            <a:endParaRPr lang="en-US" altLang="ja-JP" sz="1400">
              <a:solidFill>
                <a:srgbClr val="00B0F0"/>
              </a:solidFill>
              <a:latin typeface="BIZ UDPゴシック" panose="020B0400000000000000" pitchFamily="50" charset="-128"/>
              <a:ea typeface="BIZ UDPゴシック" panose="020B0400000000000000" pitchFamily="50" charset="-128"/>
            </a:endParaRPr>
          </a:p>
        </p:txBody>
      </p:sp>
      <p:sp>
        <p:nvSpPr>
          <p:cNvPr id="11" name="正方形/長方形 10">
            <a:extLst>
              <a:ext uri="{FF2B5EF4-FFF2-40B4-BE49-F238E27FC236}">
                <a16:creationId xmlns:a16="http://schemas.microsoft.com/office/drawing/2014/main" id="{C83A1BEE-2517-E729-75B1-A1687382372B}"/>
              </a:ext>
            </a:extLst>
          </p:cNvPr>
          <p:cNvSpPr/>
          <p:nvPr/>
        </p:nvSpPr>
        <p:spPr bwMode="auto">
          <a:xfrm>
            <a:off x="1127448" y="4557059"/>
            <a:ext cx="1884976" cy="1484766"/>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5" name="正方形/長方形 14">
            <a:extLst>
              <a:ext uri="{FF2B5EF4-FFF2-40B4-BE49-F238E27FC236}">
                <a16:creationId xmlns:a16="http://schemas.microsoft.com/office/drawing/2014/main" id="{2A60EEEC-286E-2EEA-FA79-A52160FED473}"/>
              </a:ext>
            </a:extLst>
          </p:cNvPr>
          <p:cNvSpPr/>
          <p:nvPr/>
        </p:nvSpPr>
        <p:spPr bwMode="auto">
          <a:xfrm>
            <a:off x="1312526" y="4681838"/>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B1</a:t>
            </a:r>
            <a:r>
              <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7030A0"/>
                </a:solidFill>
                <a:latin typeface="BIZ UDPゴシック" panose="020B0400000000000000" pitchFamily="50" charset="-128"/>
                <a:ea typeface="BIZ UDPゴシック" panose="020B0400000000000000" pitchFamily="50" charset="-128"/>
              </a:rPr>
              <a:t>・・・・・・・・・・・・・</a:t>
            </a:r>
            <a:endParaRPr lang="en-US" altLang="ja-JP" sz="1400">
              <a:solidFill>
                <a:srgbClr val="7030A0"/>
              </a:solidFill>
              <a:latin typeface="BIZ UDPゴシック" panose="020B0400000000000000" pitchFamily="50" charset="-128"/>
              <a:ea typeface="BIZ UDPゴシック" panose="020B0400000000000000" pitchFamily="50" charset="-128"/>
            </a:endParaRPr>
          </a:p>
        </p:txBody>
      </p:sp>
      <p:sp>
        <p:nvSpPr>
          <p:cNvPr id="20" name="正方形/長方形 19">
            <a:extLst>
              <a:ext uri="{FF2B5EF4-FFF2-40B4-BE49-F238E27FC236}">
                <a16:creationId xmlns:a16="http://schemas.microsoft.com/office/drawing/2014/main" id="{D790BCFC-DC74-BF15-64A5-70D4AAB44FBE}"/>
              </a:ext>
            </a:extLst>
          </p:cNvPr>
          <p:cNvSpPr/>
          <p:nvPr/>
        </p:nvSpPr>
        <p:spPr bwMode="auto">
          <a:xfrm>
            <a:off x="1312526" y="5354845"/>
            <a:ext cx="1514819" cy="59119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B2</a:t>
            </a:r>
            <a:r>
              <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 </a:t>
            </a:r>
            <a:r>
              <a:rPr kumimoji="1" lang="ja-JP" altLang="en-US"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rPr>
              <a:t>・・・・・・・・・・</a:t>
            </a:r>
            <a:endParaRPr kumimoji="1" lang="en-US" altLang="ja-JP" sz="1400" b="1" i="0" u="none" strike="noStrike" cap="none" normalizeH="0" baseline="0">
              <a:ln>
                <a:noFill/>
              </a:ln>
              <a:solidFill>
                <a:srgbClr val="7030A0"/>
              </a:solidFill>
              <a:effectLst/>
              <a:latin typeface="BIZ UDPゴシック" panose="020B0400000000000000" pitchFamily="50" charset="-128"/>
              <a:ea typeface="BIZ UDPゴシック" panose="020B0400000000000000" pitchFamily="50" charset="-128"/>
            </a:endParaRPr>
          </a:p>
          <a:p>
            <a:pPr algn="ctr" eaLnBrk="1" hangingPunct="1"/>
            <a:r>
              <a:rPr lang="ja-JP" altLang="en-US" sz="1400">
                <a:solidFill>
                  <a:srgbClr val="7030A0"/>
                </a:solidFill>
                <a:latin typeface="BIZ UDPゴシック" panose="020B0400000000000000" pitchFamily="50" charset="-128"/>
                <a:ea typeface="BIZ UDPゴシック" panose="020B0400000000000000" pitchFamily="50" charset="-128"/>
              </a:rPr>
              <a:t>・・・・・・・・・・・・・</a:t>
            </a:r>
            <a:endParaRPr lang="en-US" altLang="ja-JP" sz="1400">
              <a:solidFill>
                <a:srgbClr val="7030A0"/>
              </a:solidFill>
              <a:latin typeface="BIZ UDPゴシック" panose="020B0400000000000000" pitchFamily="50" charset="-128"/>
              <a:ea typeface="BIZ UDPゴシック" panose="020B0400000000000000" pitchFamily="50" charset="-128"/>
            </a:endParaRPr>
          </a:p>
        </p:txBody>
      </p:sp>
      <p:sp>
        <p:nvSpPr>
          <p:cNvPr id="25" name="テキスト ボックス 24">
            <a:extLst>
              <a:ext uri="{FF2B5EF4-FFF2-40B4-BE49-F238E27FC236}">
                <a16:creationId xmlns:a16="http://schemas.microsoft.com/office/drawing/2014/main" id="{E972A0A5-D863-9A1A-3F1A-128D5E57271A}"/>
              </a:ext>
            </a:extLst>
          </p:cNvPr>
          <p:cNvSpPr txBox="1"/>
          <p:nvPr/>
        </p:nvSpPr>
        <p:spPr bwMode="auto">
          <a:xfrm>
            <a:off x="1128819" y="2074621"/>
            <a:ext cx="15841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A.pptx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27" name="テキスト ボックス 26">
            <a:extLst>
              <a:ext uri="{FF2B5EF4-FFF2-40B4-BE49-F238E27FC236}">
                <a16:creationId xmlns:a16="http://schemas.microsoft.com/office/drawing/2014/main" id="{B87ACC64-E580-B468-8DB8-95A9A2453751}"/>
              </a:ext>
            </a:extLst>
          </p:cNvPr>
          <p:cNvSpPr txBox="1"/>
          <p:nvPr/>
        </p:nvSpPr>
        <p:spPr bwMode="auto">
          <a:xfrm>
            <a:off x="1128819" y="4169526"/>
            <a:ext cx="15841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B.pptx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39" name="テキスト ボックス 38">
            <a:extLst>
              <a:ext uri="{FF2B5EF4-FFF2-40B4-BE49-F238E27FC236}">
                <a16:creationId xmlns:a16="http://schemas.microsoft.com/office/drawing/2014/main" id="{04930B9E-19C5-0A88-5717-71BD29D2012C}"/>
              </a:ext>
            </a:extLst>
          </p:cNvPr>
          <p:cNvSpPr txBox="1"/>
          <p:nvPr/>
        </p:nvSpPr>
        <p:spPr bwMode="auto">
          <a:xfrm>
            <a:off x="4084271" y="2184367"/>
            <a:ext cx="5051899" cy="397031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spAutoFit/>
          </a:bodyPr>
          <a:lstStyle/>
          <a:p>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procedure:</a:t>
            </a:r>
          </a:p>
          <a:p>
            <a:r>
              <a:rPr lang="en-US" altLang="ja-JP" sz="1800" b="0" kern="0">
                <a:solidFill>
                  <a:srgbClr val="FF0000"/>
                </a:solidFill>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 operation: insertpptx</a:t>
            </a:r>
          </a:p>
          <a:p>
            <a:r>
              <a:rPr lang="en-US" altLang="ja-JP" sz="1800" b="0" kern="0">
                <a:solidFill>
                  <a:srgbClr val="FF0000"/>
                </a:solidFill>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pptxfilename: chaptercover.pptx</a:t>
            </a:r>
          </a:p>
          <a:p>
            <a:r>
              <a:rPr lang="en-US" altLang="ja-JP" sz="1800" b="0" kern="0">
                <a:solidFill>
                  <a:srgbClr val="FF0000"/>
                </a:solidFill>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vars:</a:t>
            </a:r>
          </a:p>
          <a:p>
            <a:r>
              <a:rPr lang="en-US" altLang="ja-JP" sz="1800" b="0" kern="0">
                <a:solidFill>
                  <a:srgbClr val="FF0000"/>
                </a:solidFill>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CHAPT_TITLE: </a:t>
            </a:r>
            <a:r>
              <a:rPr lang="ja-JP" altLang="en-US" sz="1800" b="0" kern="0">
                <a:solidFill>
                  <a:srgbClr val="FF0000"/>
                </a:solidFill>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Ａ章</a:t>
            </a:r>
          </a:p>
          <a:p>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 operation: insertpptx</a:t>
            </a:r>
          </a:p>
          <a:p>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pptxfilename: A.pptx</a:t>
            </a:r>
            <a:endPar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endParaRPr>
          </a:p>
          <a:p>
            <a:endPar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endParaRPr>
          </a:p>
          <a:p>
            <a:r>
              <a:rPr lang="en-US" altLang="ja-JP" sz="1800" b="0" kern="0">
                <a:solidFill>
                  <a:srgbClr val="FF0000"/>
                </a:solidFill>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 operation: insertpptx</a:t>
            </a:r>
          </a:p>
          <a:p>
            <a:r>
              <a:rPr lang="en-US" altLang="ja-JP" sz="1800" b="0" kern="0">
                <a:solidFill>
                  <a:srgbClr val="FF0000"/>
                </a:solidFill>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pptxfilename: chaptercover.pptx</a:t>
            </a:r>
          </a:p>
          <a:p>
            <a:r>
              <a:rPr lang="en-US" altLang="ja-JP" sz="1800" b="0" kern="0">
                <a:solidFill>
                  <a:srgbClr val="FF0000"/>
                </a:solidFill>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vars:</a:t>
            </a:r>
          </a:p>
          <a:p>
            <a:r>
              <a:rPr lang="en-US" altLang="ja-JP" sz="1800" b="0" kern="0">
                <a:solidFill>
                  <a:srgbClr val="FF0000"/>
                </a:solidFill>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CHAPT_TITLE: </a:t>
            </a:r>
            <a:r>
              <a:rPr lang="ja-JP" altLang="en-US" sz="1800" b="0" kern="0">
                <a:solidFill>
                  <a:srgbClr val="FF0000"/>
                </a:solidFill>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Ｂ章</a:t>
            </a:r>
            <a:endParaRPr lang="en-US" altLang="ja-JP" sz="1800" b="0" kern="0">
              <a:solidFill>
                <a:srgbClr val="FF0000"/>
              </a:solidFill>
              <a:latin typeface="Moralerspace Xenon HWJPDOC" panose="020B0509020203020207" pitchFamily="49" charset="-128"/>
              <a:ea typeface="Moralerspace Xenon HWJPDOC" panose="020B0509020203020207" pitchFamily="49" charset="-128"/>
              <a:cs typeface="Moralerspace Xenon HWJPDOC" panose="020B0509020203020207" pitchFamily="49" charset="-128"/>
            </a:endParaRPr>
          </a:p>
          <a:p>
            <a:r>
              <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a:t>
            </a:r>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operation: insertpptx</a:t>
            </a:r>
          </a:p>
          <a:p>
            <a:r>
              <a:rPr lang="en-US" altLang="ja-JP"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pptxfilename: B.pptx</a:t>
            </a:r>
            <a:endParaRPr lang="ja-JP" altLang="en-US" sz="18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endParaRPr>
          </a:p>
        </p:txBody>
      </p:sp>
      <p:sp>
        <p:nvSpPr>
          <p:cNvPr id="4" name="テキスト ボックス 3">
            <a:extLst>
              <a:ext uri="{FF2B5EF4-FFF2-40B4-BE49-F238E27FC236}">
                <a16:creationId xmlns:a16="http://schemas.microsoft.com/office/drawing/2014/main" id="{A6207AC3-BF77-33DB-E1CA-44C33C449BE0}"/>
              </a:ext>
            </a:extLst>
          </p:cNvPr>
          <p:cNvSpPr txBox="1"/>
          <p:nvPr/>
        </p:nvSpPr>
        <p:spPr bwMode="auto">
          <a:xfrm>
            <a:off x="3924477" y="1295368"/>
            <a:ext cx="53714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Chapter Cover </a:t>
            </a:r>
            <a:r>
              <a:rPr kumimoji="1" lang="ja-JP" altLang="en-US" sz="1800" kern="0">
                <a:latin typeface="BIZ UDPゴシック" panose="020B0400000000000000" pitchFamily="50" charset="-128"/>
                <a:ea typeface="BIZ UDPゴシック" panose="020B0400000000000000" pitchFamily="50" charset="-128"/>
              </a:rPr>
              <a:t>用の</a:t>
            </a:r>
            <a:r>
              <a:rPr kumimoji="1" lang="en-US" altLang="ja-JP" sz="1800" kern="0">
                <a:latin typeface="BIZ UDPゴシック" panose="020B0400000000000000" pitchFamily="50" charset="-128"/>
                <a:ea typeface="BIZ UDPゴシック" panose="020B0400000000000000" pitchFamily="50" charset="-128"/>
              </a:rPr>
              <a:t>1</a:t>
            </a:r>
            <a:r>
              <a:rPr kumimoji="1" lang="ja-JP" altLang="en-US" sz="1800" kern="0">
                <a:latin typeface="BIZ UDPゴシック" panose="020B0400000000000000" pitchFamily="50" charset="-128"/>
                <a:ea typeface="BIZ UDPゴシック" panose="020B0400000000000000" pitchFamily="50" charset="-128"/>
              </a:rPr>
              <a:t>枚だけのスライドを作って</a:t>
            </a:r>
            <a:r>
              <a:rPr kumimoji="1" lang="en-US" altLang="ja-JP" sz="1800" kern="0">
                <a:latin typeface="BIZ UDPゴシック" panose="020B0400000000000000" pitchFamily="50" charset="-128"/>
                <a:ea typeface="BIZ UDPゴシック" panose="020B0400000000000000" pitchFamily="50" charset="-128"/>
              </a:rPr>
              <a:t>operation: chapter </a:t>
            </a:r>
            <a:r>
              <a:rPr kumimoji="1" lang="ja-JP" altLang="en-US" sz="1800" kern="0">
                <a:latin typeface="BIZ UDPゴシック" panose="020B0400000000000000" pitchFamily="50" charset="-128"/>
                <a:ea typeface="BIZ UDPゴシック" panose="020B0400000000000000" pitchFamily="50" charset="-128"/>
              </a:rPr>
              <a:t>の代わりに挿入します</a:t>
            </a:r>
          </a:p>
        </p:txBody>
      </p:sp>
      <p:sp>
        <p:nvSpPr>
          <p:cNvPr id="5" name="テキスト ボックス 4">
            <a:extLst>
              <a:ext uri="{FF2B5EF4-FFF2-40B4-BE49-F238E27FC236}">
                <a16:creationId xmlns:a16="http://schemas.microsoft.com/office/drawing/2014/main" id="{182AE493-7D97-872D-C7A0-A68D1FF3AF53}"/>
              </a:ext>
            </a:extLst>
          </p:cNvPr>
          <p:cNvSpPr txBox="1"/>
          <p:nvPr/>
        </p:nvSpPr>
        <p:spPr bwMode="auto">
          <a:xfrm>
            <a:off x="1055440" y="1171258"/>
            <a:ext cx="230425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コンテンツの入った</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文書部品 </a:t>
            </a:r>
            <a:r>
              <a:rPr kumimoji="1" lang="en-US" altLang="ja-JP" sz="1800" kern="0">
                <a:latin typeface="BIZ UDPゴシック" panose="020B0400000000000000" pitchFamily="50" charset="-128"/>
                <a:ea typeface="BIZ UDPゴシック" panose="020B0400000000000000" pitchFamily="50" charset="-128"/>
              </a:rPr>
              <a:t>pptx</a:t>
            </a:r>
            <a:endParaRPr kumimoji="1" lang="ja-JP" altLang="en-US" sz="1800" kern="0">
              <a:latin typeface="BIZ UDPゴシック" panose="020B0400000000000000" pitchFamily="50" charset="-128"/>
              <a:ea typeface="BIZ UDPゴシック" panose="020B0400000000000000" pitchFamily="50" charset="-128"/>
            </a:endParaRPr>
          </a:p>
        </p:txBody>
      </p:sp>
      <p:cxnSp>
        <p:nvCxnSpPr>
          <p:cNvPr id="6" name="直線矢印コネクタ 5">
            <a:extLst>
              <a:ext uri="{FF2B5EF4-FFF2-40B4-BE49-F238E27FC236}">
                <a16:creationId xmlns:a16="http://schemas.microsoft.com/office/drawing/2014/main" id="{5F7D1EB7-B067-6964-CBC7-2616FDA45DB3}"/>
              </a:ext>
            </a:extLst>
          </p:cNvPr>
          <p:cNvCxnSpPr>
            <a:cxnSpLocks/>
            <a:stCxn id="7" idx="3"/>
          </p:cNvCxnSpPr>
          <p:nvPr/>
        </p:nvCxnSpPr>
        <p:spPr bwMode="auto">
          <a:xfrm>
            <a:off x="3012424" y="3237223"/>
            <a:ext cx="1571408" cy="659096"/>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cxnSp>
        <p:nvCxnSpPr>
          <p:cNvPr id="13" name="直線矢印コネクタ 12">
            <a:extLst>
              <a:ext uri="{FF2B5EF4-FFF2-40B4-BE49-F238E27FC236}">
                <a16:creationId xmlns:a16="http://schemas.microsoft.com/office/drawing/2014/main" id="{F5F11058-0407-9A89-FF84-FD4EF54A1597}"/>
              </a:ext>
            </a:extLst>
          </p:cNvPr>
          <p:cNvCxnSpPr>
            <a:cxnSpLocks/>
          </p:cNvCxnSpPr>
          <p:nvPr/>
        </p:nvCxnSpPr>
        <p:spPr bwMode="auto">
          <a:xfrm>
            <a:off x="3012424" y="5295849"/>
            <a:ext cx="1699897" cy="572216"/>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16" name="正方形/長方形 15">
            <a:extLst>
              <a:ext uri="{FF2B5EF4-FFF2-40B4-BE49-F238E27FC236}">
                <a16:creationId xmlns:a16="http://schemas.microsoft.com/office/drawing/2014/main" id="{F25A2A18-3BFD-8E6F-24CC-AFB90BCBBEB4}"/>
              </a:ext>
            </a:extLst>
          </p:cNvPr>
          <p:cNvSpPr/>
          <p:nvPr/>
        </p:nvSpPr>
        <p:spPr bwMode="auto">
          <a:xfrm>
            <a:off x="9840416" y="3174744"/>
            <a:ext cx="1514819" cy="786882"/>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a:solidFill>
                  <a:srgbClr val="FF0000"/>
                </a:solidFill>
                <a:latin typeface="BIZ UDPゴシック" panose="020B0400000000000000" pitchFamily="50" charset="-128"/>
                <a:ea typeface="BIZ UDPゴシック" panose="020B0400000000000000" pitchFamily="50" charset="-128"/>
              </a:rPr>
              <a:t>CC </a:t>
            </a:r>
          </a:p>
          <a:p>
            <a:pPr marL="0" marR="0" indent="0" algn="ctr" defTabSz="914400" rtl="0" eaLnBrk="1" fontAlgn="base" latinLnBrk="0" hangingPunct="1">
              <a:lnSpc>
                <a:spcPct val="100000"/>
              </a:lnSpc>
              <a:spcBef>
                <a:spcPct val="0"/>
              </a:spcBef>
              <a:spcAft>
                <a:spcPct val="0"/>
              </a:spcAft>
              <a:buClrTx/>
              <a:buSzTx/>
              <a:buFontTx/>
              <a:buNone/>
              <a:tabLst/>
            </a:pPr>
            <a:r>
              <a:rPr lang="en-US" altLang="ja-JP">
                <a:solidFill>
                  <a:srgbClr val="FF0000"/>
                </a:solidFill>
                <a:latin typeface="BIZ UDPゴシック" panose="020B0400000000000000" pitchFamily="50" charset="-128"/>
                <a:ea typeface="BIZ UDPゴシック" panose="020B0400000000000000" pitchFamily="50" charset="-128"/>
              </a:rPr>
              <a:t>template</a:t>
            </a:r>
          </a:p>
        </p:txBody>
      </p:sp>
      <p:sp>
        <p:nvSpPr>
          <p:cNvPr id="17" name="テキスト ボックス 16">
            <a:extLst>
              <a:ext uri="{FF2B5EF4-FFF2-40B4-BE49-F238E27FC236}">
                <a16:creationId xmlns:a16="http://schemas.microsoft.com/office/drawing/2014/main" id="{2D7D94EA-1472-24FB-AD4E-8463E31B372C}"/>
              </a:ext>
            </a:extLst>
          </p:cNvPr>
          <p:cNvSpPr txBox="1"/>
          <p:nvPr/>
        </p:nvSpPr>
        <p:spPr bwMode="auto">
          <a:xfrm>
            <a:off x="9408368" y="2780928"/>
            <a:ext cx="255133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600" kern="0">
                <a:latin typeface="BIZ UDPゴシック" panose="020B0400000000000000" pitchFamily="50" charset="-128"/>
                <a:ea typeface="BIZ UDPゴシック" panose="020B0400000000000000" pitchFamily="50" charset="-128"/>
              </a:rPr>
              <a:t>chaptercover</a:t>
            </a:r>
            <a:r>
              <a:rPr kumimoji="1" lang="en-US" altLang="ja-JP" sz="1600" kern="0">
                <a:latin typeface="BIZ UDPゴシック" panose="020B0400000000000000" pitchFamily="50" charset="-128"/>
                <a:ea typeface="BIZ UDPゴシック" panose="020B0400000000000000" pitchFamily="50" charset="-128"/>
              </a:rPr>
              <a:t>.pptx</a:t>
            </a:r>
            <a:endParaRPr kumimoji="1" lang="ja-JP" altLang="en-US" sz="1600" kern="0">
              <a:latin typeface="BIZ UDPゴシック" panose="020B0400000000000000" pitchFamily="50" charset="-128"/>
              <a:ea typeface="BIZ UDPゴシック" panose="020B0400000000000000" pitchFamily="50" charset="-128"/>
            </a:endParaRPr>
          </a:p>
        </p:txBody>
      </p:sp>
      <p:cxnSp>
        <p:nvCxnSpPr>
          <p:cNvPr id="19" name="直線矢印コネクタ 18">
            <a:extLst>
              <a:ext uri="{FF2B5EF4-FFF2-40B4-BE49-F238E27FC236}">
                <a16:creationId xmlns:a16="http://schemas.microsoft.com/office/drawing/2014/main" id="{C9AF5425-7BA8-91FC-1E87-3BA4D87893DC}"/>
              </a:ext>
            </a:extLst>
          </p:cNvPr>
          <p:cNvCxnSpPr>
            <a:cxnSpLocks/>
            <a:stCxn id="16" idx="1"/>
          </p:cNvCxnSpPr>
          <p:nvPr/>
        </p:nvCxnSpPr>
        <p:spPr bwMode="auto">
          <a:xfrm flipH="1" flipV="1">
            <a:off x="7752184" y="3031892"/>
            <a:ext cx="2088232" cy="536293"/>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cxnSp>
        <p:nvCxnSpPr>
          <p:cNvPr id="23" name="直線矢印コネクタ 22">
            <a:extLst>
              <a:ext uri="{FF2B5EF4-FFF2-40B4-BE49-F238E27FC236}">
                <a16:creationId xmlns:a16="http://schemas.microsoft.com/office/drawing/2014/main" id="{5865C4E5-056A-879F-4778-CF1DA6D22852}"/>
              </a:ext>
            </a:extLst>
          </p:cNvPr>
          <p:cNvCxnSpPr>
            <a:cxnSpLocks/>
            <a:stCxn id="16" idx="1"/>
          </p:cNvCxnSpPr>
          <p:nvPr/>
        </p:nvCxnSpPr>
        <p:spPr bwMode="auto">
          <a:xfrm flipH="1">
            <a:off x="7896200" y="3568185"/>
            <a:ext cx="1944216" cy="1230305"/>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29" name="テキスト ボックス 28">
            <a:extLst>
              <a:ext uri="{FF2B5EF4-FFF2-40B4-BE49-F238E27FC236}">
                <a16:creationId xmlns:a16="http://schemas.microsoft.com/office/drawing/2014/main" id="{5F8F0640-B6DE-0DEC-A842-CFDBBBBADB29}"/>
              </a:ext>
            </a:extLst>
          </p:cNvPr>
          <p:cNvSpPr txBox="1"/>
          <p:nvPr/>
        </p:nvSpPr>
        <p:spPr bwMode="auto">
          <a:xfrm>
            <a:off x="9408368" y="5283826"/>
            <a:ext cx="25513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sz="1600" kern="0">
                <a:latin typeface="BIZ UDPゴシック" panose="020B0400000000000000" pitchFamily="50" charset="-128"/>
                <a:ea typeface="BIZ UDPゴシック" panose="020B0400000000000000" pitchFamily="50" charset="-128"/>
              </a:rPr>
              <a:t>テンプレートの中身は</a:t>
            </a:r>
            <a:endParaRPr kumimoji="1" lang="en-US" altLang="ja-JP" sz="1600" kern="0">
              <a:latin typeface="BIZ UDPゴシック" panose="020B0400000000000000" pitchFamily="50" charset="-128"/>
              <a:ea typeface="BIZ UDPゴシック" panose="020B0400000000000000" pitchFamily="50" charset="-128"/>
            </a:endParaRPr>
          </a:p>
          <a:p>
            <a:r>
              <a:rPr kumimoji="1" lang="ja-JP" altLang="en-US" sz="1600" kern="0">
                <a:latin typeface="BIZ UDPゴシック" panose="020B0400000000000000" pitchFamily="50" charset="-128"/>
                <a:ea typeface="BIZ UDPゴシック" panose="020B0400000000000000" pitchFamily="50" charset="-128"/>
              </a:rPr>
              <a:t>変数で書き換える</a:t>
            </a:r>
          </a:p>
        </p:txBody>
      </p:sp>
      <p:cxnSp>
        <p:nvCxnSpPr>
          <p:cNvPr id="30" name="直線矢印コネクタ 29">
            <a:extLst>
              <a:ext uri="{FF2B5EF4-FFF2-40B4-BE49-F238E27FC236}">
                <a16:creationId xmlns:a16="http://schemas.microsoft.com/office/drawing/2014/main" id="{4B2178B9-517E-761E-0062-23E5E7448470}"/>
              </a:ext>
            </a:extLst>
          </p:cNvPr>
          <p:cNvCxnSpPr>
            <a:cxnSpLocks/>
            <a:stCxn id="29" idx="1"/>
          </p:cNvCxnSpPr>
          <p:nvPr/>
        </p:nvCxnSpPr>
        <p:spPr bwMode="auto">
          <a:xfrm flipH="1" flipV="1">
            <a:off x="7032104" y="5383993"/>
            <a:ext cx="2376264" cy="192221"/>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35" name="テキスト ボックス 34">
            <a:extLst>
              <a:ext uri="{FF2B5EF4-FFF2-40B4-BE49-F238E27FC236}">
                <a16:creationId xmlns:a16="http://schemas.microsoft.com/office/drawing/2014/main" id="{777F6D0F-4AC1-C71F-5CC0-1C339D7A1C36}"/>
              </a:ext>
            </a:extLst>
          </p:cNvPr>
          <p:cNvSpPr txBox="1"/>
          <p:nvPr/>
        </p:nvSpPr>
        <p:spPr bwMode="auto">
          <a:xfrm>
            <a:off x="9754006" y="3996353"/>
            <a:ext cx="174259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sz="1600" kern="0">
                <a:latin typeface="BIZ UDPゴシック" panose="020B0400000000000000" pitchFamily="50" charset="-128"/>
                <a:ea typeface="BIZ UDPゴシック" panose="020B0400000000000000" pitchFamily="50" charset="-128"/>
              </a:rPr>
              <a:t>１スライドだけの</a:t>
            </a:r>
            <a:endParaRPr kumimoji="1" lang="en-US" altLang="ja-JP" sz="1600" kern="0">
              <a:latin typeface="BIZ UDPゴシック" panose="020B0400000000000000" pitchFamily="50" charset="-128"/>
              <a:ea typeface="BIZ UDPゴシック" panose="020B0400000000000000" pitchFamily="50" charset="-128"/>
            </a:endParaRPr>
          </a:p>
          <a:p>
            <a:r>
              <a:rPr lang="en-US" altLang="ja-JP" sz="1600" kern="0">
                <a:latin typeface="BIZ UDPゴシック" panose="020B0400000000000000" pitchFamily="50" charset="-128"/>
                <a:ea typeface="BIZ UDPゴシック" panose="020B0400000000000000" pitchFamily="50" charset="-128"/>
              </a:rPr>
              <a:t>pptx</a:t>
            </a:r>
            <a:r>
              <a:rPr lang="ja-JP" altLang="en-US" sz="1600" kern="0">
                <a:latin typeface="BIZ UDPゴシック" panose="020B0400000000000000" pitchFamily="50" charset="-128"/>
                <a:ea typeface="BIZ UDPゴシック" panose="020B0400000000000000" pitchFamily="50" charset="-128"/>
              </a:rPr>
              <a:t>ファイル</a:t>
            </a:r>
            <a:endParaRPr kumimoji="1" lang="ja-JP" altLang="en-US" sz="1600" kern="0">
              <a:latin typeface="BIZ UDPゴシック" panose="020B0400000000000000" pitchFamily="50" charset="-128"/>
              <a:ea typeface="BIZ UDPゴシック" panose="020B0400000000000000" pitchFamily="50" charset="-128"/>
            </a:endParaRPr>
          </a:p>
        </p:txBody>
      </p:sp>
      <p:sp>
        <p:nvSpPr>
          <p:cNvPr id="14" name="正方形/長方形 13">
            <a:extLst>
              <a:ext uri="{FF2B5EF4-FFF2-40B4-BE49-F238E27FC236}">
                <a16:creationId xmlns:a16="http://schemas.microsoft.com/office/drawing/2014/main" id="{080B30F9-90AE-99E7-9846-CFBC34692F59}"/>
              </a:ext>
            </a:extLst>
          </p:cNvPr>
          <p:cNvSpPr/>
          <p:nvPr/>
        </p:nvSpPr>
        <p:spPr bwMode="auto">
          <a:xfrm>
            <a:off x="9624392" y="195005"/>
            <a:ext cx="2241696"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en-US" altLang="ja-JP" sz="1100">
                <a:latin typeface="BIZ UDPゴシック" panose="020B0400000000000000" pitchFamily="50" charset="-128"/>
                <a:ea typeface="BIZ UDPゴシック" panose="020B0400000000000000" pitchFamily="50" charset="-128"/>
              </a:rPr>
              <a:t>chapter_cover_insertion_guide.pptx</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121881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6" name="exportrange">
            <a:extLst>
              <a:ext uri="{FF2B5EF4-FFF2-40B4-BE49-F238E27FC236}">
                <a16:creationId xmlns:a16="http://schemas.microsoft.com/office/drawing/2014/main" id="{2A4CF3E6-CF18-0BE9-C01B-00702908DFB5}"/>
              </a:ext>
            </a:extLst>
          </p:cNvPr>
          <p:cNvSpPr/>
          <p:nvPr/>
        </p:nvSpPr>
        <p:spPr bwMode="auto">
          <a:xfrm>
            <a:off x="623391" y="1056644"/>
            <a:ext cx="10873207" cy="5396692"/>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en-US" altLang="ja-JP"/>
              <a:t>1.5) Chapter Cover テンプレートファイルの作り方</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pic>
        <p:nvPicPr>
          <p:cNvPr id="9" name="図 8">
            <a:extLst>
              <a:ext uri="{FF2B5EF4-FFF2-40B4-BE49-F238E27FC236}">
                <a16:creationId xmlns:a16="http://schemas.microsoft.com/office/drawing/2014/main" id="{C9788F26-4648-F8F7-F9A4-78632B2383E4}"/>
              </a:ext>
            </a:extLst>
          </p:cNvPr>
          <p:cNvPicPr>
            <a:picLocks noChangeAspect="1"/>
          </p:cNvPicPr>
          <p:nvPr/>
        </p:nvPicPr>
        <p:blipFill>
          <a:blip r:embed="rId3"/>
          <a:stretch>
            <a:fillRect/>
          </a:stretch>
        </p:blipFill>
        <p:spPr>
          <a:xfrm>
            <a:off x="931188" y="3058167"/>
            <a:ext cx="4876780" cy="2743189"/>
          </a:xfrm>
          <a:prstGeom prst="rect">
            <a:avLst/>
          </a:prstGeom>
          <a:ln>
            <a:solidFill>
              <a:schemeClr val="tx1"/>
            </a:solidFill>
          </a:ln>
        </p:spPr>
      </p:pic>
      <p:sp>
        <p:nvSpPr>
          <p:cNvPr id="10" name="テキスト ボックス 9">
            <a:extLst>
              <a:ext uri="{FF2B5EF4-FFF2-40B4-BE49-F238E27FC236}">
                <a16:creationId xmlns:a16="http://schemas.microsoft.com/office/drawing/2014/main" id="{973F5C4F-2074-44F2-CE0B-B7BE6A6344C5}"/>
              </a:ext>
            </a:extLst>
          </p:cNvPr>
          <p:cNvSpPr txBox="1"/>
          <p:nvPr/>
        </p:nvSpPr>
        <p:spPr bwMode="auto">
          <a:xfrm>
            <a:off x="1702350" y="2555612"/>
            <a:ext cx="36015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2400" kern="0">
                <a:latin typeface="BIZ UDPゴシック" panose="020B0400000000000000" pitchFamily="50" charset="-128"/>
                <a:ea typeface="BIZ UDPゴシック" panose="020B0400000000000000" pitchFamily="50" charset="-128"/>
              </a:rPr>
              <a:t>chaptercover.pptx</a:t>
            </a:r>
            <a:endParaRPr kumimoji="1" lang="ja-JP" altLang="en-US" sz="2400" kern="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84FFEAC4-FFBF-2669-1987-E8596E392741}"/>
              </a:ext>
            </a:extLst>
          </p:cNvPr>
          <p:cNvSpPr txBox="1"/>
          <p:nvPr/>
        </p:nvSpPr>
        <p:spPr bwMode="auto">
          <a:xfrm>
            <a:off x="6122076" y="1982601"/>
            <a:ext cx="537452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800" kern="0">
                <a:solidFill>
                  <a:srgbClr val="FF0000"/>
                </a:solidFill>
                <a:latin typeface="BIZ UDPゴシック" panose="020B0400000000000000" pitchFamily="50" charset="-128"/>
                <a:ea typeface="BIZ UDPゴシック" panose="020B0400000000000000" pitchFamily="50" charset="-128"/>
              </a:rPr>
              <a:t>Chapter Cover </a:t>
            </a:r>
            <a:r>
              <a:rPr lang="ja-JP" altLang="en-US" sz="1800" kern="0">
                <a:solidFill>
                  <a:srgbClr val="FF0000"/>
                </a:solidFill>
                <a:latin typeface="BIZ UDPゴシック" panose="020B0400000000000000" pitchFamily="50" charset="-128"/>
                <a:ea typeface="BIZ UDPゴシック" panose="020B0400000000000000" pitchFamily="50" charset="-128"/>
              </a:rPr>
              <a:t>として使う、１スライドだけの</a:t>
            </a:r>
            <a:r>
              <a:rPr lang="en-US" altLang="ja-JP" sz="1800" kern="0">
                <a:solidFill>
                  <a:srgbClr val="FF0000"/>
                </a:solidFill>
                <a:latin typeface="BIZ UDPゴシック" panose="020B0400000000000000" pitchFamily="50" charset="-128"/>
                <a:ea typeface="BIZ UDPゴシック" panose="020B0400000000000000" pitchFamily="50" charset="-128"/>
              </a:rPr>
              <a:t>pptx</a:t>
            </a:r>
            <a:r>
              <a:rPr lang="ja-JP" altLang="en-US" sz="1800" kern="0">
                <a:solidFill>
                  <a:srgbClr val="FF0000"/>
                </a:solidFill>
                <a:latin typeface="BIZ UDPゴシック" panose="020B0400000000000000" pitchFamily="50" charset="-128"/>
                <a:ea typeface="BIZ UDPゴシック" panose="020B0400000000000000" pitchFamily="50" charset="-128"/>
              </a:rPr>
              <a:t>ファイルを用意します。</a:t>
            </a:r>
            <a:endParaRPr kumimoji="1" lang="ja-JP" altLang="en-US" sz="1800" kern="0">
              <a:solidFill>
                <a:srgbClr val="FF0000"/>
              </a:solidFill>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A7795360-FD92-A4BF-E5E6-E2481142DF5E}"/>
              </a:ext>
            </a:extLst>
          </p:cNvPr>
          <p:cNvSpPr txBox="1"/>
          <p:nvPr/>
        </p:nvSpPr>
        <p:spPr bwMode="auto">
          <a:xfrm>
            <a:off x="6122076" y="2913188"/>
            <a:ext cx="537452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800" kern="0">
                <a:solidFill>
                  <a:srgbClr val="FF0000"/>
                </a:solidFill>
                <a:latin typeface="BIZ UDPゴシック" panose="020B0400000000000000" pitchFamily="50" charset="-128"/>
                <a:ea typeface="BIZ UDPゴシック" panose="020B0400000000000000" pitchFamily="50" charset="-128"/>
              </a:rPr>
              <a:t>その中のどこかに                 というテキストを入れておきます。</a:t>
            </a:r>
            <a:r>
              <a:rPr lang="en-US" altLang="ja-JP" sz="1800" kern="0">
                <a:solidFill>
                  <a:srgbClr val="FF0000"/>
                </a:solidFill>
                <a:latin typeface="BIZ UDPゴシック" panose="020B0400000000000000" pitchFamily="50" charset="-128"/>
                <a:ea typeface="BIZ UDPゴシック" panose="020B0400000000000000" pitchFamily="50" charset="-128"/>
              </a:rPr>
              <a:t> Chapter </a:t>
            </a:r>
            <a:r>
              <a:rPr lang="ja-JP" altLang="en-US" sz="1800" kern="0">
                <a:solidFill>
                  <a:srgbClr val="FF0000"/>
                </a:solidFill>
                <a:latin typeface="BIZ UDPゴシック" panose="020B0400000000000000" pitchFamily="50" charset="-128"/>
                <a:ea typeface="BIZ UDPゴシック" panose="020B0400000000000000" pitchFamily="50" charset="-128"/>
              </a:rPr>
              <a:t>番号をカウントアップしろ、という指示になります。</a:t>
            </a:r>
            <a:endParaRPr kumimoji="1" lang="ja-JP" altLang="en-US" sz="1800" kern="0">
              <a:solidFill>
                <a:srgbClr val="FF0000"/>
              </a:solidFill>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64E32F55-6028-3AB2-9512-F9698565EFE2}"/>
              </a:ext>
            </a:extLst>
          </p:cNvPr>
          <p:cNvSpPr txBox="1"/>
          <p:nvPr/>
        </p:nvSpPr>
        <p:spPr bwMode="auto">
          <a:xfrm>
            <a:off x="6122076" y="4221088"/>
            <a:ext cx="53745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800" kern="0">
                <a:solidFill>
                  <a:srgbClr val="FF0000"/>
                </a:solidFill>
                <a:latin typeface="BIZ UDPゴシック" panose="020B0400000000000000" pitchFamily="50" charset="-128"/>
                <a:ea typeface="BIZ UDPゴシック" panose="020B0400000000000000" pitchFamily="50" charset="-128"/>
              </a:rPr>
              <a:t>TITLE </a:t>
            </a:r>
            <a:r>
              <a:rPr lang="ja-JP" altLang="en-US" sz="1800" kern="0">
                <a:solidFill>
                  <a:srgbClr val="FF0000"/>
                </a:solidFill>
                <a:latin typeface="BIZ UDPゴシック" panose="020B0400000000000000" pitchFamily="50" charset="-128"/>
                <a:ea typeface="BIZ UDPゴシック" panose="020B0400000000000000" pitchFamily="50" charset="-128"/>
              </a:rPr>
              <a:t>プレースホルダーに</a:t>
            </a:r>
            <a:endParaRPr kumimoji="1" lang="ja-JP" altLang="en-US" sz="1800" kern="0">
              <a:solidFill>
                <a:srgbClr val="FF0000"/>
              </a:solidFill>
              <a:latin typeface="BIZ UDPゴシック" panose="020B0400000000000000" pitchFamily="50" charset="-128"/>
              <a:ea typeface="BIZ UDPゴシック" panose="020B0400000000000000" pitchFamily="50" charset="-128"/>
            </a:endParaRPr>
          </a:p>
        </p:txBody>
      </p:sp>
      <p:pic>
        <p:nvPicPr>
          <p:cNvPr id="22" name="図 21">
            <a:extLst>
              <a:ext uri="{FF2B5EF4-FFF2-40B4-BE49-F238E27FC236}">
                <a16:creationId xmlns:a16="http://schemas.microsoft.com/office/drawing/2014/main" id="{A14A7B32-877D-AFFF-6E18-83733942E8E0}"/>
              </a:ext>
            </a:extLst>
          </p:cNvPr>
          <p:cNvPicPr>
            <a:picLocks noChangeAspect="1"/>
          </p:cNvPicPr>
          <p:nvPr/>
        </p:nvPicPr>
        <p:blipFill>
          <a:blip r:embed="rId4"/>
          <a:stretch>
            <a:fillRect/>
          </a:stretch>
        </p:blipFill>
        <p:spPr>
          <a:xfrm>
            <a:off x="6240016" y="4664533"/>
            <a:ext cx="2213157" cy="391914"/>
          </a:xfrm>
          <a:prstGeom prst="rect">
            <a:avLst/>
          </a:prstGeom>
        </p:spPr>
      </p:pic>
      <p:sp>
        <p:nvSpPr>
          <p:cNvPr id="23" name="テキスト ボックス 22">
            <a:extLst>
              <a:ext uri="{FF2B5EF4-FFF2-40B4-BE49-F238E27FC236}">
                <a16:creationId xmlns:a16="http://schemas.microsoft.com/office/drawing/2014/main" id="{03F629D5-4EA5-298C-4935-4F6BCCB8C534}"/>
              </a:ext>
            </a:extLst>
          </p:cNvPr>
          <p:cNvSpPr txBox="1"/>
          <p:nvPr/>
        </p:nvSpPr>
        <p:spPr bwMode="auto">
          <a:xfrm>
            <a:off x="6122076" y="5104814"/>
            <a:ext cx="537452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800" kern="0">
                <a:solidFill>
                  <a:srgbClr val="FF0000"/>
                </a:solidFill>
                <a:latin typeface="BIZ UDPゴシック" panose="020B0400000000000000" pitchFamily="50" charset="-128"/>
                <a:ea typeface="BIZ UDPゴシック" panose="020B0400000000000000" pitchFamily="50" charset="-128"/>
              </a:rPr>
              <a:t>というテキストを入れて、適切な場所（たとえば画面中央）に移動します。</a:t>
            </a:r>
            <a:endParaRPr lang="en-US" altLang="ja-JP" sz="1800" kern="0">
              <a:solidFill>
                <a:srgbClr val="FF0000"/>
              </a:solidFill>
              <a:latin typeface="BIZ UDPゴシック" panose="020B0400000000000000" pitchFamily="50" charset="-128"/>
              <a:ea typeface="BIZ UDPゴシック" panose="020B0400000000000000" pitchFamily="50" charset="-128"/>
            </a:endParaRPr>
          </a:p>
          <a:p>
            <a:r>
              <a:rPr lang="en-US" altLang="ja-JP" sz="1800" kern="0">
                <a:solidFill>
                  <a:srgbClr val="FF0000"/>
                </a:solidFill>
                <a:latin typeface="BIZ UDPゴシック" panose="020B0400000000000000" pitchFamily="50" charset="-128"/>
                <a:ea typeface="BIZ UDPゴシック" panose="020B0400000000000000" pitchFamily="50" charset="-128"/>
              </a:rPr>
              <a:t>recipe yaml </a:t>
            </a:r>
            <a:r>
              <a:rPr lang="ja-JP" altLang="en-US" sz="1800" kern="0">
                <a:solidFill>
                  <a:srgbClr val="FF0000"/>
                </a:solidFill>
                <a:latin typeface="BIZ UDPゴシック" panose="020B0400000000000000" pitchFamily="50" charset="-128"/>
                <a:ea typeface="BIZ UDPゴシック" panose="020B0400000000000000" pitchFamily="50" charset="-128"/>
              </a:rPr>
              <a:t>の </a:t>
            </a:r>
            <a:r>
              <a:rPr lang="en-US" altLang="ja-JP" sz="1800" kern="0">
                <a:solidFill>
                  <a:srgbClr val="FF0000"/>
                </a:solidFill>
                <a:latin typeface="BIZ UDPゴシック" panose="020B0400000000000000" pitchFamily="50" charset="-128"/>
                <a:ea typeface="BIZ UDPゴシック" panose="020B0400000000000000" pitchFamily="50" charset="-128"/>
              </a:rPr>
              <a:t>vars </a:t>
            </a:r>
            <a:r>
              <a:rPr lang="ja-JP" altLang="en-US" sz="1800" kern="0">
                <a:solidFill>
                  <a:srgbClr val="FF0000"/>
                </a:solidFill>
                <a:latin typeface="BIZ UDPゴシック" panose="020B0400000000000000" pitchFamily="50" charset="-128"/>
                <a:ea typeface="BIZ UDPゴシック" panose="020B0400000000000000" pitchFamily="50" charset="-128"/>
              </a:rPr>
              <a:t>セクションで名前を指定して置換できます。</a:t>
            </a:r>
            <a:endParaRPr kumimoji="1" lang="ja-JP" altLang="en-US" sz="1800" kern="0">
              <a:solidFill>
                <a:srgbClr val="FF0000"/>
              </a:solidFill>
              <a:latin typeface="BIZ UDPゴシック" panose="020B0400000000000000" pitchFamily="50" charset="-128"/>
              <a:ea typeface="BIZ UDPゴシック" panose="020B0400000000000000" pitchFamily="50" charset="-128"/>
            </a:endParaRPr>
          </a:p>
        </p:txBody>
      </p:sp>
      <p:sp>
        <p:nvSpPr>
          <p:cNvPr id="24" name="テキスト ボックス 23">
            <a:extLst>
              <a:ext uri="{FF2B5EF4-FFF2-40B4-BE49-F238E27FC236}">
                <a16:creationId xmlns:a16="http://schemas.microsoft.com/office/drawing/2014/main" id="{13B55A77-2DFA-47DC-35F4-DCB1BD08FD96}"/>
              </a:ext>
            </a:extLst>
          </p:cNvPr>
          <p:cNvSpPr txBox="1"/>
          <p:nvPr/>
        </p:nvSpPr>
        <p:spPr bwMode="auto">
          <a:xfrm>
            <a:off x="898656" y="1095127"/>
            <a:ext cx="97210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sz="2400" kern="0">
                <a:latin typeface="BIZ UDPゴシック" panose="020B0400000000000000" pitchFamily="50" charset="-128"/>
                <a:ea typeface="BIZ UDPゴシック" panose="020B0400000000000000" pitchFamily="50" charset="-128"/>
              </a:rPr>
              <a:t>章とびら</a:t>
            </a:r>
            <a:r>
              <a:rPr kumimoji="1" lang="en-US" altLang="ja-JP" sz="2400" kern="0">
                <a:latin typeface="BIZ UDPゴシック" panose="020B0400000000000000" pitchFamily="50" charset="-128"/>
                <a:ea typeface="BIZ UDPゴシック" panose="020B0400000000000000" pitchFamily="50" charset="-128"/>
              </a:rPr>
              <a:t>(Chapter Cover)</a:t>
            </a:r>
            <a:r>
              <a:rPr kumimoji="1" lang="ja-JP" altLang="en-US" sz="2400" kern="0">
                <a:latin typeface="BIZ UDPゴシック" panose="020B0400000000000000" pitchFamily="50" charset="-128"/>
                <a:ea typeface="BIZ UDPゴシック" panose="020B0400000000000000" pitchFamily="50" charset="-128"/>
              </a:rPr>
              <a:t> テンプレートファイルの構成例</a:t>
            </a:r>
          </a:p>
        </p:txBody>
      </p:sp>
      <p:pic>
        <p:nvPicPr>
          <p:cNvPr id="26" name="図 25">
            <a:extLst>
              <a:ext uri="{FF2B5EF4-FFF2-40B4-BE49-F238E27FC236}">
                <a16:creationId xmlns:a16="http://schemas.microsoft.com/office/drawing/2014/main" id="{12A74C38-3D97-EB17-6765-F6CDD5A46EB9}"/>
              </a:ext>
            </a:extLst>
          </p:cNvPr>
          <p:cNvPicPr>
            <a:picLocks noChangeAspect="1"/>
          </p:cNvPicPr>
          <p:nvPr/>
        </p:nvPicPr>
        <p:blipFill>
          <a:blip r:embed="rId5"/>
          <a:stretch>
            <a:fillRect/>
          </a:stretch>
        </p:blipFill>
        <p:spPr>
          <a:xfrm>
            <a:off x="8106710" y="2815653"/>
            <a:ext cx="1157642" cy="474216"/>
          </a:xfrm>
          <a:prstGeom prst="rect">
            <a:avLst/>
          </a:prstGeom>
        </p:spPr>
      </p:pic>
      <p:sp>
        <p:nvSpPr>
          <p:cNvPr id="5" name="正方形/長方形 4">
            <a:extLst>
              <a:ext uri="{FF2B5EF4-FFF2-40B4-BE49-F238E27FC236}">
                <a16:creationId xmlns:a16="http://schemas.microsoft.com/office/drawing/2014/main" id="{73F3C40D-B08E-30B1-A3CF-A2D8C4A0A9F6}"/>
              </a:ext>
            </a:extLst>
          </p:cNvPr>
          <p:cNvSpPr/>
          <p:nvPr/>
        </p:nvSpPr>
        <p:spPr bwMode="auto">
          <a:xfrm>
            <a:off x="9624392" y="195005"/>
            <a:ext cx="2241696"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en-US" altLang="ja-JP" sz="1100">
                <a:latin typeface="BIZ UDPゴシック" panose="020B0400000000000000" pitchFamily="50" charset="-128"/>
                <a:ea typeface="BIZ UDPゴシック" panose="020B0400000000000000" pitchFamily="50" charset="-128"/>
              </a:rPr>
              <a:t>chapter_cover_insertion_guide.pptx</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443935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6" name="exportrange">
            <a:extLst>
              <a:ext uri="{FF2B5EF4-FFF2-40B4-BE49-F238E27FC236}">
                <a16:creationId xmlns:a16="http://schemas.microsoft.com/office/drawing/2014/main" id="{CC12E664-58FA-4637-A767-8E2A656FB784}"/>
              </a:ext>
            </a:extLst>
          </p:cNvPr>
          <p:cNvSpPr/>
          <p:nvPr/>
        </p:nvSpPr>
        <p:spPr bwMode="auto">
          <a:xfrm>
            <a:off x="623391" y="1075617"/>
            <a:ext cx="10957983" cy="5377719"/>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cxnSp>
        <p:nvCxnSpPr>
          <p:cNvPr id="42" name="コネクタ: カギ線 41">
            <a:extLst>
              <a:ext uri="{FF2B5EF4-FFF2-40B4-BE49-F238E27FC236}">
                <a16:creationId xmlns:a16="http://schemas.microsoft.com/office/drawing/2014/main" id="{A162CA34-A10C-B56F-0EBC-B928364B89A2}"/>
              </a:ext>
            </a:extLst>
          </p:cNvPr>
          <p:cNvCxnSpPr>
            <a:cxnSpLocks/>
            <a:stCxn id="37" idx="2"/>
            <a:endCxn id="43" idx="1"/>
          </p:cNvCxnSpPr>
          <p:nvPr/>
        </p:nvCxnSpPr>
        <p:spPr bwMode="auto">
          <a:xfrm rot="16200000" flipH="1">
            <a:off x="678592" y="3549306"/>
            <a:ext cx="2647892" cy="862064"/>
          </a:xfrm>
          <a:prstGeom prst="bentConnector2">
            <a:avLst/>
          </a:prstGeom>
          <a:solidFill>
            <a:srgbClr val="CCFFFF"/>
          </a:solidFill>
          <a:ln w="28575" cap="flat" cmpd="sng" algn="ctr">
            <a:solidFill>
              <a:schemeClr val="tx1">
                <a:lumMod val="75000"/>
                <a:lumOff val="25000"/>
              </a:schemeClr>
            </a:solidFill>
            <a:prstDash val="solid"/>
            <a:round/>
            <a:headEnd type="none" w="med" len="med"/>
            <a:tailEnd type="none" w="med" len="med"/>
          </a:ln>
          <a:effectLst/>
        </p:spPr>
      </p:cxnSp>
      <p:cxnSp>
        <p:nvCxnSpPr>
          <p:cNvPr id="48" name="コネクタ: カギ線 47">
            <a:extLst>
              <a:ext uri="{FF2B5EF4-FFF2-40B4-BE49-F238E27FC236}">
                <a16:creationId xmlns:a16="http://schemas.microsoft.com/office/drawing/2014/main" id="{0159C4C4-A2D3-868E-F2DE-827D1D16C1C7}"/>
              </a:ext>
            </a:extLst>
          </p:cNvPr>
          <p:cNvCxnSpPr>
            <a:cxnSpLocks/>
            <a:stCxn id="37" idx="2"/>
            <a:endCxn id="44" idx="1"/>
          </p:cNvCxnSpPr>
          <p:nvPr/>
        </p:nvCxnSpPr>
        <p:spPr bwMode="auto">
          <a:xfrm rot="16200000" flipH="1">
            <a:off x="319044" y="3908854"/>
            <a:ext cx="3366989" cy="862064"/>
          </a:xfrm>
          <a:prstGeom prst="bentConnector2">
            <a:avLst/>
          </a:prstGeom>
          <a:solidFill>
            <a:srgbClr val="CCFFFF"/>
          </a:solidFill>
          <a:ln w="28575" cap="flat" cmpd="sng" algn="ctr">
            <a:solidFill>
              <a:schemeClr val="tx1">
                <a:lumMod val="75000"/>
                <a:lumOff val="25000"/>
              </a:schemeClr>
            </a:solidFill>
            <a:prstDash val="solid"/>
            <a:round/>
            <a:headEnd type="none" w="med" len="med"/>
            <a:tailEnd type="none" w="med" len="med"/>
          </a:ln>
          <a:effectLst/>
        </p:spPr>
      </p:cxnSp>
      <p:cxnSp>
        <p:nvCxnSpPr>
          <p:cNvPr id="36" name="コネクタ: カギ線 35">
            <a:extLst>
              <a:ext uri="{FF2B5EF4-FFF2-40B4-BE49-F238E27FC236}">
                <a16:creationId xmlns:a16="http://schemas.microsoft.com/office/drawing/2014/main" id="{AAA6AAC9-46B5-5303-C60D-A9C2D52DE075}"/>
              </a:ext>
            </a:extLst>
          </p:cNvPr>
          <p:cNvCxnSpPr>
            <a:cxnSpLocks/>
            <a:stCxn id="34" idx="2"/>
            <a:endCxn id="56" idx="1"/>
          </p:cNvCxnSpPr>
          <p:nvPr/>
        </p:nvCxnSpPr>
        <p:spPr bwMode="auto">
          <a:xfrm rot="16200000" flipH="1">
            <a:off x="2853979" y="3396742"/>
            <a:ext cx="629841" cy="719013"/>
          </a:xfrm>
          <a:prstGeom prst="bentConnector2">
            <a:avLst/>
          </a:prstGeom>
          <a:solidFill>
            <a:srgbClr val="CCFFFF"/>
          </a:solidFill>
          <a:ln w="28575" cap="flat" cmpd="sng" algn="ctr">
            <a:solidFill>
              <a:schemeClr val="tx1">
                <a:lumMod val="75000"/>
                <a:lumOff val="25000"/>
              </a:schemeClr>
            </a:solidFill>
            <a:prstDash val="solid"/>
            <a:round/>
            <a:headEnd type="none" w="med" len="med"/>
            <a:tailEnd type="none" w="med" len="med"/>
          </a:ln>
          <a:effectLst/>
        </p:spPr>
      </p:cxnSp>
      <p:cxnSp>
        <p:nvCxnSpPr>
          <p:cNvPr id="38" name="コネクタ: カギ線 37">
            <a:extLst>
              <a:ext uri="{FF2B5EF4-FFF2-40B4-BE49-F238E27FC236}">
                <a16:creationId xmlns:a16="http://schemas.microsoft.com/office/drawing/2014/main" id="{79C1828D-FF0A-FA6F-66A1-E02605A694AD}"/>
              </a:ext>
            </a:extLst>
          </p:cNvPr>
          <p:cNvCxnSpPr>
            <a:cxnSpLocks/>
            <a:stCxn id="37" idx="2"/>
          </p:cNvCxnSpPr>
          <p:nvPr/>
        </p:nvCxnSpPr>
        <p:spPr bwMode="auto">
          <a:xfrm rot="16200000" flipH="1">
            <a:off x="1593151" y="2634746"/>
            <a:ext cx="638355" cy="681645"/>
          </a:xfrm>
          <a:prstGeom prst="bentConnector2">
            <a:avLst/>
          </a:prstGeom>
          <a:solidFill>
            <a:srgbClr val="CCFFFF"/>
          </a:solidFill>
          <a:ln w="28575" cap="flat" cmpd="sng" algn="ctr">
            <a:solidFill>
              <a:schemeClr val="tx1">
                <a:lumMod val="75000"/>
                <a:lumOff val="25000"/>
              </a:schemeClr>
            </a:solidFill>
            <a:prstDash val="solid"/>
            <a:round/>
            <a:headEnd type="none" w="med" len="med"/>
            <a:tailEnd type="none" w="med" len="med"/>
          </a:ln>
          <a:effectLst/>
        </p:spPr>
      </p:cxnSp>
      <p:sp>
        <p:nvSpPr>
          <p:cNvPr id="20" name="フリーフォーム: 図形 19">
            <a:extLst>
              <a:ext uri="{FF2B5EF4-FFF2-40B4-BE49-F238E27FC236}">
                <a16:creationId xmlns:a16="http://schemas.microsoft.com/office/drawing/2014/main" id="{C6E70061-13CF-A62B-187C-55232DE94038}"/>
              </a:ext>
            </a:extLst>
          </p:cNvPr>
          <p:cNvSpPr/>
          <p:nvPr/>
        </p:nvSpPr>
        <p:spPr bwMode="auto">
          <a:xfrm>
            <a:off x="2078114" y="2863555"/>
            <a:ext cx="1481608" cy="763595"/>
          </a:xfrm>
          <a:custGeom>
            <a:avLst/>
            <a:gdLst>
              <a:gd name="csX0" fmla="*/ 65228 w 1224469"/>
              <a:gd name="csY0" fmla="*/ 0 h 763595"/>
              <a:gd name="csX1" fmla="*/ 539553 w 1224469"/>
              <a:gd name="csY1" fmla="*/ 0 h 763595"/>
              <a:gd name="csX2" fmla="*/ 604781 w 1224469"/>
              <a:gd name="csY2" fmla="*/ 65228 h 763595"/>
              <a:gd name="csX3" fmla="*/ 604781 w 1224469"/>
              <a:gd name="csY3" fmla="*/ 117264 h 763595"/>
              <a:gd name="csX4" fmla="*/ 1148312 w 1224469"/>
              <a:gd name="csY4" fmla="*/ 117264 h 763595"/>
              <a:gd name="csX5" fmla="*/ 1224469 w 1224469"/>
              <a:gd name="csY5" fmla="*/ 193421 h 763595"/>
              <a:gd name="csX6" fmla="*/ 1224469 w 1224469"/>
              <a:gd name="csY6" fmla="*/ 687438 h 763595"/>
              <a:gd name="csX7" fmla="*/ 1148312 w 1224469"/>
              <a:gd name="csY7" fmla="*/ 763595 h 763595"/>
              <a:gd name="csX8" fmla="*/ 76490 w 1224469"/>
              <a:gd name="csY8" fmla="*/ 763595 h 763595"/>
              <a:gd name="csX9" fmla="*/ 333 w 1224469"/>
              <a:gd name="csY9" fmla="*/ 687438 h 763595"/>
              <a:gd name="csX10" fmla="*/ 333 w 1224469"/>
              <a:gd name="csY10" fmla="*/ 208483 h 763595"/>
              <a:gd name="csX11" fmla="*/ 0 w 1224469"/>
              <a:gd name="csY11" fmla="*/ 208483 h 763595"/>
              <a:gd name="csX12" fmla="*/ 0 w 1224469"/>
              <a:gd name="csY12" fmla="*/ 65228 h 763595"/>
              <a:gd name="csX13" fmla="*/ 65228 w 1224469"/>
              <a:gd name="csY13" fmla="*/ 0 h 763595"/>
              <a:gd name="csX0" fmla="*/ 65228 w 1224469"/>
              <a:gd name="csY0" fmla="*/ 0 h 763595"/>
              <a:gd name="csX1" fmla="*/ 539553 w 1224469"/>
              <a:gd name="csY1" fmla="*/ 0 h 763595"/>
              <a:gd name="csX2" fmla="*/ 604781 w 1224469"/>
              <a:gd name="csY2" fmla="*/ 65228 h 763595"/>
              <a:gd name="csX3" fmla="*/ 604781 w 1224469"/>
              <a:gd name="csY3" fmla="*/ 117264 h 763595"/>
              <a:gd name="csX4" fmla="*/ 1148312 w 1224469"/>
              <a:gd name="csY4" fmla="*/ 117264 h 763595"/>
              <a:gd name="csX5" fmla="*/ 1224469 w 1224469"/>
              <a:gd name="csY5" fmla="*/ 193421 h 763595"/>
              <a:gd name="csX6" fmla="*/ 1224469 w 1224469"/>
              <a:gd name="csY6" fmla="*/ 687438 h 763595"/>
              <a:gd name="csX7" fmla="*/ 1148312 w 1224469"/>
              <a:gd name="csY7" fmla="*/ 763595 h 763595"/>
              <a:gd name="csX8" fmla="*/ 626909 w 1224469"/>
              <a:gd name="csY8" fmla="*/ 763271 h 763595"/>
              <a:gd name="csX9" fmla="*/ 76490 w 1224469"/>
              <a:gd name="csY9" fmla="*/ 763595 h 763595"/>
              <a:gd name="csX10" fmla="*/ 333 w 1224469"/>
              <a:gd name="csY10" fmla="*/ 687438 h 763595"/>
              <a:gd name="csX11" fmla="*/ 333 w 1224469"/>
              <a:gd name="csY11" fmla="*/ 208483 h 763595"/>
              <a:gd name="csX12" fmla="*/ 0 w 1224469"/>
              <a:gd name="csY12" fmla="*/ 208483 h 763595"/>
              <a:gd name="csX13" fmla="*/ 0 w 1224469"/>
              <a:gd name="csY13" fmla="*/ 65228 h 763595"/>
              <a:gd name="csX14" fmla="*/ 65228 w 1224469"/>
              <a:gd name="csY14" fmla="*/ 0 h 7635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224469" h="763595">
                <a:moveTo>
                  <a:pt x="65228" y="0"/>
                </a:moveTo>
                <a:lnTo>
                  <a:pt x="539553" y="0"/>
                </a:lnTo>
                <a:cubicBezTo>
                  <a:pt x="575577" y="0"/>
                  <a:pt x="604781" y="29204"/>
                  <a:pt x="604781" y="65228"/>
                </a:cubicBezTo>
                <a:lnTo>
                  <a:pt x="604781" y="117264"/>
                </a:lnTo>
                <a:lnTo>
                  <a:pt x="1148312" y="117264"/>
                </a:lnTo>
                <a:cubicBezTo>
                  <a:pt x="1190372" y="117264"/>
                  <a:pt x="1224469" y="151361"/>
                  <a:pt x="1224469" y="193421"/>
                </a:cubicBezTo>
                <a:lnTo>
                  <a:pt x="1224469" y="687438"/>
                </a:lnTo>
                <a:cubicBezTo>
                  <a:pt x="1224469" y="729498"/>
                  <a:pt x="1190372" y="763595"/>
                  <a:pt x="1148312" y="763595"/>
                </a:cubicBezTo>
                <a:lnTo>
                  <a:pt x="626909" y="763271"/>
                </a:lnTo>
                <a:lnTo>
                  <a:pt x="76490" y="763595"/>
                </a:lnTo>
                <a:cubicBezTo>
                  <a:pt x="34430" y="763595"/>
                  <a:pt x="333" y="729498"/>
                  <a:pt x="333" y="687438"/>
                </a:cubicBezTo>
                <a:lnTo>
                  <a:pt x="333" y="208483"/>
                </a:lnTo>
                <a:lnTo>
                  <a:pt x="0" y="208483"/>
                </a:lnTo>
                <a:lnTo>
                  <a:pt x="0" y="65228"/>
                </a:lnTo>
                <a:cubicBezTo>
                  <a:pt x="0" y="29204"/>
                  <a:pt x="29204" y="0"/>
                  <a:pt x="65228" y="0"/>
                </a:cubicBezTo>
                <a:close/>
              </a:path>
            </a:pathLst>
          </a:custGeom>
          <a:solidFill>
            <a:srgbClr val="FFFF99"/>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common</a:t>
            </a:r>
          </a:p>
          <a:p>
            <a:pPr marL="0" marR="0" indent="0" algn="ctr" defTabSz="914400" rtl="0" eaLnBrk="1" fontAlgn="base" latinLnBrk="0" hangingPunct="1">
              <a:lnSpc>
                <a:spcPct val="100000"/>
              </a:lnSpc>
              <a:spcBef>
                <a:spcPct val="0"/>
              </a:spcBef>
              <a:spcAft>
                <a:spcPct val="0"/>
              </a:spcAft>
              <a:buClrTx/>
              <a:buSzTx/>
              <a:buFontTx/>
              <a:buNone/>
              <a:tabLst/>
            </a:pPr>
            <a:r>
              <a:rPr lang="en-US" altLang="ja-JP">
                <a:latin typeface="BIZ UDPゴシック" panose="020B0400000000000000" pitchFamily="50" charset="-128"/>
                <a:ea typeface="BIZ UDPゴシック" panose="020B0400000000000000" pitchFamily="50" charset="-128"/>
              </a:rPr>
              <a:t>_assets</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8" name="フリーフォーム: 図形 17">
            <a:extLst>
              <a:ext uri="{FF2B5EF4-FFF2-40B4-BE49-F238E27FC236}">
                <a16:creationId xmlns:a16="http://schemas.microsoft.com/office/drawing/2014/main" id="{1E5FB0CB-1A6D-60FA-8735-E7958FE3AFDF}"/>
              </a:ext>
            </a:extLst>
          </p:cNvPr>
          <p:cNvSpPr/>
          <p:nvPr/>
        </p:nvSpPr>
        <p:spPr bwMode="auto">
          <a:xfrm>
            <a:off x="2078114" y="4945536"/>
            <a:ext cx="1113154" cy="573700"/>
          </a:xfrm>
          <a:custGeom>
            <a:avLst/>
            <a:gdLst>
              <a:gd name="csX0" fmla="*/ 65228 w 1224469"/>
              <a:gd name="csY0" fmla="*/ 0 h 763595"/>
              <a:gd name="csX1" fmla="*/ 539553 w 1224469"/>
              <a:gd name="csY1" fmla="*/ 0 h 763595"/>
              <a:gd name="csX2" fmla="*/ 604781 w 1224469"/>
              <a:gd name="csY2" fmla="*/ 65228 h 763595"/>
              <a:gd name="csX3" fmla="*/ 604781 w 1224469"/>
              <a:gd name="csY3" fmla="*/ 117264 h 763595"/>
              <a:gd name="csX4" fmla="*/ 1148312 w 1224469"/>
              <a:gd name="csY4" fmla="*/ 117264 h 763595"/>
              <a:gd name="csX5" fmla="*/ 1224469 w 1224469"/>
              <a:gd name="csY5" fmla="*/ 193421 h 763595"/>
              <a:gd name="csX6" fmla="*/ 1224469 w 1224469"/>
              <a:gd name="csY6" fmla="*/ 687438 h 763595"/>
              <a:gd name="csX7" fmla="*/ 1148312 w 1224469"/>
              <a:gd name="csY7" fmla="*/ 763595 h 763595"/>
              <a:gd name="csX8" fmla="*/ 76490 w 1224469"/>
              <a:gd name="csY8" fmla="*/ 763595 h 763595"/>
              <a:gd name="csX9" fmla="*/ 333 w 1224469"/>
              <a:gd name="csY9" fmla="*/ 687438 h 763595"/>
              <a:gd name="csX10" fmla="*/ 333 w 1224469"/>
              <a:gd name="csY10" fmla="*/ 208483 h 763595"/>
              <a:gd name="csX11" fmla="*/ 0 w 1224469"/>
              <a:gd name="csY11" fmla="*/ 208483 h 763595"/>
              <a:gd name="csX12" fmla="*/ 0 w 1224469"/>
              <a:gd name="csY12" fmla="*/ 65228 h 763595"/>
              <a:gd name="csX13" fmla="*/ 65228 w 1224469"/>
              <a:gd name="csY13" fmla="*/ 0 h 7635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24469" h="763595">
                <a:moveTo>
                  <a:pt x="65228" y="0"/>
                </a:moveTo>
                <a:lnTo>
                  <a:pt x="539553" y="0"/>
                </a:lnTo>
                <a:cubicBezTo>
                  <a:pt x="575577" y="0"/>
                  <a:pt x="604781" y="29204"/>
                  <a:pt x="604781" y="65228"/>
                </a:cubicBezTo>
                <a:lnTo>
                  <a:pt x="604781" y="117264"/>
                </a:lnTo>
                <a:lnTo>
                  <a:pt x="1148312" y="117264"/>
                </a:lnTo>
                <a:cubicBezTo>
                  <a:pt x="1190372" y="117264"/>
                  <a:pt x="1224469" y="151361"/>
                  <a:pt x="1224469" y="193421"/>
                </a:cubicBezTo>
                <a:lnTo>
                  <a:pt x="1224469" y="687438"/>
                </a:lnTo>
                <a:cubicBezTo>
                  <a:pt x="1224469" y="729498"/>
                  <a:pt x="1190372" y="763595"/>
                  <a:pt x="1148312" y="763595"/>
                </a:cubicBezTo>
                <a:lnTo>
                  <a:pt x="76490" y="763595"/>
                </a:lnTo>
                <a:cubicBezTo>
                  <a:pt x="34430" y="763595"/>
                  <a:pt x="333" y="729498"/>
                  <a:pt x="333" y="687438"/>
                </a:cubicBezTo>
                <a:lnTo>
                  <a:pt x="333" y="208483"/>
                </a:lnTo>
                <a:lnTo>
                  <a:pt x="0" y="208483"/>
                </a:lnTo>
                <a:lnTo>
                  <a:pt x="0" y="65228"/>
                </a:lnTo>
                <a:cubicBezTo>
                  <a:pt x="0" y="29204"/>
                  <a:pt x="29204" y="0"/>
                  <a:pt x="65228" y="0"/>
                </a:cubicBezTo>
                <a:close/>
              </a:path>
            </a:pathLst>
          </a:custGeom>
          <a:solidFill>
            <a:srgbClr val="FFFF99"/>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文書１</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9" name="フリーフォーム: 図形 18">
            <a:extLst>
              <a:ext uri="{FF2B5EF4-FFF2-40B4-BE49-F238E27FC236}">
                <a16:creationId xmlns:a16="http://schemas.microsoft.com/office/drawing/2014/main" id="{F30BE1AD-8054-8B9B-B1BD-45C959EA5CCC}"/>
              </a:ext>
            </a:extLst>
          </p:cNvPr>
          <p:cNvSpPr/>
          <p:nvPr/>
        </p:nvSpPr>
        <p:spPr bwMode="auto">
          <a:xfrm>
            <a:off x="2078114" y="5684973"/>
            <a:ext cx="1113154" cy="573700"/>
          </a:xfrm>
          <a:custGeom>
            <a:avLst/>
            <a:gdLst>
              <a:gd name="csX0" fmla="*/ 65228 w 1224469"/>
              <a:gd name="csY0" fmla="*/ 0 h 763595"/>
              <a:gd name="csX1" fmla="*/ 539553 w 1224469"/>
              <a:gd name="csY1" fmla="*/ 0 h 763595"/>
              <a:gd name="csX2" fmla="*/ 604781 w 1224469"/>
              <a:gd name="csY2" fmla="*/ 65228 h 763595"/>
              <a:gd name="csX3" fmla="*/ 604781 w 1224469"/>
              <a:gd name="csY3" fmla="*/ 117264 h 763595"/>
              <a:gd name="csX4" fmla="*/ 1148312 w 1224469"/>
              <a:gd name="csY4" fmla="*/ 117264 h 763595"/>
              <a:gd name="csX5" fmla="*/ 1224469 w 1224469"/>
              <a:gd name="csY5" fmla="*/ 193421 h 763595"/>
              <a:gd name="csX6" fmla="*/ 1224469 w 1224469"/>
              <a:gd name="csY6" fmla="*/ 687438 h 763595"/>
              <a:gd name="csX7" fmla="*/ 1148312 w 1224469"/>
              <a:gd name="csY7" fmla="*/ 763595 h 763595"/>
              <a:gd name="csX8" fmla="*/ 76490 w 1224469"/>
              <a:gd name="csY8" fmla="*/ 763595 h 763595"/>
              <a:gd name="csX9" fmla="*/ 333 w 1224469"/>
              <a:gd name="csY9" fmla="*/ 687438 h 763595"/>
              <a:gd name="csX10" fmla="*/ 333 w 1224469"/>
              <a:gd name="csY10" fmla="*/ 208483 h 763595"/>
              <a:gd name="csX11" fmla="*/ 0 w 1224469"/>
              <a:gd name="csY11" fmla="*/ 208483 h 763595"/>
              <a:gd name="csX12" fmla="*/ 0 w 1224469"/>
              <a:gd name="csY12" fmla="*/ 65228 h 763595"/>
              <a:gd name="csX13" fmla="*/ 65228 w 1224469"/>
              <a:gd name="csY13" fmla="*/ 0 h 7635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24469" h="763595">
                <a:moveTo>
                  <a:pt x="65228" y="0"/>
                </a:moveTo>
                <a:lnTo>
                  <a:pt x="539553" y="0"/>
                </a:lnTo>
                <a:cubicBezTo>
                  <a:pt x="575577" y="0"/>
                  <a:pt x="604781" y="29204"/>
                  <a:pt x="604781" y="65228"/>
                </a:cubicBezTo>
                <a:lnTo>
                  <a:pt x="604781" y="117264"/>
                </a:lnTo>
                <a:lnTo>
                  <a:pt x="1148312" y="117264"/>
                </a:lnTo>
                <a:cubicBezTo>
                  <a:pt x="1190372" y="117264"/>
                  <a:pt x="1224469" y="151361"/>
                  <a:pt x="1224469" y="193421"/>
                </a:cubicBezTo>
                <a:lnTo>
                  <a:pt x="1224469" y="687438"/>
                </a:lnTo>
                <a:cubicBezTo>
                  <a:pt x="1224469" y="729498"/>
                  <a:pt x="1190372" y="763595"/>
                  <a:pt x="1148312" y="763595"/>
                </a:cubicBezTo>
                <a:lnTo>
                  <a:pt x="76490" y="763595"/>
                </a:lnTo>
                <a:cubicBezTo>
                  <a:pt x="34430" y="763595"/>
                  <a:pt x="333" y="729498"/>
                  <a:pt x="333" y="687438"/>
                </a:cubicBezTo>
                <a:lnTo>
                  <a:pt x="333" y="208483"/>
                </a:lnTo>
                <a:lnTo>
                  <a:pt x="0" y="208483"/>
                </a:lnTo>
                <a:lnTo>
                  <a:pt x="0" y="65228"/>
                </a:lnTo>
                <a:cubicBezTo>
                  <a:pt x="0" y="29204"/>
                  <a:pt x="29204" y="0"/>
                  <a:pt x="65228" y="0"/>
                </a:cubicBezTo>
                <a:close/>
              </a:path>
            </a:pathLst>
          </a:custGeom>
          <a:solidFill>
            <a:srgbClr val="FFFF99"/>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文書２</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43" name="正方形/長方形 42">
            <a:extLst>
              <a:ext uri="{FF2B5EF4-FFF2-40B4-BE49-F238E27FC236}">
                <a16:creationId xmlns:a16="http://schemas.microsoft.com/office/drawing/2014/main" id="{3010A81F-2B43-74F5-8FF8-58873BF0A6DB}"/>
              </a:ext>
            </a:extLst>
          </p:cNvPr>
          <p:cNvSpPr/>
          <p:nvPr/>
        </p:nvSpPr>
        <p:spPr bwMode="auto">
          <a:xfrm>
            <a:off x="2433570" y="5194989"/>
            <a:ext cx="432048" cy="218590"/>
          </a:xfrm>
          <a:prstGeom prst="rect">
            <a:avLst/>
          </a:prstGeom>
          <a:solidFill>
            <a:srgbClr val="FFFF99">
              <a:alpha val="0"/>
            </a:srgbClr>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44" name="正方形/長方形 43">
            <a:extLst>
              <a:ext uri="{FF2B5EF4-FFF2-40B4-BE49-F238E27FC236}">
                <a16:creationId xmlns:a16="http://schemas.microsoft.com/office/drawing/2014/main" id="{C1B1F20F-F447-94AD-363E-4391376A4365}"/>
              </a:ext>
            </a:extLst>
          </p:cNvPr>
          <p:cNvSpPr/>
          <p:nvPr/>
        </p:nvSpPr>
        <p:spPr bwMode="auto">
          <a:xfrm>
            <a:off x="2433570" y="5914086"/>
            <a:ext cx="432048" cy="218590"/>
          </a:xfrm>
          <a:prstGeom prst="rect">
            <a:avLst/>
          </a:prstGeom>
          <a:solidFill>
            <a:srgbClr val="FFFF99">
              <a:alpha val="0"/>
            </a:srgbClr>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34" name="正方形/長方形 33">
            <a:extLst>
              <a:ext uri="{FF2B5EF4-FFF2-40B4-BE49-F238E27FC236}">
                <a16:creationId xmlns:a16="http://schemas.microsoft.com/office/drawing/2014/main" id="{67245B1A-A1A0-84AA-E0C8-D4ADBE51AF9D}"/>
              </a:ext>
            </a:extLst>
          </p:cNvPr>
          <p:cNvSpPr/>
          <p:nvPr/>
        </p:nvSpPr>
        <p:spPr bwMode="auto">
          <a:xfrm>
            <a:off x="2593369" y="3222739"/>
            <a:ext cx="432048" cy="218590"/>
          </a:xfrm>
          <a:prstGeom prst="rect">
            <a:avLst/>
          </a:prstGeom>
          <a:solidFill>
            <a:srgbClr val="FFFF99">
              <a:alpha val="0"/>
            </a:srgbClr>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ja-JP" altLang="en-US"/>
              <a:t>1.6) 共通資材は共通資材のフォルダに</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10" name="テキスト ボックス 9">
            <a:extLst>
              <a:ext uri="{FF2B5EF4-FFF2-40B4-BE49-F238E27FC236}">
                <a16:creationId xmlns:a16="http://schemas.microsoft.com/office/drawing/2014/main" id="{973F5C4F-2074-44F2-CE0B-B7BE6A6344C5}"/>
              </a:ext>
            </a:extLst>
          </p:cNvPr>
          <p:cNvSpPr txBox="1"/>
          <p:nvPr/>
        </p:nvSpPr>
        <p:spPr bwMode="auto">
          <a:xfrm>
            <a:off x="2834389" y="4293096"/>
            <a:ext cx="267498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800" kern="0">
                <a:latin typeface="BIZ UDPゴシック" panose="020B0400000000000000" pitchFamily="50" charset="-128"/>
                <a:ea typeface="BIZ UDPゴシック" panose="020B0400000000000000" pitchFamily="50" charset="-128"/>
              </a:rPr>
              <a:t>chaptercover.pptx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24" name="テキスト ボックス 23">
            <a:extLst>
              <a:ext uri="{FF2B5EF4-FFF2-40B4-BE49-F238E27FC236}">
                <a16:creationId xmlns:a16="http://schemas.microsoft.com/office/drawing/2014/main" id="{13B55A77-2DFA-47DC-35F4-DCB1BD08FD96}"/>
              </a:ext>
            </a:extLst>
          </p:cNvPr>
          <p:cNvSpPr txBox="1"/>
          <p:nvPr/>
        </p:nvSpPr>
        <p:spPr bwMode="auto">
          <a:xfrm>
            <a:off x="898656" y="1095127"/>
            <a:ext cx="972108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2400" kern="0">
                <a:latin typeface="BIZ UDPゴシック" panose="020B0400000000000000" pitchFamily="50" charset="-128"/>
                <a:ea typeface="BIZ UDPゴシック" panose="020B0400000000000000" pitchFamily="50" charset="-128"/>
              </a:rPr>
              <a:t>Chapter Cover </a:t>
            </a:r>
            <a:r>
              <a:rPr lang="ja-JP" altLang="en-US" sz="2400" kern="0">
                <a:latin typeface="BIZ UDPゴシック" panose="020B0400000000000000" pitchFamily="50" charset="-128"/>
                <a:ea typeface="BIZ UDPゴシック" panose="020B0400000000000000" pitchFamily="50" charset="-128"/>
              </a:rPr>
              <a:t>のように複数の文書で共通に使いそうなファイルは</a:t>
            </a:r>
            <a:endParaRPr lang="en-US" altLang="ja-JP" sz="2400" kern="0">
              <a:latin typeface="BIZ UDPゴシック" panose="020B0400000000000000" pitchFamily="50" charset="-128"/>
              <a:ea typeface="BIZ UDPゴシック" panose="020B0400000000000000" pitchFamily="50" charset="-128"/>
            </a:endParaRPr>
          </a:p>
          <a:p>
            <a:r>
              <a:rPr kumimoji="1" lang="ja-JP" altLang="en-US" sz="2400" kern="0">
                <a:latin typeface="BIZ UDPゴシック" panose="020B0400000000000000" pitchFamily="50" charset="-128"/>
                <a:ea typeface="BIZ UDPゴシック" panose="020B0400000000000000" pitchFamily="50" charset="-128"/>
              </a:rPr>
              <a:t>共通資材用フォルダに置いて参照するのがおすすめ</a:t>
            </a:r>
          </a:p>
        </p:txBody>
      </p:sp>
      <p:sp>
        <p:nvSpPr>
          <p:cNvPr id="37" name="テキスト ボックス 36">
            <a:extLst>
              <a:ext uri="{FF2B5EF4-FFF2-40B4-BE49-F238E27FC236}">
                <a16:creationId xmlns:a16="http://schemas.microsoft.com/office/drawing/2014/main" id="{C4C14161-90F1-7605-A0FB-AF1F1009519B}"/>
              </a:ext>
            </a:extLst>
          </p:cNvPr>
          <p:cNvSpPr txBox="1"/>
          <p:nvPr/>
        </p:nvSpPr>
        <p:spPr bwMode="auto">
          <a:xfrm>
            <a:off x="887430" y="2287060"/>
            <a:ext cx="13681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800" kern="0">
                <a:latin typeface="BIZ UDPゴシック" panose="020B0400000000000000" pitchFamily="50" charset="-128"/>
                <a:ea typeface="BIZ UDPゴシック" panose="020B0400000000000000" pitchFamily="50" charset="-128"/>
              </a:rPr>
              <a:t>親フォルダ</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51" name="テキスト ボックス 50">
            <a:extLst>
              <a:ext uri="{FF2B5EF4-FFF2-40B4-BE49-F238E27FC236}">
                <a16:creationId xmlns:a16="http://schemas.microsoft.com/office/drawing/2014/main" id="{EEC9016C-B44F-0493-75A0-1D68A549DB10}"/>
              </a:ext>
            </a:extLst>
          </p:cNvPr>
          <p:cNvSpPr txBox="1"/>
          <p:nvPr/>
        </p:nvSpPr>
        <p:spPr bwMode="auto">
          <a:xfrm>
            <a:off x="6168008" y="3809263"/>
            <a:ext cx="5267923" cy="116955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spAutoFit/>
          </a:bodyPr>
          <a:lstStyle/>
          <a:p>
            <a:r>
              <a:rPr lang="en-US" altLang="ja-JP" sz="14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procedure:</a:t>
            </a:r>
          </a:p>
          <a:p>
            <a:r>
              <a:rPr lang="en-US" altLang="ja-JP" sz="14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 operation: insertpptx</a:t>
            </a:r>
          </a:p>
          <a:p>
            <a:r>
              <a:rPr lang="en-US" altLang="ja-JP" sz="14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pptxfilename: </a:t>
            </a:r>
            <a:r>
              <a:rPr lang="en-US" altLang="ja-JP" sz="1400" b="0" kern="0">
                <a:solidFill>
                  <a:schemeClr val="accent2"/>
                </a:solidFill>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../common_assets/</a:t>
            </a:r>
            <a:r>
              <a:rPr lang="en-US" altLang="ja-JP" sz="14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chaptercover.pptx</a:t>
            </a:r>
          </a:p>
          <a:p>
            <a:r>
              <a:rPr lang="en-US" altLang="ja-JP" sz="14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vars:</a:t>
            </a:r>
          </a:p>
          <a:p>
            <a:r>
              <a:rPr lang="en-US" altLang="ja-JP" sz="14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      CHAPT_TITLE: </a:t>
            </a:r>
            <a:r>
              <a:rPr lang="ja-JP" altLang="en-US" sz="1400" b="0" kern="0">
                <a:latin typeface="Moralerspace Xenon HWJPDOC" panose="020B0509020203020207" pitchFamily="49" charset="-128"/>
                <a:ea typeface="Moralerspace Xenon HWJPDOC" panose="020B0509020203020207" pitchFamily="49" charset="-128"/>
                <a:cs typeface="Moralerspace Xenon HWJPDOC" panose="020B0509020203020207" pitchFamily="49" charset="-128"/>
              </a:rPr>
              <a:t>Ａ章</a:t>
            </a:r>
          </a:p>
        </p:txBody>
      </p:sp>
      <p:sp>
        <p:nvSpPr>
          <p:cNvPr id="52" name="テキスト ボックス 51">
            <a:extLst>
              <a:ext uri="{FF2B5EF4-FFF2-40B4-BE49-F238E27FC236}">
                <a16:creationId xmlns:a16="http://schemas.microsoft.com/office/drawing/2014/main" id="{8F631F3A-C56F-192C-0927-1FE4687662FA}"/>
              </a:ext>
            </a:extLst>
          </p:cNvPr>
          <p:cNvSpPr txBox="1"/>
          <p:nvPr/>
        </p:nvSpPr>
        <p:spPr bwMode="auto">
          <a:xfrm>
            <a:off x="6377648" y="3079222"/>
            <a:ext cx="474375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800" kern="0">
                <a:latin typeface="BIZ UDPゴシック" panose="020B0400000000000000" pitchFamily="50" charset="-128"/>
                <a:ea typeface="BIZ UDPゴシック" panose="020B0400000000000000" pitchFamily="50" charset="-128"/>
              </a:rPr>
              <a:t>結合指示書上では相対パスまたは絶対パスで参照できます</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53" name="テキスト ボックス 52">
            <a:extLst>
              <a:ext uri="{FF2B5EF4-FFF2-40B4-BE49-F238E27FC236}">
                <a16:creationId xmlns:a16="http://schemas.microsoft.com/office/drawing/2014/main" id="{9359B4D9-85EB-A98F-99C3-4FAF8CAC9035}"/>
              </a:ext>
            </a:extLst>
          </p:cNvPr>
          <p:cNvSpPr txBox="1"/>
          <p:nvPr/>
        </p:nvSpPr>
        <p:spPr bwMode="auto">
          <a:xfrm>
            <a:off x="3250034" y="5081086"/>
            <a:ext cx="22905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800" kern="0">
                <a:latin typeface="BIZ UDPゴシック" panose="020B0400000000000000" pitchFamily="50" charset="-128"/>
                <a:ea typeface="BIZ UDPゴシック" panose="020B0400000000000000" pitchFamily="50" charset="-128"/>
              </a:rPr>
              <a:t>個別文書フォルダ</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54" name="テキスト ボックス 53">
            <a:extLst>
              <a:ext uri="{FF2B5EF4-FFF2-40B4-BE49-F238E27FC236}">
                <a16:creationId xmlns:a16="http://schemas.microsoft.com/office/drawing/2014/main" id="{EFFE72E0-FBB8-199F-4FA4-3757C1937B6B}"/>
              </a:ext>
            </a:extLst>
          </p:cNvPr>
          <p:cNvSpPr txBox="1"/>
          <p:nvPr/>
        </p:nvSpPr>
        <p:spPr bwMode="auto">
          <a:xfrm>
            <a:off x="3250034" y="5826835"/>
            <a:ext cx="22905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800" kern="0">
                <a:latin typeface="BIZ UDPゴシック" panose="020B0400000000000000" pitchFamily="50" charset="-128"/>
                <a:ea typeface="BIZ UDPゴシック" panose="020B0400000000000000" pitchFamily="50" charset="-128"/>
              </a:rPr>
              <a:t>個別文書フォルダ</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55" name="テキスト ボックス 54">
            <a:extLst>
              <a:ext uri="{FF2B5EF4-FFF2-40B4-BE49-F238E27FC236}">
                <a16:creationId xmlns:a16="http://schemas.microsoft.com/office/drawing/2014/main" id="{50019C45-D8C3-F2A2-096D-BF7D993AC64A}"/>
              </a:ext>
            </a:extLst>
          </p:cNvPr>
          <p:cNvSpPr txBox="1"/>
          <p:nvPr/>
        </p:nvSpPr>
        <p:spPr bwMode="auto">
          <a:xfrm>
            <a:off x="3690674" y="3104055"/>
            <a:ext cx="22905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800" kern="0">
                <a:latin typeface="BIZ UDPゴシック" panose="020B0400000000000000" pitchFamily="50" charset="-128"/>
                <a:ea typeface="BIZ UDPゴシック" panose="020B0400000000000000" pitchFamily="50" charset="-128"/>
              </a:rPr>
              <a:t>共通資材フォルダ</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56" name="正方形/長方形 55">
            <a:extLst>
              <a:ext uri="{FF2B5EF4-FFF2-40B4-BE49-F238E27FC236}">
                <a16:creationId xmlns:a16="http://schemas.microsoft.com/office/drawing/2014/main" id="{4995A7E5-4376-9DB2-328E-74B892282E36}"/>
              </a:ext>
            </a:extLst>
          </p:cNvPr>
          <p:cNvSpPr/>
          <p:nvPr/>
        </p:nvSpPr>
        <p:spPr bwMode="auto">
          <a:xfrm>
            <a:off x="3528406" y="3775572"/>
            <a:ext cx="1138105" cy="5911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600">
                <a:solidFill>
                  <a:srgbClr val="FF0000"/>
                </a:solidFill>
                <a:latin typeface="BIZ UDPゴシック" panose="020B0400000000000000" pitchFamily="50" charset="-128"/>
                <a:ea typeface="BIZ UDPゴシック" panose="020B0400000000000000" pitchFamily="50" charset="-128"/>
              </a:rPr>
              <a:t>CC </a:t>
            </a:r>
          </a:p>
          <a:p>
            <a:pPr marL="0" marR="0" indent="0" algn="ctr" defTabSz="914400" rtl="0" eaLnBrk="1" fontAlgn="base" latinLnBrk="0" hangingPunct="1">
              <a:lnSpc>
                <a:spcPct val="100000"/>
              </a:lnSpc>
              <a:spcBef>
                <a:spcPct val="0"/>
              </a:spcBef>
              <a:spcAft>
                <a:spcPct val="0"/>
              </a:spcAft>
              <a:buClrTx/>
              <a:buSzTx/>
              <a:buFontTx/>
              <a:buNone/>
              <a:tabLst/>
            </a:pPr>
            <a:r>
              <a:rPr lang="en-US" altLang="ja-JP" sz="1600">
                <a:solidFill>
                  <a:srgbClr val="FF0000"/>
                </a:solidFill>
                <a:latin typeface="BIZ UDPゴシック" panose="020B0400000000000000" pitchFamily="50" charset="-128"/>
                <a:ea typeface="BIZ UDPゴシック" panose="020B0400000000000000" pitchFamily="50" charset="-128"/>
              </a:rPr>
              <a:t>template</a:t>
            </a:r>
          </a:p>
        </p:txBody>
      </p:sp>
      <p:sp>
        <p:nvSpPr>
          <p:cNvPr id="5" name="正方形/長方形 4">
            <a:extLst>
              <a:ext uri="{FF2B5EF4-FFF2-40B4-BE49-F238E27FC236}">
                <a16:creationId xmlns:a16="http://schemas.microsoft.com/office/drawing/2014/main" id="{E7AFEFFF-D737-F9AE-1239-2275BCF2B67E}"/>
              </a:ext>
            </a:extLst>
          </p:cNvPr>
          <p:cNvSpPr/>
          <p:nvPr/>
        </p:nvSpPr>
        <p:spPr bwMode="auto">
          <a:xfrm>
            <a:off x="9624392" y="195005"/>
            <a:ext cx="2241696"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en-US" altLang="ja-JP" sz="1100">
                <a:latin typeface="BIZ UDPゴシック" panose="020B0400000000000000" pitchFamily="50" charset="-128"/>
                <a:ea typeface="BIZ UDPゴシック" panose="020B0400000000000000" pitchFamily="50" charset="-128"/>
              </a:rPr>
              <a:t>chapter_cover_insertion_guide.pptx</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628036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46C6D-EF5A-8A92-ACF6-75AC015514B6}"/>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85A41A44-DCD2-AC31-7A40-0D24858014E2}"/>
              </a:ext>
            </a:extLst>
          </p:cNvPr>
          <p:cNvSpPr>
            <a:spLocks noGrp="1"/>
          </p:cNvSpPr>
          <p:nvPr>
            <p:ph type="title"/>
          </p:nvPr>
        </p:nvSpPr>
        <p:spPr>
          <a:xfrm>
            <a:off x="898656" y="3068960"/>
            <a:ext cx="10309912" cy="501352"/>
          </a:xfrm>
        </p:spPr>
        <p:txBody>
          <a:bodyPr/>
          <a:lstStyle/>
          <a:p>
            <a:pPr algn="ctr"/>
            <a:r>
              <a:rPr lang="ja-JP" altLang="en-US" sz="4000"/>
              <a:t>2) 章カバーサンプル(その１)</a:t>
            </a:r>
          </a:p>
        </p:txBody>
      </p:sp>
      <p:sp>
        <p:nvSpPr>
          <p:cNvPr id="2" name="テキスト ボックス 1">
            <a:extLst>
              <a:ext uri="{FF2B5EF4-FFF2-40B4-BE49-F238E27FC236}">
                <a16:creationId xmlns:a16="http://schemas.microsoft.com/office/drawing/2014/main" id="{6CDBC7D1-EE6D-792A-27B7-31E5D19CE043}"/>
              </a:ext>
            </a:extLst>
          </p:cNvPr>
          <p:cNvSpPr txBox="1"/>
          <p:nvPr/>
        </p:nvSpPr>
        <p:spPr bwMode="auto">
          <a:xfrm>
            <a:off x="869200" y="1340768"/>
            <a:ext cx="1033936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endParaRPr/>
          </a:p>
        </p:txBody>
      </p:sp>
    </p:spTree>
    <p:extLst>
      <p:ext uri="{BB962C8B-B14F-4D97-AF65-F5344CB8AC3E}">
        <p14:creationId xmlns:p14="http://schemas.microsoft.com/office/powerpoint/2010/main" val="3391702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D0A4A-6FD4-28A5-ADB6-1BDA8F897F1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B5BD1BE-E832-EA3D-48D7-750885A560C6}"/>
              </a:ext>
            </a:extLst>
          </p:cNvPr>
          <p:cNvSpPr>
            <a:spLocks noGrp="1"/>
          </p:cNvSpPr>
          <p:nvPr>
            <p:ph type="title"/>
          </p:nvPr>
        </p:nvSpPr>
        <p:spPr/>
        <p:txBody>
          <a:bodyPr/>
          <a:lstStyle/>
          <a:p>
            <a:r>
              <a:rPr lang="ja-JP" altLang="en-US"/>
              <a:t>2.1) 特に意味のないコンテンツ1</a:t>
            </a:r>
            <a:endParaRPr kumimoji="1" lang="ja-JP" altLang="en-US"/>
          </a:p>
        </p:txBody>
      </p:sp>
      <p:sp>
        <p:nvSpPr>
          <p:cNvPr id="3" name="フッター プレースホルダー 2">
            <a:extLst>
              <a:ext uri="{FF2B5EF4-FFF2-40B4-BE49-F238E27FC236}">
                <a16:creationId xmlns:a16="http://schemas.microsoft.com/office/drawing/2014/main" id="{526E80BE-7E92-27B1-B7DB-B4360FFEDC2E}"/>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5" name="テキスト ボックス 4">
            <a:extLst>
              <a:ext uri="{FF2B5EF4-FFF2-40B4-BE49-F238E27FC236}">
                <a16:creationId xmlns:a16="http://schemas.microsoft.com/office/drawing/2014/main" id="{120CA3FF-2D9A-C0E8-A240-91B914EAE3E8}"/>
              </a:ext>
            </a:extLst>
          </p:cNvPr>
          <p:cNvSpPr txBox="1"/>
          <p:nvPr/>
        </p:nvSpPr>
        <p:spPr bwMode="auto">
          <a:xfrm>
            <a:off x="916919" y="1244991"/>
            <a:ext cx="9793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2400" kern="0">
                <a:latin typeface="BIZ UDPゴシック" panose="020B0400000000000000" pitchFamily="50" charset="-128"/>
                <a:ea typeface="BIZ UDPゴシック" panose="020B0400000000000000" pitchFamily="50" charset="-128"/>
              </a:rPr>
              <a:t>～ ～ ～ ～ ～ ～ ～ ～ ～ ～ ～ ～ ～ ～ ～ ～ ～ ～ ～ ～ ～</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4" name="正方形/長方形 3">
            <a:extLst>
              <a:ext uri="{FF2B5EF4-FFF2-40B4-BE49-F238E27FC236}">
                <a16:creationId xmlns:a16="http://schemas.microsoft.com/office/drawing/2014/main" id="{DE603631-8707-24E1-4021-A186D5948BE3}"/>
              </a:ext>
            </a:extLst>
          </p:cNvPr>
          <p:cNvSpPr/>
          <p:nvPr/>
        </p:nvSpPr>
        <p:spPr bwMode="auto">
          <a:xfrm>
            <a:off x="8193680" y="195005"/>
            <a:ext cx="3672408" cy="499264"/>
          </a:xfrm>
          <a:prstGeom prst="rect">
            <a:avLst/>
          </a:prstGeom>
          <a:solidFill>
            <a:srgbClr val="99FFCC"/>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2800" b="1" i="0" u="none" strike="noStrike" cap="none" normalizeH="0" baseline="0">
                <a:ln>
                  <a:noFill/>
                </a:ln>
                <a:effectLst/>
                <a:latin typeface="BIZ UDPゴシック" panose="020B0400000000000000" pitchFamily="50" charset="-128"/>
                <a:ea typeface="BIZ UDPゴシック" panose="020B0400000000000000" pitchFamily="50" charset="-128"/>
              </a:rPr>
              <a:t>no_contents.pptx</a:t>
            </a:r>
            <a:endParaRPr kumimoji="1" lang="ja-JP" altLang="en-US" sz="28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6" name="テキスト ボックス 5">
            <a:extLst>
              <a:ext uri="{FF2B5EF4-FFF2-40B4-BE49-F238E27FC236}">
                <a16:creationId xmlns:a16="http://schemas.microsoft.com/office/drawing/2014/main" id="{A8893561-0494-A816-9D3E-E7DE4727F996}"/>
              </a:ext>
            </a:extLst>
          </p:cNvPr>
          <p:cNvSpPr txBox="1"/>
          <p:nvPr/>
        </p:nvSpPr>
        <p:spPr bwMode="auto">
          <a:xfrm>
            <a:off x="916919" y="2147860"/>
            <a:ext cx="9793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2400" kern="0">
                <a:latin typeface="BIZ UDPゴシック" panose="020B0400000000000000" pitchFamily="50" charset="-128"/>
                <a:ea typeface="BIZ UDPゴシック" panose="020B0400000000000000" pitchFamily="50" charset="-128"/>
              </a:rPr>
              <a:t>～ ～ ～ ～ ～ ～ ～ ～ ～ ～ ～ ～ ～ ～ ～ ～ ～ ～ ～ ～ ～</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6139F359-6D95-5EED-68D1-4D4AB734BD76}"/>
              </a:ext>
            </a:extLst>
          </p:cNvPr>
          <p:cNvSpPr txBox="1"/>
          <p:nvPr/>
        </p:nvSpPr>
        <p:spPr bwMode="auto">
          <a:xfrm>
            <a:off x="916919" y="3050729"/>
            <a:ext cx="9793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2400" kern="0">
                <a:latin typeface="BIZ UDPゴシック" panose="020B0400000000000000" pitchFamily="50" charset="-128"/>
                <a:ea typeface="BIZ UDPゴシック" panose="020B0400000000000000" pitchFamily="50" charset="-128"/>
              </a:rPr>
              <a:t>～ ～ ～ ～ ～ ～ ～ ～ ～ ～ ～ ～ ～ ～ ～ ～ ～ ～ ～ ～ ～</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E012559F-A5D6-7C2E-6CB9-D2589DB00233}"/>
              </a:ext>
            </a:extLst>
          </p:cNvPr>
          <p:cNvSpPr txBox="1"/>
          <p:nvPr/>
        </p:nvSpPr>
        <p:spPr bwMode="auto">
          <a:xfrm>
            <a:off x="916919" y="3953598"/>
            <a:ext cx="9793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2400" kern="0">
                <a:latin typeface="BIZ UDPゴシック" panose="020B0400000000000000" pitchFamily="50" charset="-128"/>
                <a:ea typeface="BIZ UDPゴシック" panose="020B0400000000000000" pitchFamily="50" charset="-128"/>
              </a:rPr>
              <a:t>～ ～ ～ ～ ～ ～ ～ ～ ～ ～ ～ ～ ～ ～ ～ ～ ～ ～ ～ ～ ～</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8EFED077-0EDD-3259-8CF3-64C247E99EE0}"/>
              </a:ext>
            </a:extLst>
          </p:cNvPr>
          <p:cNvSpPr txBox="1"/>
          <p:nvPr/>
        </p:nvSpPr>
        <p:spPr bwMode="auto">
          <a:xfrm>
            <a:off x="916919" y="4856467"/>
            <a:ext cx="9793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2400" kern="0">
                <a:latin typeface="BIZ UDPゴシック" panose="020B0400000000000000" pitchFamily="50" charset="-128"/>
                <a:ea typeface="BIZ UDPゴシック" panose="020B0400000000000000" pitchFamily="50" charset="-128"/>
              </a:rPr>
              <a:t>～ ～ ～ ～ ～ ～ ～ ～ ～ ～ ～ ～ ～ ～ ～ ～ ～ ～ ～ ～ ～</a:t>
            </a:r>
            <a:endParaRPr kumimoji="1" lang="en-US" altLang="ja-JP" sz="240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885733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ja-JP" altLang="en-US"/>
              <a:t>2.2) 特に意味のないコンテンツ2</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5" name="テキスト ボックス 4">
            <a:extLst>
              <a:ext uri="{FF2B5EF4-FFF2-40B4-BE49-F238E27FC236}">
                <a16:creationId xmlns:a16="http://schemas.microsoft.com/office/drawing/2014/main" id="{5F8B27D5-7686-0EE0-1532-5C297DED2E6D}"/>
              </a:ext>
            </a:extLst>
          </p:cNvPr>
          <p:cNvSpPr txBox="1"/>
          <p:nvPr/>
        </p:nvSpPr>
        <p:spPr bwMode="auto">
          <a:xfrm>
            <a:off x="916919" y="1244991"/>
            <a:ext cx="9793088" cy="461665"/>
          </a:xfrm>
          <a:prstGeom prst="rect">
            <a:avLst/>
          </a:prstGeom>
          <a:solidFill>
            <a:schemeClr val="accent1">
              <a:lumMod val="20000"/>
              <a:lumOff val="80000"/>
            </a:schemeClr>
          </a:solidFill>
          <a:ln>
            <a:noFill/>
          </a:ln>
        </p:spPr>
        <p:txBody>
          <a:bodyPr vert="horz" wrap="square" lIns="91440" tIns="45720" rIns="91440" bIns="45720" numCol="1" rtlCol="0" anchor="t" anchorCtr="0" compatLnSpc="1">
            <a:prstTxWarp prst="textNoShape">
              <a:avLst/>
            </a:prstTxWarp>
            <a:spAutoFit/>
          </a:bodyPr>
          <a:lstStyle/>
          <a:p>
            <a:r>
              <a:rPr lang="ja-JP" altLang="en-US" sz="2400" kern="0">
                <a:solidFill>
                  <a:srgbClr val="00B0F0"/>
                </a:solidFill>
                <a:latin typeface="BIZ UDPゴシック" panose="020B0400000000000000" pitchFamily="50" charset="-128"/>
                <a:ea typeface="BIZ UDPゴシック" panose="020B0400000000000000" pitchFamily="50" charset="-128"/>
              </a:rPr>
              <a:t>～ ～ ～ ～ ～ ～ ～ ～ ～ ～ ～ ～ ～ ～ ～ ～ ～ ～ ～ ～ ～</a:t>
            </a:r>
            <a:endParaRPr kumimoji="1" lang="en-US" altLang="ja-JP" sz="2400" kern="0">
              <a:solidFill>
                <a:srgbClr val="00B0F0"/>
              </a:solidFill>
              <a:latin typeface="BIZ UDPゴシック" panose="020B0400000000000000" pitchFamily="50" charset="-128"/>
              <a:ea typeface="BIZ UDPゴシック" panose="020B0400000000000000" pitchFamily="50" charset="-128"/>
            </a:endParaRPr>
          </a:p>
        </p:txBody>
      </p:sp>
      <p:sp>
        <p:nvSpPr>
          <p:cNvPr id="4" name="正方形/長方形 3">
            <a:extLst>
              <a:ext uri="{FF2B5EF4-FFF2-40B4-BE49-F238E27FC236}">
                <a16:creationId xmlns:a16="http://schemas.microsoft.com/office/drawing/2014/main" id="{697BB37C-F0D5-DFC9-148F-C38003C5F394}"/>
              </a:ext>
            </a:extLst>
          </p:cNvPr>
          <p:cNvSpPr/>
          <p:nvPr/>
        </p:nvSpPr>
        <p:spPr bwMode="auto">
          <a:xfrm>
            <a:off x="8193680" y="195005"/>
            <a:ext cx="3672408" cy="499264"/>
          </a:xfrm>
          <a:prstGeom prst="rect">
            <a:avLst/>
          </a:prstGeom>
          <a:solidFill>
            <a:srgbClr val="99FFCC"/>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2800" b="1" i="0" u="none" strike="noStrike" cap="none" normalizeH="0" baseline="0">
                <a:ln>
                  <a:noFill/>
                </a:ln>
                <a:effectLst/>
                <a:latin typeface="BIZ UDPゴシック" panose="020B0400000000000000" pitchFamily="50" charset="-128"/>
                <a:ea typeface="BIZ UDPゴシック" panose="020B0400000000000000" pitchFamily="50" charset="-128"/>
              </a:rPr>
              <a:t>no_contents.pptx</a:t>
            </a:r>
            <a:endParaRPr kumimoji="1" lang="ja-JP" altLang="en-US" sz="28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6" name="テキスト ボックス 5">
            <a:extLst>
              <a:ext uri="{FF2B5EF4-FFF2-40B4-BE49-F238E27FC236}">
                <a16:creationId xmlns:a16="http://schemas.microsoft.com/office/drawing/2014/main" id="{65599533-5243-A14F-43D6-008CD44879F3}"/>
              </a:ext>
            </a:extLst>
          </p:cNvPr>
          <p:cNvSpPr txBox="1"/>
          <p:nvPr/>
        </p:nvSpPr>
        <p:spPr bwMode="auto">
          <a:xfrm>
            <a:off x="916919" y="2147860"/>
            <a:ext cx="9793088" cy="461665"/>
          </a:xfrm>
          <a:prstGeom prst="rect">
            <a:avLst/>
          </a:prstGeom>
          <a:solidFill>
            <a:schemeClr val="accent1">
              <a:lumMod val="20000"/>
              <a:lumOff val="80000"/>
            </a:schemeClr>
          </a:solidFill>
          <a:ln>
            <a:noFill/>
          </a:ln>
        </p:spPr>
        <p:txBody>
          <a:bodyPr vert="horz" wrap="square" lIns="91440" tIns="45720" rIns="91440" bIns="45720" numCol="1" rtlCol="0" anchor="t" anchorCtr="0" compatLnSpc="1">
            <a:prstTxWarp prst="textNoShape">
              <a:avLst/>
            </a:prstTxWarp>
            <a:spAutoFit/>
          </a:bodyPr>
          <a:lstStyle/>
          <a:p>
            <a:r>
              <a:rPr lang="ja-JP" altLang="en-US" sz="2400" kern="0">
                <a:solidFill>
                  <a:srgbClr val="00B0F0"/>
                </a:solidFill>
                <a:latin typeface="BIZ UDPゴシック" panose="020B0400000000000000" pitchFamily="50" charset="-128"/>
                <a:ea typeface="BIZ UDPゴシック" panose="020B0400000000000000" pitchFamily="50" charset="-128"/>
              </a:rPr>
              <a:t>～ ～ ～ ～ ～ ～ ～ ～ ～ ～ ～ ～ ～ ～ ～ ～ ～ ～ ～ ～ ～</a:t>
            </a:r>
            <a:endParaRPr kumimoji="1" lang="en-US" altLang="ja-JP" sz="2400" kern="0">
              <a:solidFill>
                <a:srgbClr val="00B0F0"/>
              </a:solidFill>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C06B1A1F-B63B-8987-C945-FFADD1E4E82B}"/>
              </a:ext>
            </a:extLst>
          </p:cNvPr>
          <p:cNvSpPr txBox="1"/>
          <p:nvPr/>
        </p:nvSpPr>
        <p:spPr bwMode="auto">
          <a:xfrm>
            <a:off x="916919" y="3050729"/>
            <a:ext cx="9793088" cy="461665"/>
          </a:xfrm>
          <a:prstGeom prst="rect">
            <a:avLst/>
          </a:prstGeom>
          <a:solidFill>
            <a:schemeClr val="accent1">
              <a:lumMod val="20000"/>
              <a:lumOff val="80000"/>
            </a:schemeClr>
          </a:solidFill>
          <a:ln>
            <a:noFill/>
          </a:ln>
        </p:spPr>
        <p:txBody>
          <a:bodyPr vert="horz" wrap="square" lIns="91440" tIns="45720" rIns="91440" bIns="45720" numCol="1" rtlCol="0" anchor="t" anchorCtr="0" compatLnSpc="1">
            <a:prstTxWarp prst="textNoShape">
              <a:avLst/>
            </a:prstTxWarp>
            <a:spAutoFit/>
          </a:bodyPr>
          <a:lstStyle/>
          <a:p>
            <a:r>
              <a:rPr lang="ja-JP" altLang="en-US" sz="2400" kern="0">
                <a:solidFill>
                  <a:srgbClr val="00B0F0"/>
                </a:solidFill>
                <a:latin typeface="BIZ UDPゴシック" panose="020B0400000000000000" pitchFamily="50" charset="-128"/>
                <a:ea typeface="BIZ UDPゴシック" panose="020B0400000000000000" pitchFamily="50" charset="-128"/>
              </a:rPr>
              <a:t>～ ～ ～ ～ ～ ～ ～ ～ ～ ～ ～ ～ ～ ～ ～ ～ ～ ～ ～ ～ ～</a:t>
            </a:r>
            <a:endParaRPr kumimoji="1" lang="en-US" altLang="ja-JP" sz="2400" kern="0">
              <a:solidFill>
                <a:srgbClr val="00B0F0"/>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8A819005-A75E-1E36-57BC-2971F3C4ABAE}"/>
              </a:ext>
            </a:extLst>
          </p:cNvPr>
          <p:cNvSpPr txBox="1"/>
          <p:nvPr/>
        </p:nvSpPr>
        <p:spPr bwMode="auto">
          <a:xfrm>
            <a:off x="916919" y="3953598"/>
            <a:ext cx="9793088" cy="461665"/>
          </a:xfrm>
          <a:prstGeom prst="rect">
            <a:avLst/>
          </a:prstGeom>
          <a:solidFill>
            <a:schemeClr val="accent1">
              <a:lumMod val="20000"/>
              <a:lumOff val="80000"/>
            </a:schemeClr>
          </a:solidFill>
          <a:ln>
            <a:noFill/>
          </a:ln>
        </p:spPr>
        <p:txBody>
          <a:bodyPr vert="horz" wrap="square" lIns="91440" tIns="45720" rIns="91440" bIns="45720" numCol="1" rtlCol="0" anchor="t" anchorCtr="0" compatLnSpc="1">
            <a:prstTxWarp prst="textNoShape">
              <a:avLst/>
            </a:prstTxWarp>
            <a:spAutoFit/>
          </a:bodyPr>
          <a:lstStyle/>
          <a:p>
            <a:r>
              <a:rPr lang="ja-JP" altLang="en-US" sz="2400" kern="0">
                <a:solidFill>
                  <a:srgbClr val="00B0F0"/>
                </a:solidFill>
                <a:latin typeface="BIZ UDPゴシック" panose="020B0400000000000000" pitchFamily="50" charset="-128"/>
                <a:ea typeface="BIZ UDPゴシック" panose="020B0400000000000000" pitchFamily="50" charset="-128"/>
              </a:rPr>
              <a:t>～ ～ ～ ～ ～ ～ ～ ～ ～ ～ ～ ～ ～ ～ ～ ～ ～ ～ ～ ～ ～</a:t>
            </a:r>
            <a:endParaRPr kumimoji="1" lang="en-US" altLang="ja-JP" sz="2400" kern="0">
              <a:solidFill>
                <a:srgbClr val="00B0F0"/>
              </a:solidFill>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E7B75075-FDFE-71C7-61F1-3E5943CE56BC}"/>
              </a:ext>
            </a:extLst>
          </p:cNvPr>
          <p:cNvSpPr txBox="1"/>
          <p:nvPr/>
        </p:nvSpPr>
        <p:spPr bwMode="auto">
          <a:xfrm>
            <a:off x="916919" y="4856467"/>
            <a:ext cx="9793088" cy="461665"/>
          </a:xfrm>
          <a:prstGeom prst="rect">
            <a:avLst/>
          </a:prstGeom>
          <a:solidFill>
            <a:schemeClr val="accent1">
              <a:lumMod val="20000"/>
              <a:lumOff val="80000"/>
            </a:schemeClr>
          </a:solidFill>
          <a:ln>
            <a:noFill/>
          </a:ln>
        </p:spPr>
        <p:txBody>
          <a:bodyPr vert="horz" wrap="square" lIns="91440" tIns="45720" rIns="91440" bIns="45720" numCol="1" rtlCol="0" anchor="t" anchorCtr="0" compatLnSpc="1">
            <a:prstTxWarp prst="textNoShape">
              <a:avLst/>
            </a:prstTxWarp>
            <a:spAutoFit/>
          </a:bodyPr>
          <a:lstStyle/>
          <a:p>
            <a:r>
              <a:rPr lang="ja-JP" altLang="en-US" sz="2400" kern="0">
                <a:solidFill>
                  <a:srgbClr val="00B0F0"/>
                </a:solidFill>
                <a:latin typeface="BIZ UDPゴシック" panose="020B0400000000000000" pitchFamily="50" charset="-128"/>
                <a:ea typeface="BIZ UDPゴシック" panose="020B0400000000000000" pitchFamily="50" charset="-128"/>
              </a:rPr>
              <a:t>～ ～ ～ ～ ～ ～ ～ ～ ～ ～ ～ ～ ～ ～ ～ ～ ～ ～ ～ ～ ～</a:t>
            </a:r>
            <a:endParaRPr kumimoji="1" lang="en-US" altLang="ja-JP" sz="2400" kern="0">
              <a:solidFill>
                <a:srgbClr val="00B0F0"/>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75398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46C6D-EF5A-8A92-ACF6-75AC015514B6}"/>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85A41A44-DCD2-AC31-7A40-0D24858014E2}"/>
              </a:ext>
            </a:extLst>
          </p:cNvPr>
          <p:cNvSpPr>
            <a:spLocks noGrp="1"/>
          </p:cNvSpPr>
          <p:nvPr>
            <p:ph type="title"/>
          </p:nvPr>
        </p:nvSpPr>
        <p:spPr>
          <a:xfrm>
            <a:off x="898656" y="3068960"/>
            <a:ext cx="10309912" cy="501352"/>
          </a:xfrm>
        </p:spPr>
        <p:txBody>
          <a:bodyPr/>
          <a:lstStyle/>
          <a:p>
            <a:pPr algn="ctr"/>
            <a:r>
              <a:rPr lang="ja-JP" altLang="en-US" sz="4000"/>
              <a:t>3) 章カバーサンプル(その２)</a:t>
            </a:r>
          </a:p>
        </p:txBody>
      </p:sp>
      <p:sp>
        <p:nvSpPr>
          <p:cNvPr id="2" name="テキスト ボックス 1">
            <a:extLst>
              <a:ext uri="{FF2B5EF4-FFF2-40B4-BE49-F238E27FC236}">
                <a16:creationId xmlns:a16="http://schemas.microsoft.com/office/drawing/2014/main" id="{6CDBC7D1-EE6D-792A-27B7-31E5D19CE043}"/>
              </a:ext>
            </a:extLst>
          </p:cNvPr>
          <p:cNvSpPr txBox="1"/>
          <p:nvPr/>
        </p:nvSpPr>
        <p:spPr bwMode="auto">
          <a:xfrm>
            <a:off x="869200" y="1340768"/>
            <a:ext cx="1033936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endParaRPr/>
          </a:p>
        </p:txBody>
      </p:sp>
    </p:spTree>
    <p:extLst>
      <p:ext uri="{BB962C8B-B14F-4D97-AF65-F5344CB8AC3E}">
        <p14:creationId xmlns:p14="http://schemas.microsoft.com/office/powerpoint/2010/main" val="583352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D0A4A-6FD4-28A5-ADB6-1BDA8F897F1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B5BD1BE-E832-EA3D-48D7-750885A560C6}"/>
              </a:ext>
            </a:extLst>
          </p:cNvPr>
          <p:cNvSpPr>
            <a:spLocks noGrp="1"/>
          </p:cNvSpPr>
          <p:nvPr>
            <p:ph type="title"/>
          </p:nvPr>
        </p:nvSpPr>
        <p:spPr/>
        <p:txBody>
          <a:bodyPr/>
          <a:lstStyle/>
          <a:p>
            <a:r>
              <a:rPr lang="ja-JP" altLang="en-US"/>
              <a:t>3.1) 特に意味のないコンテンツ1</a:t>
            </a:r>
            <a:endParaRPr kumimoji="1" lang="ja-JP" altLang="en-US"/>
          </a:p>
        </p:txBody>
      </p:sp>
      <p:sp>
        <p:nvSpPr>
          <p:cNvPr id="3" name="フッター プレースホルダー 2">
            <a:extLst>
              <a:ext uri="{FF2B5EF4-FFF2-40B4-BE49-F238E27FC236}">
                <a16:creationId xmlns:a16="http://schemas.microsoft.com/office/drawing/2014/main" id="{526E80BE-7E92-27B1-B7DB-B4360FFEDC2E}"/>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5" name="テキスト ボックス 4">
            <a:extLst>
              <a:ext uri="{FF2B5EF4-FFF2-40B4-BE49-F238E27FC236}">
                <a16:creationId xmlns:a16="http://schemas.microsoft.com/office/drawing/2014/main" id="{120CA3FF-2D9A-C0E8-A240-91B914EAE3E8}"/>
              </a:ext>
            </a:extLst>
          </p:cNvPr>
          <p:cNvSpPr txBox="1"/>
          <p:nvPr/>
        </p:nvSpPr>
        <p:spPr bwMode="auto">
          <a:xfrm>
            <a:off x="916919" y="1244991"/>
            <a:ext cx="9793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2400" kern="0">
                <a:latin typeface="BIZ UDPゴシック" panose="020B0400000000000000" pitchFamily="50" charset="-128"/>
                <a:ea typeface="BIZ UDPゴシック" panose="020B0400000000000000" pitchFamily="50" charset="-128"/>
              </a:rPr>
              <a:t>～ ～ ～ ～ ～ ～ ～ ～ ～ ～ ～ ～ ～ ～ ～ ～ ～ ～ ～ ～ ～</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4" name="正方形/長方形 3">
            <a:extLst>
              <a:ext uri="{FF2B5EF4-FFF2-40B4-BE49-F238E27FC236}">
                <a16:creationId xmlns:a16="http://schemas.microsoft.com/office/drawing/2014/main" id="{DE603631-8707-24E1-4021-A186D5948BE3}"/>
              </a:ext>
            </a:extLst>
          </p:cNvPr>
          <p:cNvSpPr/>
          <p:nvPr/>
        </p:nvSpPr>
        <p:spPr bwMode="auto">
          <a:xfrm>
            <a:off x="8193680" y="195005"/>
            <a:ext cx="3672408" cy="499264"/>
          </a:xfrm>
          <a:prstGeom prst="rect">
            <a:avLst/>
          </a:prstGeom>
          <a:solidFill>
            <a:srgbClr val="99FFCC"/>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2800" b="1" i="0" u="none" strike="noStrike" cap="none" normalizeH="0" baseline="0">
                <a:ln>
                  <a:noFill/>
                </a:ln>
                <a:effectLst/>
                <a:latin typeface="BIZ UDPゴシック" panose="020B0400000000000000" pitchFamily="50" charset="-128"/>
                <a:ea typeface="BIZ UDPゴシック" panose="020B0400000000000000" pitchFamily="50" charset="-128"/>
              </a:rPr>
              <a:t>no_contents.pptx</a:t>
            </a:r>
            <a:endParaRPr kumimoji="1" lang="ja-JP" altLang="en-US" sz="28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6" name="テキスト ボックス 5">
            <a:extLst>
              <a:ext uri="{FF2B5EF4-FFF2-40B4-BE49-F238E27FC236}">
                <a16:creationId xmlns:a16="http://schemas.microsoft.com/office/drawing/2014/main" id="{A8893561-0494-A816-9D3E-E7DE4727F996}"/>
              </a:ext>
            </a:extLst>
          </p:cNvPr>
          <p:cNvSpPr txBox="1"/>
          <p:nvPr/>
        </p:nvSpPr>
        <p:spPr bwMode="auto">
          <a:xfrm>
            <a:off x="916919" y="2147860"/>
            <a:ext cx="9793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2400" kern="0">
                <a:latin typeface="BIZ UDPゴシック" panose="020B0400000000000000" pitchFamily="50" charset="-128"/>
                <a:ea typeface="BIZ UDPゴシック" panose="020B0400000000000000" pitchFamily="50" charset="-128"/>
              </a:rPr>
              <a:t>～ ～ ～ ～ ～ ～ ～ ～ ～ ～ ～ ～ ～ ～ ～ ～ ～ ～ ～ ～ ～</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6139F359-6D95-5EED-68D1-4D4AB734BD76}"/>
              </a:ext>
            </a:extLst>
          </p:cNvPr>
          <p:cNvSpPr txBox="1"/>
          <p:nvPr/>
        </p:nvSpPr>
        <p:spPr bwMode="auto">
          <a:xfrm>
            <a:off x="916919" y="3050729"/>
            <a:ext cx="9793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2400" kern="0">
                <a:latin typeface="BIZ UDPゴシック" panose="020B0400000000000000" pitchFamily="50" charset="-128"/>
                <a:ea typeface="BIZ UDPゴシック" panose="020B0400000000000000" pitchFamily="50" charset="-128"/>
              </a:rPr>
              <a:t>～ ～ ～ ～ ～ ～ ～ ～ ～ ～ ～ ～ ～ ～ ～ ～ ～ ～ ～ ～ ～</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E012559F-A5D6-7C2E-6CB9-D2589DB00233}"/>
              </a:ext>
            </a:extLst>
          </p:cNvPr>
          <p:cNvSpPr txBox="1"/>
          <p:nvPr/>
        </p:nvSpPr>
        <p:spPr bwMode="auto">
          <a:xfrm>
            <a:off x="916919" y="3953598"/>
            <a:ext cx="9793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2400" kern="0">
                <a:latin typeface="BIZ UDPゴシック" panose="020B0400000000000000" pitchFamily="50" charset="-128"/>
                <a:ea typeface="BIZ UDPゴシック" panose="020B0400000000000000" pitchFamily="50" charset="-128"/>
              </a:rPr>
              <a:t>～ ～ ～ ～ ～ ～ ～ ～ ～ ～ ～ ～ ～ ～ ～ ～ ～ ～ ～ ～ ～</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8EFED077-0EDD-3259-8CF3-64C247E99EE0}"/>
              </a:ext>
            </a:extLst>
          </p:cNvPr>
          <p:cNvSpPr txBox="1"/>
          <p:nvPr/>
        </p:nvSpPr>
        <p:spPr bwMode="auto">
          <a:xfrm>
            <a:off x="916919" y="4856467"/>
            <a:ext cx="9793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2400" kern="0">
                <a:latin typeface="BIZ UDPゴシック" panose="020B0400000000000000" pitchFamily="50" charset="-128"/>
                <a:ea typeface="BIZ UDPゴシック" panose="020B0400000000000000" pitchFamily="50" charset="-128"/>
              </a:rPr>
              <a:t>～ ～ ～ ～ ～ ～ ～ ～ ～ ～ ～ ～ ～ ～ ～ ～ ～ ～ ～ ～ ～</a:t>
            </a:r>
            <a:endParaRPr kumimoji="1" lang="en-US" altLang="ja-JP" sz="240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866608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ja-JP" altLang="en-US"/>
              <a:t>3.2) 特に意味のないコンテンツ2</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5" name="テキスト ボックス 4">
            <a:extLst>
              <a:ext uri="{FF2B5EF4-FFF2-40B4-BE49-F238E27FC236}">
                <a16:creationId xmlns:a16="http://schemas.microsoft.com/office/drawing/2014/main" id="{5F8B27D5-7686-0EE0-1532-5C297DED2E6D}"/>
              </a:ext>
            </a:extLst>
          </p:cNvPr>
          <p:cNvSpPr txBox="1"/>
          <p:nvPr/>
        </p:nvSpPr>
        <p:spPr bwMode="auto">
          <a:xfrm>
            <a:off x="916919" y="1244991"/>
            <a:ext cx="9793088" cy="461665"/>
          </a:xfrm>
          <a:prstGeom prst="rect">
            <a:avLst/>
          </a:prstGeom>
          <a:solidFill>
            <a:schemeClr val="accent1">
              <a:lumMod val="20000"/>
              <a:lumOff val="80000"/>
            </a:schemeClr>
          </a:solidFill>
          <a:ln>
            <a:noFill/>
          </a:ln>
        </p:spPr>
        <p:txBody>
          <a:bodyPr vert="horz" wrap="square" lIns="91440" tIns="45720" rIns="91440" bIns="45720" numCol="1" rtlCol="0" anchor="t" anchorCtr="0" compatLnSpc="1">
            <a:prstTxWarp prst="textNoShape">
              <a:avLst/>
            </a:prstTxWarp>
            <a:spAutoFit/>
          </a:bodyPr>
          <a:lstStyle/>
          <a:p>
            <a:r>
              <a:rPr lang="ja-JP" altLang="en-US" sz="2400" kern="0">
                <a:solidFill>
                  <a:srgbClr val="00B0F0"/>
                </a:solidFill>
                <a:latin typeface="BIZ UDPゴシック" panose="020B0400000000000000" pitchFamily="50" charset="-128"/>
                <a:ea typeface="BIZ UDPゴシック" panose="020B0400000000000000" pitchFamily="50" charset="-128"/>
              </a:rPr>
              <a:t>～ ～ ～ ～ ～ ～ ～ ～ ～ ～ ～ ～ ～ ～ ～ ～ ～ ～ ～ ～ ～</a:t>
            </a:r>
            <a:endParaRPr kumimoji="1" lang="en-US" altLang="ja-JP" sz="2400" kern="0">
              <a:solidFill>
                <a:srgbClr val="00B0F0"/>
              </a:solidFill>
              <a:latin typeface="BIZ UDPゴシック" panose="020B0400000000000000" pitchFamily="50" charset="-128"/>
              <a:ea typeface="BIZ UDPゴシック" panose="020B0400000000000000" pitchFamily="50" charset="-128"/>
            </a:endParaRPr>
          </a:p>
        </p:txBody>
      </p:sp>
      <p:sp>
        <p:nvSpPr>
          <p:cNvPr id="4" name="正方形/長方形 3">
            <a:extLst>
              <a:ext uri="{FF2B5EF4-FFF2-40B4-BE49-F238E27FC236}">
                <a16:creationId xmlns:a16="http://schemas.microsoft.com/office/drawing/2014/main" id="{697BB37C-F0D5-DFC9-148F-C38003C5F394}"/>
              </a:ext>
            </a:extLst>
          </p:cNvPr>
          <p:cNvSpPr/>
          <p:nvPr/>
        </p:nvSpPr>
        <p:spPr bwMode="auto">
          <a:xfrm>
            <a:off x="8193680" y="195005"/>
            <a:ext cx="3672408" cy="499264"/>
          </a:xfrm>
          <a:prstGeom prst="rect">
            <a:avLst/>
          </a:prstGeom>
          <a:solidFill>
            <a:srgbClr val="99FFCC"/>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2800" b="1" i="0" u="none" strike="noStrike" cap="none" normalizeH="0" baseline="0">
                <a:ln>
                  <a:noFill/>
                </a:ln>
                <a:effectLst/>
                <a:latin typeface="BIZ UDPゴシック" panose="020B0400000000000000" pitchFamily="50" charset="-128"/>
                <a:ea typeface="BIZ UDPゴシック" panose="020B0400000000000000" pitchFamily="50" charset="-128"/>
              </a:rPr>
              <a:t>no_contents.pptx</a:t>
            </a:r>
            <a:endParaRPr kumimoji="1" lang="ja-JP" altLang="en-US" sz="28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6" name="テキスト ボックス 5">
            <a:extLst>
              <a:ext uri="{FF2B5EF4-FFF2-40B4-BE49-F238E27FC236}">
                <a16:creationId xmlns:a16="http://schemas.microsoft.com/office/drawing/2014/main" id="{65599533-5243-A14F-43D6-008CD44879F3}"/>
              </a:ext>
            </a:extLst>
          </p:cNvPr>
          <p:cNvSpPr txBox="1"/>
          <p:nvPr/>
        </p:nvSpPr>
        <p:spPr bwMode="auto">
          <a:xfrm>
            <a:off x="916919" y="2147860"/>
            <a:ext cx="9793088" cy="461665"/>
          </a:xfrm>
          <a:prstGeom prst="rect">
            <a:avLst/>
          </a:prstGeom>
          <a:solidFill>
            <a:schemeClr val="accent1">
              <a:lumMod val="20000"/>
              <a:lumOff val="80000"/>
            </a:schemeClr>
          </a:solidFill>
          <a:ln>
            <a:noFill/>
          </a:ln>
        </p:spPr>
        <p:txBody>
          <a:bodyPr vert="horz" wrap="square" lIns="91440" tIns="45720" rIns="91440" bIns="45720" numCol="1" rtlCol="0" anchor="t" anchorCtr="0" compatLnSpc="1">
            <a:prstTxWarp prst="textNoShape">
              <a:avLst/>
            </a:prstTxWarp>
            <a:spAutoFit/>
          </a:bodyPr>
          <a:lstStyle/>
          <a:p>
            <a:r>
              <a:rPr lang="ja-JP" altLang="en-US" sz="2400" kern="0">
                <a:solidFill>
                  <a:srgbClr val="00B0F0"/>
                </a:solidFill>
                <a:latin typeface="BIZ UDPゴシック" panose="020B0400000000000000" pitchFamily="50" charset="-128"/>
                <a:ea typeface="BIZ UDPゴシック" panose="020B0400000000000000" pitchFamily="50" charset="-128"/>
              </a:rPr>
              <a:t>～ ～ ～ ～ ～ ～ ～ ～ ～ ～ ～ ～ ～ ～ ～ ～ ～ ～ ～ ～ ～</a:t>
            </a:r>
            <a:endParaRPr kumimoji="1" lang="en-US" altLang="ja-JP" sz="2400" kern="0">
              <a:solidFill>
                <a:srgbClr val="00B0F0"/>
              </a:solidFill>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C06B1A1F-B63B-8987-C945-FFADD1E4E82B}"/>
              </a:ext>
            </a:extLst>
          </p:cNvPr>
          <p:cNvSpPr txBox="1"/>
          <p:nvPr/>
        </p:nvSpPr>
        <p:spPr bwMode="auto">
          <a:xfrm>
            <a:off x="916919" y="3050729"/>
            <a:ext cx="9793088" cy="461665"/>
          </a:xfrm>
          <a:prstGeom prst="rect">
            <a:avLst/>
          </a:prstGeom>
          <a:solidFill>
            <a:schemeClr val="accent1">
              <a:lumMod val="20000"/>
              <a:lumOff val="80000"/>
            </a:schemeClr>
          </a:solidFill>
          <a:ln>
            <a:noFill/>
          </a:ln>
        </p:spPr>
        <p:txBody>
          <a:bodyPr vert="horz" wrap="square" lIns="91440" tIns="45720" rIns="91440" bIns="45720" numCol="1" rtlCol="0" anchor="t" anchorCtr="0" compatLnSpc="1">
            <a:prstTxWarp prst="textNoShape">
              <a:avLst/>
            </a:prstTxWarp>
            <a:spAutoFit/>
          </a:bodyPr>
          <a:lstStyle/>
          <a:p>
            <a:r>
              <a:rPr lang="ja-JP" altLang="en-US" sz="2400" kern="0">
                <a:solidFill>
                  <a:srgbClr val="00B0F0"/>
                </a:solidFill>
                <a:latin typeface="BIZ UDPゴシック" panose="020B0400000000000000" pitchFamily="50" charset="-128"/>
                <a:ea typeface="BIZ UDPゴシック" panose="020B0400000000000000" pitchFamily="50" charset="-128"/>
              </a:rPr>
              <a:t>～ ～ ～ ～ ～ ～ ～ ～ ～ ～ ～ ～ ～ ～ ～ ～ ～ ～ ～ ～ ～</a:t>
            </a:r>
            <a:endParaRPr kumimoji="1" lang="en-US" altLang="ja-JP" sz="2400" kern="0">
              <a:solidFill>
                <a:srgbClr val="00B0F0"/>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8A819005-A75E-1E36-57BC-2971F3C4ABAE}"/>
              </a:ext>
            </a:extLst>
          </p:cNvPr>
          <p:cNvSpPr txBox="1"/>
          <p:nvPr/>
        </p:nvSpPr>
        <p:spPr bwMode="auto">
          <a:xfrm>
            <a:off x="916919" y="3953598"/>
            <a:ext cx="9793088" cy="461665"/>
          </a:xfrm>
          <a:prstGeom prst="rect">
            <a:avLst/>
          </a:prstGeom>
          <a:solidFill>
            <a:schemeClr val="accent1">
              <a:lumMod val="20000"/>
              <a:lumOff val="80000"/>
            </a:schemeClr>
          </a:solidFill>
          <a:ln>
            <a:noFill/>
          </a:ln>
        </p:spPr>
        <p:txBody>
          <a:bodyPr vert="horz" wrap="square" lIns="91440" tIns="45720" rIns="91440" bIns="45720" numCol="1" rtlCol="0" anchor="t" anchorCtr="0" compatLnSpc="1">
            <a:prstTxWarp prst="textNoShape">
              <a:avLst/>
            </a:prstTxWarp>
            <a:spAutoFit/>
          </a:bodyPr>
          <a:lstStyle/>
          <a:p>
            <a:r>
              <a:rPr lang="ja-JP" altLang="en-US" sz="2400" kern="0">
                <a:solidFill>
                  <a:srgbClr val="00B0F0"/>
                </a:solidFill>
                <a:latin typeface="BIZ UDPゴシック" panose="020B0400000000000000" pitchFamily="50" charset="-128"/>
                <a:ea typeface="BIZ UDPゴシック" panose="020B0400000000000000" pitchFamily="50" charset="-128"/>
              </a:rPr>
              <a:t>～ ～ ～ ～ ～ ～ ～ ～ ～ ～ ～ ～ ～ ～ ～ ～ ～ ～ ～ ～ ～</a:t>
            </a:r>
            <a:endParaRPr kumimoji="1" lang="en-US" altLang="ja-JP" sz="2400" kern="0">
              <a:solidFill>
                <a:srgbClr val="00B0F0"/>
              </a:solidFill>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E7B75075-FDFE-71C7-61F1-3E5943CE56BC}"/>
              </a:ext>
            </a:extLst>
          </p:cNvPr>
          <p:cNvSpPr txBox="1"/>
          <p:nvPr/>
        </p:nvSpPr>
        <p:spPr bwMode="auto">
          <a:xfrm>
            <a:off x="916919" y="4856467"/>
            <a:ext cx="9793088" cy="461665"/>
          </a:xfrm>
          <a:prstGeom prst="rect">
            <a:avLst/>
          </a:prstGeom>
          <a:solidFill>
            <a:schemeClr val="accent1">
              <a:lumMod val="20000"/>
              <a:lumOff val="80000"/>
            </a:schemeClr>
          </a:solidFill>
          <a:ln>
            <a:noFill/>
          </a:ln>
        </p:spPr>
        <p:txBody>
          <a:bodyPr vert="horz" wrap="square" lIns="91440" tIns="45720" rIns="91440" bIns="45720" numCol="1" rtlCol="0" anchor="t" anchorCtr="0" compatLnSpc="1">
            <a:prstTxWarp prst="textNoShape">
              <a:avLst/>
            </a:prstTxWarp>
            <a:spAutoFit/>
          </a:bodyPr>
          <a:lstStyle/>
          <a:p>
            <a:r>
              <a:rPr lang="ja-JP" altLang="en-US" sz="2400" kern="0">
                <a:solidFill>
                  <a:srgbClr val="00B0F0"/>
                </a:solidFill>
                <a:latin typeface="BIZ UDPゴシック" panose="020B0400000000000000" pitchFamily="50" charset="-128"/>
                <a:ea typeface="BIZ UDPゴシック" panose="020B0400000000000000" pitchFamily="50" charset="-128"/>
              </a:rPr>
              <a:t>～ ～ ～ ～ ～ ～ ～ ～ ～ ～ ～ ～ ～ ～ ～ ～ ～ ～ ～ ～ ～</a:t>
            </a:r>
            <a:endParaRPr kumimoji="1" lang="en-US" altLang="ja-JP" sz="2400" kern="0">
              <a:solidFill>
                <a:srgbClr val="00B0F0"/>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90126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Edge">
  <a:themeElements>
    <a:clrScheme name="ユーザー定義 1">
      <a:dk1>
        <a:srgbClr val="292929"/>
      </a:dk1>
      <a:lt1>
        <a:sysClr val="window" lastClr="FFFFFF"/>
      </a:lt1>
      <a:dk2>
        <a:srgbClr val="244242"/>
      </a:dk2>
      <a:lt2>
        <a:srgbClr val="FFFFFF"/>
      </a:lt2>
      <a:accent1>
        <a:srgbClr val="51BD9C"/>
      </a:accent1>
      <a:accent2>
        <a:srgbClr val="FF2121"/>
      </a:accent2>
      <a:accent3>
        <a:srgbClr val="A3E3B1"/>
      </a:accent3>
      <a:accent4>
        <a:srgbClr val="FFE8B3"/>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lumMod val="75000"/>
              <a:lumOff val="25000"/>
            </a:schemeClr>
          </a:solidFill>
          <a:prstDash val="solid"/>
          <a:round/>
          <a:headEnd type="none" w="med" len="med"/>
          <a:tailEnd type="none" w="med" len="med"/>
        </a:ln>
        <a:effectLst/>
      </a:spPr>
      <a:bodyPr vert="horz" wrap="none" lIns="90000" tIns="46800" rIns="90000" bIns="4680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defRPr>
        </a:defPPr>
      </a:lstStyle>
    </a:spDef>
    <a:lnDef>
      <a:spPr bwMode="auto">
        <a:solidFill>
          <a:srgbClr val="CCFFFF"/>
        </a:solidFill>
        <a:ln w="28575" cap="flat" cmpd="sng" algn="ctr">
          <a:solidFill>
            <a:schemeClr val="tx1">
              <a:lumMod val="75000"/>
              <a:lumOff val="25000"/>
            </a:schemeClr>
          </a:solidFill>
          <a:prstDash val="solid"/>
          <a:round/>
          <a:headEnd type="none" w="med" len="med"/>
          <a:tailEnd type="triangle"/>
        </a:ln>
        <a:effec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91440" tIns="45720" rIns="91440" bIns="45720" numCol="1" rtlCol="0" anchor="t" anchorCtr="0" compatLnSpc="1">
        <a:prstTxWarp prst="textNoShape">
          <a:avLst/>
        </a:prstTxWarp>
        <a:spAutoFit/>
      </a:bodyPr>
      <a:lstStyle>
        <a:defPPr algn="l">
          <a:defRPr kumimoji="1" sz="1800" kern="0" smtClean="0">
            <a:latin typeface="BIZ UDPゴシック" panose="020B0400000000000000" pitchFamily="50" charset="-128"/>
            <a:ea typeface="BIZ UDPゴシック" panose="020B0400000000000000" pitchFamily="50" charset="-128"/>
          </a:defRPr>
        </a:defPPr>
      </a:lstStyle>
    </a:tx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30428</TotalTime>
  <Words>2888</Words>
  <Application>Microsoft Office PowerPoint</Application>
  <PresentationFormat>ワイド画面</PresentationFormat>
  <Paragraphs>418</Paragraphs>
  <Slides>12</Slides>
  <Notes>12</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12</vt:i4>
      </vt:variant>
    </vt:vector>
  </HeadingPairs>
  <TitlesOfParts>
    <vt:vector size="19" baseType="lpstr">
      <vt:lpstr>BIZ UDPゴシック</vt:lpstr>
      <vt:lpstr>FOT-UD丸ゴ_ラージ Pr6 M</vt:lpstr>
      <vt:lpstr>Moralerspace Xenon HWJPDOC</vt:lpstr>
      <vt:lpstr>Arial</vt:lpstr>
      <vt:lpstr>Garamond</vt:lpstr>
      <vt:lpstr>Wingdings</vt:lpstr>
      <vt:lpstr>Edge</vt:lpstr>
      <vt:lpstr>1.1) Chapter Cover 挿入運用</vt:lpstr>
      <vt:lpstr>1.2) operation: chapter が使いにくい問題</vt:lpstr>
      <vt:lpstr>1.3) Chapter Cover で話題の転換を明示したい</vt:lpstr>
      <vt:lpstr>1.4) Chapter Cover の挿入方法</vt:lpstr>
      <vt:lpstr>1.5) Chapter Cover テンプレートファイルの作り方</vt:lpstr>
      <vt:lpstr>1.6) 共通資材は共通資材のフォルダに</vt:lpstr>
      <vt:lpstr>2) 章カバーサンプル(その１)</vt:lpstr>
      <vt:lpstr>2.1) 特に意味のないコンテンツ1</vt:lpstr>
      <vt:lpstr>2.2) 特に意味のないコンテンツ2</vt:lpstr>
      <vt:lpstr>3) 章カバーサンプル(その２)</vt:lpstr>
      <vt:lpstr>3.1) 特に意味のないコンテンツ1</vt:lpstr>
      <vt:lpstr>3.2) 特に意味のないコンテンツ2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cp:lastModifiedBy/>
  <cp:revision>4121</cp:revision>
  <dcterms:modified xsi:type="dcterms:W3CDTF">2026-06-06T13:12:46Z</dcterms:modified>
</cp:coreProperties>
</file>