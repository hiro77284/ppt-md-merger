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"/>
  </p:notesMasterIdLst>
  <p:sldIdLst>
    <p:sldId id="1788" r:id="rId2"/>
    <p:sldId id="1786" r:id="rId3"/>
    <p:sldId id="1789" r:id="rId4"/>
    <p:sldId id="1790" r:id="rId5"/>
    <p:sldId id="1791" r:id="rId6"/>
    <p:sldId id="1792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00"/>
    <a:srgbClr val="FFFFCC"/>
    <a:srgbClr val="FFCCFF"/>
    <a:srgbClr val="99FFCC"/>
    <a:srgbClr val="FF6347"/>
    <a:srgbClr val="FF9933"/>
    <a:srgbClr val="CC66FF"/>
    <a:srgbClr val="E34234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2857" autoAdjust="0"/>
  </p:normalViewPr>
  <p:slideViewPr>
    <p:cSldViewPr>
      <p:cViewPr varScale="1">
        <p:scale>
          <a:sx n="105" d="100"/>
          <a:sy n="105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説明スライド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AB9E3E-8D33-F3FA-D79C-3A8839453F2F}"/>
              </a:ext>
            </a:extLst>
          </p:cNvPr>
          <p:cNvSpPr txBox="1"/>
          <p:nvPr/>
        </p:nvSpPr>
        <p:spPr bwMode="auto">
          <a:xfrm>
            <a:off x="1772091" y="1417263"/>
            <a:ext cx="892899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次のスライドから、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を順番に表示します。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番のスライドにだけ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マーカーを置いておきます。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マージ後のファイルからは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番スライドのみ削除されます。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1991F16-FDA6-C5E2-3F03-C5FD5CACEA3B}"/>
              </a:ext>
            </a:extLst>
          </p:cNvPr>
          <p:cNvSpPr/>
          <p:nvPr/>
        </p:nvSpPr>
        <p:spPr bwMode="auto">
          <a:xfrm>
            <a:off x="1775520" y="2959021"/>
            <a:ext cx="95667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6016361-9E01-E2ED-20D6-9AAFC7783E37}"/>
              </a:ext>
            </a:extLst>
          </p:cNvPr>
          <p:cNvSpPr/>
          <p:nvPr/>
        </p:nvSpPr>
        <p:spPr bwMode="auto">
          <a:xfrm>
            <a:off x="1775519" y="3436121"/>
            <a:ext cx="2444843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1D649B8-ED34-9788-4953-40A93A7B6766}"/>
              </a:ext>
            </a:extLst>
          </p:cNvPr>
          <p:cNvSpPr/>
          <p:nvPr/>
        </p:nvSpPr>
        <p:spPr bwMode="auto">
          <a:xfrm>
            <a:off x="1775520" y="3934792"/>
            <a:ext cx="4464496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4303CF-E049-9CF7-9768-8B4E0CD475B7}"/>
              </a:ext>
            </a:extLst>
          </p:cNvPr>
          <p:cNvSpPr/>
          <p:nvPr/>
        </p:nvSpPr>
        <p:spPr bwMode="auto">
          <a:xfrm>
            <a:off x="1775519" y="4444146"/>
            <a:ext cx="6484149" cy="432048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F1AF12-73F0-3B4C-05DF-126B689FE1C1}"/>
              </a:ext>
            </a:extLst>
          </p:cNvPr>
          <p:cNvSpPr/>
          <p:nvPr/>
        </p:nvSpPr>
        <p:spPr bwMode="auto">
          <a:xfrm>
            <a:off x="1775520" y="4941168"/>
            <a:ext cx="8928992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03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ステップ１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6CBA13-353A-0B8A-094E-67B98E6EBB5E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ADD3907-9E9A-FA96-7FC7-3954EDAD8BAB}"/>
              </a:ext>
            </a:extLst>
          </p:cNvPr>
          <p:cNvSpPr/>
          <p:nvPr/>
        </p:nvSpPr>
        <p:spPr bwMode="auto">
          <a:xfrm>
            <a:off x="1775520" y="2959021"/>
            <a:ext cx="95667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363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9788-6047-9D27-4F01-010C829E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B2959-CFD1-0D89-6D04-F2D4C455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DEC2E8-A694-A98F-A91B-9887004D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55D3996-617E-ACFD-FE64-3163D84DCE36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E2BD2D5-3D57-C670-9382-DD6F47714AB0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C10D9BA-9C82-C10A-0B01-11B73A66B0DC}"/>
              </a:ext>
            </a:extLst>
          </p:cNvPr>
          <p:cNvSpPr/>
          <p:nvPr/>
        </p:nvSpPr>
        <p:spPr bwMode="auto">
          <a:xfrm>
            <a:off x="1775519" y="3436121"/>
            <a:ext cx="2444843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719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4DC4-A5AC-2513-DEE1-742A6A3D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2C838-EB40-F1A5-03A2-C3FB6DC2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5C846F-81C7-A297-C00F-35221FC4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E3CCFAC-76D5-D707-8E15-FB0DBB42B233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DD2E30B-FF2D-AB0C-B24D-4AA82637878C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F7B10AF-9A15-833F-1D14-D1A8A31C547A}"/>
              </a:ext>
            </a:extLst>
          </p:cNvPr>
          <p:cNvSpPr/>
          <p:nvPr/>
        </p:nvSpPr>
        <p:spPr bwMode="auto">
          <a:xfrm>
            <a:off x="1775520" y="3934792"/>
            <a:ext cx="4464496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174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892A-5EFD-3DBF-F4AA-9E498EF4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A7E11-529A-A48F-273D-71755C3F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4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7C4340-62F2-3CCA-E211-32D6C9C7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9DF75D1-504F-BAE6-ADAC-226AEB702EE6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640CE7-3FDD-9883-01BE-9E4BB1435D93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0BD524-53C6-5FE2-1CBD-5C3C740940D8}"/>
              </a:ext>
            </a:extLst>
          </p:cNvPr>
          <p:cNvSpPr/>
          <p:nvPr/>
        </p:nvSpPr>
        <p:spPr bwMode="auto">
          <a:xfrm>
            <a:off x="1775519" y="4444146"/>
            <a:ext cx="6484149" cy="432048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DC6B1C-DD26-B42F-BB72-495D085C6B8F}"/>
              </a:ext>
            </a:extLst>
          </p:cNvPr>
          <p:cNvSpPr txBox="1"/>
          <p:nvPr/>
        </p:nvSpPr>
        <p:spPr bwMode="auto">
          <a:xfrm>
            <a:off x="1772091" y="193291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333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A9B2-62A4-48FD-0B99-6696A461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63671-6F2F-5BF3-3079-894E3315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5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7F0A31-071F-26D7-A160-755FF7A3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3DA75DC-A966-CB22-5AD7-109F8422B8A3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C745C36-6213-1A12-C258-FC3960CB6D0E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C6238E2-5EA1-4304-BE2C-2A8CBE10191A}"/>
              </a:ext>
            </a:extLst>
          </p:cNvPr>
          <p:cNvSpPr/>
          <p:nvPr/>
        </p:nvSpPr>
        <p:spPr bwMode="auto">
          <a:xfrm>
            <a:off x="1775520" y="4941168"/>
            <a:ext cx="8928992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4171544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29429</TotalTime>
  <Words>156</Words>
  <Application>Microsoft Office PowerPoint</Application>
  <PresentationFormat>ワイド画面</PresentationFormat>
  <Paragraphs>37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BIZ UDPゴシック</vt:lpstr>
      <vt:lpstr>FOT-UD丸ゴ_ラージ Pr6 M</vt:lpstr>
      <vt:lpstr>Arial</vt:lpstr>
      <vt:lpstr>Garamond</vt:lpstr>
      <vt:lpstr>Wingdings</vt:lpstr>
      <vt:lpstr>Edge</vt:lpstr>
      <vt:lpstr>deletecslサンプル１　説明スライド</vt:lpstr>
      <vt:lpstr>deletecslサンプル１　ステップ１</vt:lpstr>
      <vt:lpstr>deletecslサンプル１　ステップ2</vt:lpstr>
      <vt:lpstr>deletecslサンプル１　ステップ3</vt:lpstr>
      <vt:lpstr>deletecslサンプル１　ステップ4 </vt:lpstr>
      <vt:lpstr>deletecslサンプル１　ステップ5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4081</cp:revision>
  <dcterms:modified xsi:type="dcterms:W3CDTF">2026-05-20T12:56:37Z</dcterms:modified>
</cp:coreProperties>
</file>