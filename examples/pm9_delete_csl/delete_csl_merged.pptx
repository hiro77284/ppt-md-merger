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0"/>
  </p:notesMasterIdLst>
  <p:sldIdLst>
    <p:sldId id="1787" r:id="rId2"/>
    <p:sldId id="1789" r:id="rId3"/>
    <p:sldId id="1791" r:id="rId4"/>
    <p:sldId id="1788" r:id="rId5"/>
    <p:sldId id="1786" r:id="rId6"/>
    <p:sldId id="1792" r:id="rId7"/>
    <p:sldId id="1790" r:id="rId8"/>
    <p:sldId id="1793" r:id="rId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CCFF"/>
    <a:srgbClr val="CCECFF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74852" autoAdjust="0"/>
  </p:normalViewPr>
  <p:slideViewPr>
    <p:cSldViewPr>
      <p:cViewPr varScale="1">
        <p:scale>
          <a:sx n="84" d="100"/>
          <a:sy n="84" d="100"/>
        </p:scale>
        <p:origin x="68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extracted/figures/delete_csl_guide_slide2_fig.png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keyvisual</a:t>
            </a:r>
          </a:p>
          <a:p>
            <a:r>
              <a:t>export-image: extracted/figures/delete_csl_guide_keyvisual.png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extracted/delete_csl_guide_slide2_md.md</a:t>
            </a:r>
          </a:p>
          <a:p>
            <a:r>
              <a:t>{{#id:section:delete_csl_guide:slide2}}</a:t>
            </a:r>
          </a:p>
          <a:p>
            <a:r>
              <a:t>## 指定したスライドを削除する</a:t>
            </a:r>
          </a:p>
          <a:p/>
          <a:p>
            <a:r>
              <a:t>研修テキストのような資料を作るときは、１スライドまるごと配付資料から削除したいときもあります。</a:t>
            </a:r>
          </a:p>
          <a:p/>
          <a:p>
            <a:r>
              <a:t>そこで使えるのが配付資料には載せたくないスライドに特殊マーカーを記入しておくと、マージ時に一括してスライドごと削除する機能です。</a:t>
            </a:r>
          </a:p>
          <a:p/>
          <a:p>
            <a:r>
              <a:t>結合指示書による on/off が可能で、起動時オプションでも設定できるので、講師用/受講者用の2種類を簡単に生成しわけられます。</a:t>
            </a:r>
          </a:p>
          <a:p/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![](figures/delete_csl_guide_slide2_fig.png){ width=95% }</a:t>
            </a:r>
          </a:p>
          <a:p/>
          <a:p>
            <a:r>
              <a:t>![](figures/delete_csl_guide_keyvisual.png){ width=80% }</a:t>
            </a:r>
          </a:p>
          <a:p/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789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extracted/figures/delete_csl_guide_slide3_fig.png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extracted/delete_csl_guide_slide3_md.md</a:t>
            </a:r>
          </a:p>
          <a:p>
            <a:r>
              <a:t>{{#id:section:delete_csl_guide:slide3}}</a:t>
            </a:r>
          </a:p>
          <a:p>
            <a:r>
              <a:t>## スライド削除機能の動作イメージ</a:t>
            </a:r>
          </a:p>
          <a:p/>
          <a:p>
            <a:r>
              <a:t>スライド削除機能を使うと、1種類のソースpptxをもとにして、外部配布用と内部用資料を作り分けられます。</a:t>
            </a:r>
          </a:p>
          <a:p/>
          <a:p>
            <a:r>
              <a:t>分割insertionでも似たことが可能ですが、 CSL は削除対象のスライドそのものにマーカーを書けばよいので、対象スライドを選択しやすいメリットがあります。</a:t>
            </a:r>
          </a:p>
          <a:p/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![](figures/delete_csl_guide_slide3_fig.png){ width=95% }</a:t>
            </a:r>
          </a:p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672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C113-5BE3-EB9E-8C6E-7543038A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294E854-E1AE-CBF6-490A-8771215E7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0BEE81-41EA-44A6-765A-54EE17DDE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extracted/figures/delete_csl_guide_slide5_fig.png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extracted/delete_csl_guide_slide5_md.md</a:t>
            </a:r>
          </a:p>
          <a:p>
            <a:r>
              <a:t>{{#id:section:delete_csl_guide:slide5}}</a:t>
            </a:r>
          </a:p>
          <a:p>
            <a:r>
              <a:t>## CSLマーカーの入れ方と結合指示書の記入</a:t>
            </a:r>
          </a:p>
          <a:p/>
          <a:p>
            <a:r>
              <a:t>CSLマーカーはスライドの編集を邪魔しないよう、隅に小さく入れる場合もあれば、目立つように注釈つきで入れておく場合もあります。</a:t>
            </a:r>
          </a:p>
          <a:p/>
          <a:p>
            <a:r>
              <a:t>結合指示書で  indexer.deletecsl: true とするか、--deletecsl オプションにより CSLが有効になります。</a:t>
            </a:r>
          </a:p>
          <a:p/>
          <a:p>
            <a:r>
              <a:t>deletecsl がfalseまたは未指定の場合は、CSLマーカーだけが消去されます。</a:t>
            </a:r>
          </a:p>
          <a:p/>
          <a:p>
            <a:r>
              <a:t>```{=latex}</a:t>
            </a:r>
          </a:p>
          <a:p>
            <a:r>
              <a:t>\par\vspace{1\baselineskip}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![](figures/delete_csl_guide_slide5_fig.png){ width=95% }</a:t>
            </a:r>
          </a:p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\par\vspace{1\baselineskip}</a:t>
            </a:r>
          </a:p>
          <a:p>
            <a:r>
              <a:t>```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F2058F-CC7F-3BF2-014F-7C1BD2A95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20116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xportrange">
            <a:extLst>
              <a:ext uri="{FF2B5EF4-FFF2-40B4-BE49-F238E27FC236}">
                <a16:creationId xmlns:a16="http://schemas.microsoft.com/office/drawing/2014/main" id="{B105F69B-6787-6A33-0681-6D5266B7F51B}"/>
              </a:ext>
            </a:extLst>
          </p:cNvPr>
          <p:cNvSpPr/>
          <p:nvPr/>
        </p:nvSpPr>
        <p:spPr bwMode="auto">
          <a:xfrm>
            <a:off x="623392" y="868757"/>
            <a:ext cx="10824782" cy="324025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keyvisual">
            <a:extLst>
              <a:ext uri="{FF2B5EF4-FFF2-40B4-BE49-F238E27FC236}">
                <a16:creationId xmlns:a16="http://schemas.microsoft.com/office/drawing/2014/main" id="{EF5252C7-A9C1-3DEB-41E2-CC3486F8C23D}"/>
              </a:ext>
            </a:extLst>
          </p:cNvPr>
          <p:cNvSpPr/>
          <p:nvPr/>
        </p:nvSpPr>
        <p:spPr bwMode="auto">
          <a:xfrm>
            <a:off x="898656" y="4212494"/>
            <a:ext cx="9661839" cy="212110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指定したスライドを削除する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  delete_csl_recipe.yaml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17537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ファイル中の一部のスライドを一括して削除する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"deletecsl"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B6D62-BDC9-6F7C-180D-CB981C27FAC5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602273-ABE3-64F1-05A5-0BAA2D0ED607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pm8_delete_csp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94FF00-9966-41F4-5D7D-B53B4EDAF55A}"/>
              </a:ext>
            </a:extLst>
          </p:cNvPr>
          <p:cNvSpPr/>
          <p:nvPr/>
        </p:nvSpPr>
        <p:spPr bwMode="auto">
          <a:xfrm>
            <a:off x="1137898" y="4375096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9ACB5F-6AE0-616F-335C-CC4FA98345A2}"/>
              </a:ext>
            </a:extLst>
          </p:cNvPr>
          <p:cNvCxnSpPr/>
          <p:nvPr/>
        </p:nvCxnSpPr>
        <p:spPr bwMode="auto">
          <a:xfrm>
            <a:off x="1425930" y="4725144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AD29BC-7311-43C1-6B8E-A9A9ECC416A1}"/>
              </a:ext>
            </a:extLst>
          </p:cNvPr>
          <p:cNvSpPr txBox="1"/>
          <p:nvPr/>
        </p:nvSpPr>
        <p:spPr bwMode="auto">
          <a:xfrm>
            <a:off x="2061225" y="4375096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BD4D663-FF65-EFE1-7947-EE8C75BFDD9E}"/>
              </a:ext>
            </a:extLst>
          </p:cNvPr>
          <p:cNvCxnSpPr>
            <a:cxnSpLocks/>
          </p:cNvCxnSpPr>
          <p:nvPr/>
        </p:nvCxnSpPr>
        <p:spPr bwMode="auto">
          <a:xfrm>
            <a:off x="4943872" y="4967875"/>
            <a:ext cx="252028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1079AC3-AD7F-4092-01C7-3C58CADE4770}"/>
              </a:ext>
            </a:extLst>
          </p:cNvPr>
          <p:cNvSpPr txBox="1"/>
          <p:nvPr/>
        </p:nvSpPr>
        <p:spPr bwMode="auto">
          <a:xfrm>
            <a:off x="5445601" y="4578800"/>
            <a:ext cx="1449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2228F74-F580-3895-96FF-5E2FD4895E1D}"/>
              </a:ext>
            </a:extLst>
          </p:cNvPr>
          <p:cNvSpPr txBox="1"/>
          <p:nvPr/>
        </p:nvSpPr>
        <p:spPr bwMode="auto">
          <a:xfrm>
            <a:off x="739026" y="3093345"/>
            <a:ext cx="1070914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配付資料には載せたくないスライドに特殊マーカーを記入しておくと、マージ時に一括してスライド丸ごと削除する機能です。結合指示書による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on/off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が可能で、起動時オプションでも設定できます。</a:t>
            </a: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DC8953-1A80-900E-3CE2-577FFB0A5B9D}"/>
              </a:ext>
            </a:extLst>
          </p:cNvPr>
          <p:cNvSpPr txBox="1"/>
          <p:nvPr/>
        </p:nvSpPr>
        <p:spPr bwMode="auto">
          <a:xfrm>
            <a:off x="7680176" y="4732125"/>
            <a:ext cx="30138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スライド丸ごと削除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42373B0-231E-A31A-25D9-1FAE92D7B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841" y="5308688"/>
            <a:ext cx="3029975" cy="84741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99762BA-73E0-C1B3-C521-ED83DB1BA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914" y="5131729"/>
            <a:ext cx="2158171" cy="92057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CFE7CC-B038-5D72-16BA-58FB83E3BB82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delete_csl_guide.pptx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728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xportrange">
            <a:extLst>
              <a:ext uri="{FF2B5EF4-FFF2-40B4-BE49-F238E27FC236}">
                <a16:creationId xmlns:a16="http://schemas.microsoft.com/office/drawing/2014/main" id="{C6E30617-35E1-0D63-DE1E-1821CCBE9DFF}"/>
              </a:ext>
            </a:extLst>
          </p:cNvPr>
          <p:cNvSpPr/>
          <p:nvPr/>
        </p:nvSpPr>
        <p:spPr bwMode="auto">
          <a:xfrm>
            <a:off x="623392" y="1052736"/>
            <a:ext cx="10824782" cy="554461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スライド削除機能の動作イメージ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6EDAEC0-DF6E-818B-8EBD-8FF0BA024648}"/>
              </a:ext>
            </a:extLst>
          </p:cNvPr>
          <p:cNvSpPr/>
          <p:nvPr/>
        </p:nvSpPr>
        <p:spPr bwMode="auto">
          <a:xfrm>
            <a:off x="3683048" y="3279663"/>
            <a:ext cx="879356" cy="17967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516DD37-D7AB-AC3C-B964-8C67E65184CB}"/>
              </a:ext>
            </a:extLst>
          </p:cNvPr>
          <p:cNvSpPr/>
          <p:nvPr/>
        </p:nvSpPr>
        <p:spPr bwMode="auto">
          <a:xfrm>
            <a:off x="3801511" y="3445594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F479703-6659-0531-C9AB-CB6685544C82}"/>
              </a:ext>
            </a:extLst>
          </p:cNvPr>
          <p:cNvSpPr/>
          <p:nvPr/>
        </p:nvSpPr>
        <p:spPr bwMode="auto">
          <a:xfrm>
            <a:off x="3801511" y="3846645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E0B8AC9-77CC-D82C-8F22-AE747AC3E2C9}"/>
              </a:ext>
            </a:extLst>
          </p:cNvPr>
          <p:cNvSpPr txBox="1"/>
          <p:nvPr/>
        </p:nvSpPr>
        <p:spPr bwMode="auto">
          <a:xfrm>
            <a:off x="3560062" y="2901951"/>
            <a:ext cx="11253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E6985C9-3806-328F-E4E3-FFB5D2D15C67}"/>
              </a:ext>
            </a:extLst>
          </p:cNvPr>
          <p:cNvSpPr/>
          <p:nvPr/>
        </p:nvSpPr>
        <p:spPr bwMode="auto">
          <a:xfrm>
            <a:off x="3801511" y="4253885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CC52CB3-76E8-9343-32C1-2B9DC03D0791}"/>
              </a:ext>
            </a:extLst>
          </p:cNvPr>
          <p:cNvSpPr/>
          <p:nvPr/>
        </p:nvSpPr>
        <p:spPr bwMode="auto">
          <a:xfrm>
            <a:off x="3801511" y="4654936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3BCC190-C375-847C-B874-C2F98290E03B}"/>
              </a:ext>
            </a:extLst>
          </p:cNvPr>
          <p:cNvSpPr/>
          <p:nvPr/>
        </p:nvSpPr>
        <p:spPr bwMode="auto">
          <a:xfrm>
            <a:off x="8434708" y="2126590"/>
            <a:ext cx="879356" cy="17154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59D3E5A-2A32-7ED8-D57B-4CE126CE8478}"/>
              </a:ext>
            </a:extLst>
          </p:cNvPr>
          <p:cNvSpPr txBox="1"/>
          <p:nvPr/>
        </p:nvSpPr>
        <p:spPr bwMode="auto">
          <a:xfrm>
            <a:off x="7865373" y="1681131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merged.pptx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411F664-A340-F629-816B-5077D55E8969}"/>
              </a:ext>
            </a:extLst>
          </p:cNvPr>
          <p:cNvSpPr/>
          <p:nvPr/>
        </p:nvSpPr>
        <p:spPr bwMode="auto">
          <a:xfrm>
            <a:off x="8557695" y="225012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E73E7EC-2E8E-AC90-E13A-1B396121493C}"/>
              </a:ext>
            </a:extLst>
          </p:cNvPr>
          <p:cNvSpPr/>
          <p:nvPr/>
        </p:nvSpPr>
        <p:spPr bwMode="auto">
          <a:xfrm>
            <a:off x="8557695" y="3047284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2300023-E4F7-CE6E-3475-027116F43FD2}"/>
              </a:ext>
            </a:extLst>
          </p:cNvPr>
          <p:cNvSpPr/>
          <p:nvPr/>
        </p:nvSpPr>
        <p:spPr bwMode="auto">
          <a:xfrm>
            <a:off x="8557695" y="344655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8B619A-DCA3-884C-EC1C-7317A268B4DA}"/>
              </a:ext>
            </a:extLst>
          </p:cNvPr>
          <p:cNvSpPr/>
          <p:nvPr/>
        </p:nvSpPr>
        <p:spPr bwMode="auto">
          <a:xfrm>
            <a:off x="8434708" y="4727120"/>
            <a:ext cx="879356" cy="17154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289EFAD-E21F-DA94-B820-C5542945853D}"/>
              </a:ext>
            </a:extLst>
          </p:cNvPr>
          <p:cNvSpPr/>
          <p:nvPr/>
        </p:nvSpPr>
        <p:spPr bwMode="auto">
          <a:xfrm>
            <a:off x="8557695" y="485065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8FCAC4-898D-DC6D-D7D4-05A0915C3F4A}"/>
              </a:ext>
            </a:extLst>
          </p:cNvPr>
          <p:cNvSpPr/>
          <p:nvPr/>
        </p:nvSpPr>
        <p:spPr bwMode="auto">
          <a:xfrm>
            <a:off x="8557695" y="5249920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5E506DB-C7D1-1AB2-A4DB-C95B72FF7508}"/>
              </a:ext>
            </a:extLst>
          </p:cNvPr>
          <p:cNvSpPr/>
          <p:nvPr/>
        </p:nvSpPr>
        <p:spPr bwMode="auto">
          <a:xfrm>
            <a:off x="8557695" y="5647814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A3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65B2989-FC6E-2D58-BB22-3322EB3AA799}"/>
              </a:ext>
            </a:extLst>
          </p:cNvPr>
          <p:cNvSpPr/>
          <p:nvPr/>
        </p:nvSpPr>
        <p:spPr bwMode="auto">
          <a:xfrm>
            <a:off x="8557695" y="6047082"/>
            <a:ext cx="642431" cy="30337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A4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AACE4FCA-C7AA-563C-ADDC-D4356540661B}"/>
              </a:ext>
            </a:extLst>
          </p:cNvPr>
          <p:cNvCxnSpPr/>
          <p:nvPr/>
        </p:nvCxnSpPr>
        <p:spPr bwMode="auto">
          <a:xfrm flipV="1">
            <a:off x="4734144" y="3047284"/>
            <a:ext cx="3469476" cy="110273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4ABA80DC-D257-6DDC-9260-3FA11B3DB28B}"/>
              </a:ext>
            </a:extLst>
          </p:cNvPr>
          <p:cNvCxnSpPr>
            <a:cxnSpLocks/>
          </p:cNvCxnSpPr>
          <p:nvPr/>
        </p:nvCxnSpPr>
        <p:spPr bwMode="auto">
          <a:xfrm>
            <a:off x="4735578" y="4247037"/>
            <a:ext cx="3498149" cy="133782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22C0759-27C2-53E6-EE3E-61F9C0B131B2}"/>
              </a:ext>
            </a:extLst>
          </p:cNvPr>
          <p:cNvSpPr txBox="1"/>
          <p:nvPr/>
        </p:nvSpPr>
        <p:spPr bwMode="auto">
          <a:xfrm>
            <a:off x="2972710" y="1911511"/>
            <a:ext cx="24418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ソース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１種類だけ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D884B4C-E14C-30DA-E6B8-7C4EB4B2088F}"/>
              </a:ext>
            </a:extLst>
          </p:cNvPr>
          <p:cNvSpPr txBox="1"/>
          <p:nvPr/>
        </p:nvSpPr>
        <p:spPr bwMode="auto">
          <a:xfrm>
            <a:off x="1412334" y="3675167"/>
            <a:ext cx="1800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対象として指定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D7731114-EC53-DC3A-DA3D-4BE093CC9923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>
            <a:off x="3337183" y="3998334"/>
            <a:ext cx="4643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BA0C00F-E31E-4E1F-C555-EBCBF1E7CA37}"/>
              </a:ext>
            </a:extLst>
          </p:cNvPr>
          <p:cNvSpPr txBox="1"/>
          <p:nvPr/>
        </p:nvSpPr>
        <p:spPr bwMode="auto">
          <a:xfrm>
            <a:off x="6198728" y="2860819"/>
            <a:ext cx="15316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deletecsl </a:t>
            </a:r>
          </a:p>
          <a:p>
            <a:pPr algn="l"/>
            <a:r>
              <a:rPr kumimoji="1" lang="ja-JP" altLang="en-US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有効時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3295EC0-ADEE-1502-6388-1A716252E3CB}"/>
              </a:ext>
            </a:extLst>
          </p:cNvPr>
          <p:cNvSpPr txBox="1"/>
          <p:nvPr/>
        </p:nvSpPr>
        <p:spPr bwMode="auto">
          <a:xfrm>
            <a:off x="6198728" y="4194031"/>
            <a:ext cx="15316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deletecsl </a:t>
            </a:r>
          </a:p>
          <a:p>
            <a:pPr algn="l"/>
            <a:r>
              <a:rPr kumimoji="1" lang="ja-JP" altLang="en-US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無効時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1A0A5AC-C061-A425-F72B-6B98B4029FC6}"/>
              </a:ext>
            </a:extLst>
          </p:cNvPr>
          <p:cNvSpPr txBox="1"/>
          <p:nvPr/>
        </p:nvSpPr>
        <p:spPr bwMode="auto">
          <a:xfrm>
            <a:off x="9552384" y="2742043"/>
            <a:ext cx="20180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r>
              <a:rPr kumimoji="1" lang="ja-JP" altLang="en-US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だけ削除される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E8548E5-C108-02F0-9C6B-DAA706B5D5E9}"/>
              </a:ext>
            </a:extLst>
          </p:cNvPr>
          <p:cNvSpPr txBox="1"/>
          <p:nvPr/>
        </p:nvSpPr>
        <p:spPr bwMode="auto">
          <a:xfrm>
            <a:off x="9552384" y="5249920"/>
            <a:ext cx="15316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600" kern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すべて残る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7FAFB28-AF18-4FD1-1243-A90F05510980}"/>
              </a:ext>
            </a:extLst>
          </p:cNvPr>
          <p:cNvSpPr txBox="1"/>
          <p:nvPr/>
        </p:nvSpPr>
        <p:spPr bwMode="auto">
          <a:xfrm>
            <a:off x="739026" y="1145382"/>
            <a:ext cx="10709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種類のソース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をもとにして、外部配布用と内部用資料を作り分けられます。</a:t>
            </a:r>
            <a:endParaRPr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6459F7C-3A8E-9EE5-C0A1-99CA0FA5846C}"/>
              </a:ext>
            </a:extLst>
          </p:cNvPr>
          <p:cNvSpPr txBox="1"/>
          <p:nvPr/>
        </p:nvSpPr>
        <p:spPr bwMode="auto">
          <a:xfrm>
            <a:off x="739026" y="5517232"/>
            <a:ext cx="629378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insertion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でも似たことが可能ですが、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/>
              <a:t>削除対象のスライドそのものにマーカーを書けばよい</a:t>
            </a:r>
            <a:endParaRPr lang="en-US" altLang="ja-JP"/>
          </a:p>
          <a:p>
            <a:r>
              <a:rPr lang="ja-JP" altLang="en-US"/>
              <a:t>ので、対象スライドを選択しやすいメリットがあります</a:t>
            </a:r>
            <a:endParaRPr lang="en-US" altLang="ja-JP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3F9B71-1DFC-8638-640D-7D8AB61954BC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delete_csl_guide.pptx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251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00B0-22B9-5844-F193-BED075D1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xportrange">
            <a:extLst>
              <a:ext uri="{FF2B5EF4-FFF2-40B4-BE49-F238E27FC236}">
                <a16:creationId xmlns:a16="http://schemas.microsoft.com/office/drawing/2014/main" id="{130C9147-F3CC-F448-550B-7588F63E7DAE}"/>
              </a:ext>
            </a:extLst>
          </p:cNvPr>
          <p:cNvSpPr/>
          <p:nvPr/>
        </p:nvSpPr>
        <p:spPr bwMode="auto">
          <a:xfrm>
            <a:off x="623392" y="1052736"/>
            <a:ext cx="10709148" cy="547260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DBD237A-4331-4C67-09BC-5F7F28B1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CSL</a:t>
            </a:r>
            <a:r>
              <a:rPr lang="ja-JP" altLang="en-US"/>
              <a:t>マーカーの入れ方と結合指示書の記入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413A47B-838F-B099-6257-CBBD557B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92FC59-AA2D-8B91-BF16-1748E2D662E0}"/>
              </a:ext>
            </a:extLst>
          </p:cNvPr>
          <p:cNvSpPr txBox="1"/>
          <p:nvPr/>
        </p:nvSpPr>
        <p:spPr bwMode="auto">
          <a:xfrm>
            <a:off x="898656" y="4588514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対応する結合指示書定義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54DC1A-72E6-59CC-E037-B8DC8FDE7FCD}"/>
              </a:ext>
            </a:extLst>
          </p:cNvPr>
          <p:cNvSpPr/>
          <p:nvPr/>
        </p:nvSpPr>
        <p:spPr bwMode="auto">
          <a:xfrm>
            <a:off x="925138" y="5152967"/>
            <a:ext cx="10067406" cy="6124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600"/>
              <a:t>indexer:</a:t>
            </a:r>
          </a:p>
          <a:p>
            <a:r>
              <a:rPr lang="en-US" altLang="ja-JP" sz="1600"/>
              <a:t>  deletecsl: true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2E34C6D-A484-0196-CBF7-83190E5D426E}"/>
              </a:ext>
            </a:extLst>
          </p:cNvPr>
          <p:cNvSpPr txBox="1"/>
          <p:nvPr/>
        </p:nvSpPr>
        <p:spPr bwMode="auto">
          <a:xfrm>
            <a:off x="925138" y="5863708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deletecsl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または未指定の場合は、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マーカーだけが消去されます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17528E1-6615-BBEF-DCD2-42E2937927A3}"/>
              </a:ext>
            </a:extLst>
          </p:cNvPr>
          <p:cNvSpPr/>
          <p:nvPr/>
        </p:nvSpPr>
        <p:spPr bwMode="auto">
          <a:xfrm>
            <a:off x="7032104" y="2277525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2854B19-6AE7-24E3-888A-8F30CD36401B}"/>
              </a:ext>
            </a:extLst>
          </p:cNvPr>
          <p:cNvCxnSpPr/>
          <p:nvPr/>
        </p:nvCxnSpPr>
        <p:spPr bwMode="auto">
          <a:xfrm>
            <a:off x="7320136" y="2627573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4068871-3BE7-0750-7F11-042754C68CD4}"/>
              </a:ext>
            </a:extLst>
          </p:cNvPr>
          <p:cNvSpPr txBox="1"/>
          <p:nvPr/>
        </p:nvSpPr>
        <p:spPr bwMode="auto">
          <a:xfrm>
            <a:off x="7955431" y="2277525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2D8507A-B6AB-D65C-EB97-22CCF2140425}"/>
              </a:ext>
            </a:extLst>
          </p:cNvPr>
          <p:cNvSpPr/>
          <p:nvPr/>
        </p:nvSpPr>
        <p:spPr bwMode="auto">
          <a:xfrm>
            <a:off x="1703512" y="2277525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CD0EE62-9EAB-1624-4F8E-BB13C381930C}"/>
              </a:ext>
            </a:extLst>
          </p:cNvPr>
          <p:cNvCxnSpPr/>
          <p:nvPr/>
        </p:nvCxnSpPr>
        <p:spPr bwMode="auto">
          <a:xfrm>
            <a:off x="1991544" y="2627573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9B1B0D8-DDBE-9110-9640-225BEE850F5A}"/>
              </a:ext>
            </a:extLst>
          </p:cNvPr>
          <p:cNvSpPr txBox="1"/>
          <p:nvPr/>
        </p:nvSpPr>
        <p:spPr bwMode="auto">
          <a:xfrm>
            <a:off x="2626839" y="2277525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C3DE7D5-F97E-FFFD-B503-278BA1CBAB4B}"/>
              </a:ext>
            </a:extLst>
          </p:cNvPr>
          <p:cNvSpPr txBox="1"/>
          <p:nvPr/>
        </p:nvSpPr>
        <p:spPr bwMode="auto">
          <a:xfrm>
            <a:off x="739026" y="1145382"/>
            <a:ext cx="107091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マーカーはスライドの編集を邪魔しないよう、隅に小さく入れる場合もあれば、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目立つように注釈つきで入れておく場合もあります。</a:t>
            </a:r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5F91DA6-1060-CD56-E313-AA4E6042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965" y="3761403"/>
            <a:ext cx="944962" cy="37798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7935D10-067F-E072-E52A-7930D9387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136" y="3293536"/>
            <a:ext cx="2822693" cy="76816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2DF6EC-985C-149C-478D-D74E12E4C21B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delete_csl_guide.pptx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521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説明スライド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delete_csl_sample1.pptx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AB9E3E-8D33-F3FA-D79C-3A8839453F2F}"/>
              </a:ext>
            </a:extLst>
          </p:cNvPr>
          <p:cNvSpPr txBox="1"/>
          <p:nvPr/>
        </p:nvSpPr>
        <p:spPr bwMode="auto">
          <a:xfrm>
            <a:off x="1772091" y="1417263"/>
            <a:ext cx="892899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次のスライドから、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を順番に表示します。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番のスライドにだけ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マーカーを置いておきます。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マージ後のファイルからは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番スライドのみ削除されます。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1991F16-FDA6-C5E2-3F03-C5FD5CACEA3B}"/>
              </a:ext>
            </a:extLst>
          </p:cNvPr>
          <p:cNvSpPr/>
          <p:nvPr/>
        </p:nvSpPr>
        <p:spPr bwMode="auto">
          <a:xfrm>
            <a:off x="1775520" y="2959021"/>
            <a:ext cx="95667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6016361-9E01-E2ED-20D6-9AAFC7783E37}"/>
              </a:ext>
            </a:extLst>
          </p:cNvPr>
          <p:cNvSpPr/>
          <p:nvPr/>
        </p:nvSpPr>
        <p:spPr bwMode="auto">
          <a:xfrm>
            <a:off x="1775519" y="3436121"/>
            <a:ext cx="2444843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1D649B8-ED34-9788-4953-40A93A7B6766}"/>
              </a:ext>
            </a:extLst>
          </p:cNvPr>
          <p:cNvSpPr/>
          <p:nvPr/>
        </p:nvSpPr>
        <p:spPr bwMode="auto">
          <a:xfrm>
            <a:off x="1775520" y="3934792"/>
            <a:ext cx="4464496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4303CF-E049-9CF7-9768-8B4E0CD475B7}"/>
              </a:ext>
            </a:extLst>
          </p:cNvPr>
          <p:cNvSpPr/>
          <p:nvPr/>
        </p:nvSpPr>
        <p:spPr bwMode="auto">
          <a:xfrm>
            <a:off x="1775519" y="4444146"/>
            <a:ext cx="6484149" cy="432048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F1AF12-73F0-3B4C-05DF-126B689FE1C1}"/>
              </a:ext>
            </a:extLst>
          </p:cNvPr>
          <p:cNvSpPr/>
          <p:nvPr/>
        </p:nvSpPr>
        <p:spPr bwMode="auto">
          <a:xfrm>
            <a:off x="1775520" y="4941168"/>
            <a:ext cx="8928992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545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ステップ１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delete_csl_sample1.pptx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06CBA13-353A-0B8A-094E-67B98E6EBB5E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このスライドは削除されません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ADD3907-9E9A-FA96-7FC7-3954EDAD8BAB}"/>
              </a:ext>
            </a:extLst>
          </p:cNvPr>
          <p:cNvSpPr/>
          <p:nvPr/>
        </p:nvSpPr>
        <p:spPr bwMode="auto">
          <a:xfrm>
            <a:off x="1775520" y="2959021"/>
            <a:ext cx="95667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38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9788-6047-9D27-4F01-010C829E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7B2959-CFD1-0D89-6D04-F2D4C455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</a:t>
            </a:r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DEC2E8-A694-A98F-A91B-9887004D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55D3996-617E-ACFD-FE64-3163D84DCE36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delete_csl_sample1.pptx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E2BD2D5-3D57-C670-9382-DD6F47714AB0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このスライドは削除されません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C10D9BA-9C82-C10A-0B01-11B73A66B0DC}"/>
              </a:ext>
            </a:extLst>
          </p:cNvPr>
          <p:cNvSpPr/>
          <p:nvPr/>
        </p:nvSpPr>
        <p:spPr bwMode="auto">
          <a:xfrm>
            <a:off x="1775519" y="3436121"/>
            <a:ext cx="2444843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7680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4DC4-A5AC-2513-DEE1-742A6A3D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2C838-EB40-F1A5-03A2-C3FB6DC2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</a:t>
            </a:r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B5C846F-81C7-A297-C00F-35221FC4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E3CCFAC-76D5-D707-8E15-FB0DBB42B233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delete_csl_sample1.pptx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DD2E30B-FF2D-AB0C-B24D-4AA82637878C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このスライドは削除されません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F7B10AF-9A15-833F-1D14-D1A8A31C547A}"/>
              </a:ext>
            </a:extLst>
          </p:cNvPr>
          <p:cNvSpPr/>
          <p:nvPr/>
        </p:nvSpPr>
        <p:spPr bwMode="auto">
          <a:xfrm>
            <a:off x="1775520" y="3934792"/>
            <a:ext cx="4464496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7568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A9B2-62A4-48FD-0B99-6696A461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863671-6F2F-5BF3-3079-894E3315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deletecsl</a:t>
            </a:r>
            <a:r>
              <a:rPr kumimoji="1" lang="ja-JP" altLang="en-US"/>
              <a:t>サンプル１　ステップ</a:t>
            </a:r>
            <a:r>
              <a:rPr kumimoji="1" lang="en-US" altLang="ja-JP"/>
              <a:t>5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7F0A31-071F-26D7-A160-755FF7A3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3DA75DC-A966-CB22-5AD7-109F8422B8A3}"/>
              </a:ext>
            </a:extLst>
          </p:cNvPr>
          <p:cNvSpPr/>
          <p:nvPr/>
        </p:nvSpPr>
        <p:spPr bwMode="auto">
          <a:xfrm>
            <a:off x="8112224" y="195005"/>
            <a:ext cx="3753864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6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delete_csl_sample1.pptx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C745C36-6213-1A12-C258-FC3960CB6D0E}"/>
              </a:ext>
            </a:extLst>
          </p:cNvPr>
          <p:cNvSpPr txBox="1"/>
          <p:nvPr/>
        </p:nvSpPr>
        <p:spPr bwMode="auto">
          <a:xfrm>
            <a:off x="1772091" y="1417263"/>
            <a:ext cx="8928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このスライドは削除されません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C6238E2-5EA1-4304-BE2C-2A8CBE10191A}"/>
              </a:ext>
            </a:extLst>
          </p:cNvPr>
          <p:cNvSpPr/>
          <p:nvPr/>
        </p:nvSpPr>
        <p:spPr bwMode="auto">
          <a:xfrm>
            <a:off x="1775520" y="4941168"/>
            <a:ext cx="8928992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161727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29579</TotalTime>
  <Words>967</Words>
  <Application>Microsoft Office PowerPoint</Application>
  <PresentationFormat>ワイド画面</PresentationFormat>
  <Paragraphs>198</Paragraphs>
  <Slides>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BIZ UDPゴシック</vt:lpstr>
      <vt:lpstr>FOT-UD丸ゴ_ラージ Pr6 M</vt:lpstr>
      <vt:lpstr>Arial</vt:lpstr>
      <vt:lpstr>Garamond</vt:lpstr>
      <vt:lpstr>Wingdings</vt:lpstr>
      <vt:lpstr>Edge</vt:lpstr>
      <vt:lpstr>指定したスライドを削除する</vt:lpstr>
      <vt:lpstr>スライド削除機能の動作イメージ</vt:lpstr>
      <vt:lpstr>CSLマーカーの入れ方と結合指示書の記入</vt:lpstr>
      <vt:lpstr>deletecslサンプル１　説明スライド</vt:lpstr>
      <vt:lpstr>deletecslサンプル１　ステップ１</vt:lpstr>
      <vt:lpstr>deletecslサンプル１　ステップ2</vt:lpstr>
      <vt:lpstr>deletecslサンプル１　ステップ3</vt:lpstr>
      <vt:lpstr>deletecslサンプル１　ステップ5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4093</cp:revision>
  <dcterms:modified xsi:type="dcterms:W3CDTF">2026-06-06T13:15:59Z</dcterms:modified>
</cp:coreProperties>
</file>